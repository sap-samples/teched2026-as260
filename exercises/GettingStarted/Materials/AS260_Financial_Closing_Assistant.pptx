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2.xml" ContentType="application/vnd.openxmlformats-officedocument.theme+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theme/theme3.xml" ContentType="application/vnd.openxmlformats-officedocument.theme+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heme/themeOverride1.xml" ContentType="application/vnd.openxmlformats-officedocument.themeOverride+xml"/>
  <Override PartName="/ppt/tags/tag373.xml" ContentType="application/vnd.openxmlformats-officedocument.presentationml.tags+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theme/theme4.xml" ContentType="application/vnd.openxmlformats-officedocument.theme+xml"/>
  <Override PartName="/ppt/tags/tag374.xml" ContentType="application/vnd.openxmlformats-officedocument.presentationml.tags+xml"/>
  <Override PartName="/ppt/theme/themeOverride2.xml" ContentType="application/vnd.openxmlformats-officedocument.themeOverride+xml"/>
  <Override PartName="/ppt/theme/themeOverride3.xml" ContentType="application/vnd.openxmlformats-officedocument.themeOverride+xml"/>
  <Override PartName="/ppt/tags/tag375.xml" ContentType="application/vnd.openxmlformats-officedocument.presentationml.tags+xml"/>
  <Override PartName="/ppt/theme/themeOverride4.xml" ContentType="application/vnd.openxmlformats-officedocument.themeOverride+xml"/>
  <Override PartName="/ppt/tags/tag376.xml" ContentType="application/vnd.openxmlformats-officedocument.presentationml.tags+xml"/>
  <Override PartName="/ppt/theme/themeOverride5.xml" ContentType="application/vnd.openxmlformats-officedocument.themeOverride+xml"/>
  <Override PartName="/ppt/tags/tag377.xml" ContentType="application/vnd.openxmlformats-officedocument.presentationml.tags+xml"/>
  <Override PartName="/ppt/tags/tag378.xml" ContentType="application/vnd.openxmlformats-officedocument.presentationml.tags+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theme/theme5.xml" ContentType="application/vnd.openxmlformats-officedocument.theme+xml"/>
  <Override PartName="/ppt/tags/tag379.xml" ContentType="application/vnd.openxmlformats-officedocument.presentationml.tags+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theme/theme6.xml" ContentType="application/vnd.openxmlformats-officedocument.theme+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theme/theme7.xml" ContentType="application/vnd.openxmlformats-officedocument.theme+xml"/>
  <Override PartName="/ppt/tags/tag503.xml" ContentType="application/vnd.openxmlformats-officedocument.presentationml.tags+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504.xml" ContentType="application/vnd.openxmlformats-officedocument.presentationml.tags+xml"/>
  <Override PartName="/ppt/notesSlides/notesSlide4.xml" ContentType="application/vnd.openxmlformats-officedocument.presentationml.notesSlide+xml"/>
  <Override PartName="/ppt/comments/modernComment_17A_8C85E9C5.xml" ContentType="application/vnd.ms-powerpoint.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33" r:id="rId20"/>
    <p:sldMasterId id="2147483831" r:id="rId21"/>
    <p:sldMasterId id="2147483997" r:id="rId22"/>
    <p:sldMasterId id="2147484058" r:id="rId23"/>
    <p:sldMasterId id="2147484119" r:id="rId24"/>
    <p:sldMasterId id="2147484137" r:id="rId25"/>
    <p:sldMasterId id="2147484167" r:id="rId26"/>
  </p:sldMasterIdLst>
  <p:notesMasterIdLst>
    <p:notesMasterId r:id="rId57"/>
  </p:notesMasterIdLst>
  <p:handoutMasterIdLst>
    <p:handoutMasterId r:id="rId58"/>
  </p:handoutMasterIdLst>
  <p:sldIdLst>
    <p:sldId id="621" r:id="rId27"/>
    <p:sldId id="291" r:id="rId28"/>
    <p:sldId id="2147483426" r:id="rId29"/>
    <p:sldId id="2147483427" r:id="rId30"/>
    <p:sldId id="378" r:id="rId31"/>
    <p:sldId id="376" r:id="rId32"/>
    <p:sldId id="405" r:id="rId33"/>
    <p:sldId id="279" r:id="rId34"/>
    <p:sldId id="327" r:id="rId35"/>
    <p:sldId id="288" r:id="rId36"/>
    <p:sldId id="284" r:id="rId37"/>
    <p:sldId id="273" r:id="rId38"/>
    <p:sldId id="325" r:id="rId39"/>
    <p:sldId id="286" r:id="rId40"/>
    <p:sldId id="275" r:id="rId41"/>
    <p:sldId id="373" r:id="rId42"/>
    <p:sldId id="2147483428" r:id="rId43"/>
    <p:sldId id="277" r:id="rId44"/>
    <p:sldId id="326" r:id="rId45"/>
    <p:sldId id="290" r:id="rId46"/>
    <p:sldId id="280" r:id="rId47"/>
    <p:sldId id="278" r:id="rId48"/>
    <p:sldId id="2147483431" r:id="rId49"/>
    <p:sldId id="2147483433" r:id="rId50"/>
    <p:sldId id="2147483434" r:id="rId51"/>
    <p:sldId id="2147483435" r:id="rId52"/>
    <p:sldId id="2147483436" r:id="rId53"/>
    <p:sldId id="2147483437" r:id="rId54"/>
    <p:sldId id="2147483438" r:id="rId55"/>
    <p:sldId id="2147483391" r:id="rId56"/>
  </p:sldIdLst>
  <p:sldSz cx="12195175" cy="6858000"/>
  <p:notesSz cx="6858000" cy="9144000"/>
  <p:embeddedFontLst>
    <p:embeddedFont>
      <p:font typeface="72" panose="020B0503030000000003" pitchFamily="34" charset="0"/>
      <p:regular r:id="rId59"/>
      <p:bold r:id="rId60"/>
      <p:italic r:id="rId61"/>
      <p:boldItalic r:id="rId62"/>
    </p:embeddedFont>
    <p:embeddedFont>
      <p:font typeface="72 Brand" panose="020B0504030603020204" pitchFamily="34" charset="0"/>
      <p:regular r:id="rId63"/>
      <p:bold r:id="rId64"/>
      <p:italic r:id="rId65"/>
      <p:boldItalic r:id="rId66"/>
    </p:embeddedFont>
    <p:embeddedFont>
      <p:font typeface="72 Brand Book" panose="020B0404030603020204" pitchFamily="34" charset="0"/>
      <p:regular r:id="rId67"/>
      <p:italic r:id="rId68"/>
    </p:embeddedFont>
    <p:embeddedFont>
      <p:font typeface="72 Brand Medium" panose="020B0504030603020204" pitchFamily="34" charset="0"/>
      <p:regular r:id="rId69"/>
      <p:italic r:id="rId70"/>
    </p:embeddedFont>
    <p:embeddedFont>
      <p:font typeface="Roboto" panose="02000000000000000000" pitchFamily="2" charset="0"/>
      <p:regular r:id="rId71"/>
      <p:bold r:id="rId72"/>
      <p:italic r:id="rId73"/>
      <p:boldItalic r:id="rId74"/>
    </p:embeddedFont>
    <p:embeddedFont>
      <p:font typeface="Segoe UI" panose="020B0502040204020203" pitchFamily="34" charset="0"/>
      <p:regular r:id="rId75"/>
      <p:bold r:id="rId76"/>
      <p:italic r:id="rId77"/>
      <p:boldItalic r:id="rId78"/>
    </p:embeddedFont>
  </p:embeddedFontLst>
  <p:custDataLst>
    <p:tags r:id="rId79"/>
  </p:custDataLst>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E7AC200-7AF6-D255-511D-680EF4873685}" name="Deane, Alexandra (external - Temporary Staff)" initials="AD" userId="S::a.deane@sap.com::57500e61-bbca-4599-9f95-d311181cecf0" providerId="AD"/>
  <p188:author id="{86B87A12-9A93-16CA-B2ED-F82475CE9007}" name="Schoonderwoerd, Boes" initials="SB" userId="S::boes.schoonderwoerd@sap.com::a60a6a0a-39be-47ba-b2ca-8b417cf3ab3f" providerId="AD"/>
  <p188:author id="{5496651A-E378-F755-CA17-309F18A79098}" name="Bundschuh, Doris" initials="BD" userId="S::doris.bundschuh@sap.com::f83e6802-09ca-4fc3-8585-16a42268ef6d" providerId="AD"/>
  <p188:author id="{AF4D983A-733F-A291-59BE-E2917429A083}" name="Gerlach, Torsten" initials="GT" userId="S::torsten.gerlach@sap.com::d783dc18-6928-4b0f-a75a-0f6fc81d5574" providerId="AD"/>
  <p188:author id="{406E433D-2BF9-2592-9CC3-73F3CC80359A}" name="Graham, Pete" initials="PG" userId="S::pete.graham@sap.com::abbc0282-ca5b-48a4-97c5-c90beae9778c" providerId="AD"/>
  <p188:author id="{8F0B8149-C0E0-B56B-002E-66D2BE80C438}" name="Krishnan, Rajesh" initials="KR" userId="S::rajesh.krishnan01@sap.com::3006e86b-3665-45ca-ae33-b24f53ca07c9" providerId="AD"/>
  <p188:author id="{B919A759-8909-377B-8436-C6DA389ED4DB}" name="Geist, Daniel" initials="DG" userId="S::daniel.geist@sap.com::5ec25315-5e7f-4241-ba72-a101f6b8f62c" providerId="AD"/>
  <p188:author id="{90D47579-8DEB-EFCC-A632-430F3AD30F03}" name="Holderried, Uwe" initials="" userId="S::uwe.holderried@sap.com::09779c04-c49e-47d2-b880-69108919699c" providerId="AD"/>
  <p188:author id="{6C9CA188-1EA6-9093-66A6-6B5487412780}" name="Miller, Eric" initials="EM" userId="S::eric.miller02@sap.com::a314675e-59f0-4695-9347-b3b9a6b6d1fe" providerId="AD"/>
  <p188:author id="{66CCB78B-1CF1-E9F3-EFD4-62AB7204B76D}" name="Grund, Mareike" initials="" userId="S::mareike.grund@sap.com::f1ff2bff-be72-4f32-b485-875a0b13e246" providerId="AD"/>
  <p188:author id="{65F4898C-F15C-D06E-1682-199CE18D3FCE}" name="Abeln, Guido" initials="GA" userId="S::guido.abeln@sap.com::51897d36-90ca-4eb1-b13b-bc861df96e8b" providerId="AD"/>
  <p188:author id="{44900F9C-AB0F-B30B-9622-0318EDE855B7}" name="Cechet, Donatella" initials="DC" userId="S::donatella.cechet@sap.com::fa4a408a-ffd5-438a-897b-563b83600d78" providerId="AD"/>
  <p188:author id="{0D6CE2B7-FDB3-6B52-4C04-1EDE153ABBEC}" name="Rudi, Sarah" initials="SR" userId="S::sarah.rudi@sap.com::627598d9-7618-4307-ab90-59e42a32efce" providerId="AD"/>
  <p188:author id="{0226D4C2-1F5A-9482-A4D6-489BC15FA6C8}" name="Queck, Julia" initials="QJ" userId="S::julia.queck@sap.com::eb79a582-ee42-4323-954d-f309c82c4eed" providerId="AD"/>
  <p188:author id="{3E9D41C9-99D1-4217-4131-5340811855E9}" name="Schaeffner, Thomas" initials="" userId="S::thomas.schaeffner@sap.com::9adf3df8-8697-4c98-8445-74b75b3ffe7f" providerId="AD"/>
  <p188:author id="{DB9866D7-9D6D-32EF-0053-003D15380B50}" name="Mencher, Manuel" initials="MM" userId="S::manuel.mencher@sap.com::9b9cbf03-ce11-4cfd-a5a8-ea37e34be8c8" providerId="AD"/>
  <p188:author id="{80640EEB-4D47-55F6-EFC8-9FC2C641E522}" name="PS, Smrithi" initials="" userId="S::smrithi.ps@sap.com::f7ffbc76-5d29-4c8f-9e5d-4e3628212d27" providerId="AD"/>
  <p188:author id="{C57034F9-5583-BD05-487E-CA3789133A56}" name="VOGT, Charles" initials="CV" userId="S::charles.vogt@sap.com::fc45d98e-a995-4203-ba0d-abeacb5ed7dd" providerId="AD"/>
</p188: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EBFF"/>
    <a:srgbClr val="4F33BD"/>
    <a:srgbClr val="DBD5F3"/>
    <a:srgbClr val="AE9FE5"/>
    <a:srgbClr val="F6F3FF"/>
    <a:srgbClr val="F5F3FF"/>
    <a:srgbClr val="E2D8FF"/>
    <a:srgbClr val="E7E1FF"/>
    <a:srgbClr val="7858FF"/>
    <a:srgbClr val="EEEB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332"/>
    <p:restoredTop sz="91217"/>
  </p:normalViewPr>
  <p:slideViewPr>
    <p:cSldViewPr snapToGrid="0">
      <p:cViewPr varScale="1">
        <p:scale>
          <a:sx n="127" d="100"/>
          <a:sy n="127" d="100"/>
        </p:scale>
        <p:origin x="1120" y="176"/>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Master" Target="slideMasters/slideMaster7.xml"/><Relationship Id="rId21" Type="http://schemas.openxmlformats.org/officeDocument/2006/relationships/slideMaster" Target="slideMasters/slideMaster2.xml"/><Relationship Id="rId42" Type="http://schemas.openxmlformats.org/officeDocument/2006/relationships/slide" Target="slides/slide16.xml"/><Relationship Id="rId47" Type="http://schemas.openxmlformats.org/officeDocument/2006/relationships/slide" Target="slides/slide21.xml"/><Relationship Id="rId63" Type="http://schemas.openxmlformats.org/officeDocument/2006/relationships/font" Target="fonts/font5.fntdata"/><Relationship Id="rId68" Type="http://schemas.openxmlformats.org/officeDocument/2006/relationships/font" Target="fonts/font10.fntdata"/><Relationship Id="rId84" Type="http://schemas.microsoft.com/office/2016/11/relationships/changesInfo" Target="changesInfos/changesInfo1.xml"/><Relationship Id="rId16" Type="http://schemas.openxmlformats.org/officeDocument/2006/relationships/customXml" Target="../customXml/item16.xml"/><Relationship Id="rId11" Type="http://schemas.openxmlformats.org/officeDocument/2006/relationships/customXml" Target="../customXml/item11.xml"/><Relationship Id="rId32" Type="http://schemas.openxmlformats.org/officeDocument/2006/relationships/slide" Target="slides/slide6.xml"/><Relationship Id="rId37" Type="http://schemas.openxmlformats.org/officeDocument/2006/relationships/slide" Target="slides/slide11.xml"/><Relationship Id="rId53" Type="http://schemas.openxmlformats.org/officeDocument/2006/relationships/slide" Target="slides/slide27.xml"/><Relationship Id="rId58" Type="http://schemas.openxmlformats.org/officeDocument/2006/relationships/handoutMaster" Target="handoutMasters/handoutMaster1.xml"/><Relationship Id="rId74" Type="http://schemas.openxmlformats.org/officeDocument/2006/relationships/font" Target="fonts/font16.fntdata"/><Relationship Id="rId79" Type="http://schemas.openxmlformats.org/officeDocument/2006/relationships/tags" Target="tags/tag1.xml"/><Relationship Id="rId5" Type="http://schemas.openxmlformats.org/officeDocument/2006/relationships/customXml" Target="../customXml/item5.xml"/><Relationship Id="rId19" Type="http://schemas.openxmlformats.org/officeDocument/2006/relationships/customXml" Target="../customXml/item19.xml"/><Relationship Id="rId14" Type="http://schemas.openxmlformats.org/officeDocument/2006/relationships/customXml" Target="../customXml/item14.xml"/><Relationship Id="rId22" Type="http://schemas.openxmlformats.org/officeDocument/2006/relationships/slideMaster" Target="slideMasters/slideMaster3.xml"/><Relationship Id="rId27" Type="http://schemas.openxmlformats.org/officeDocument/2006/relationships/slide" Target="slides/slide1.xml"/><Relationship Id="rId30" Type="http://schemas.openxmlformats.org/officeDocument/2006/relationships/slide" Target="slides/slide4.xml"/><Relationship Id="rId35" Type="http://schemas.openxmlformats.org/officeDocument/2006/relationships/slide" Target="slides/slide9.xml"/><Relationship Id="rId43" Type="http://schemas.openxmlformats.org/officeDocument/2006/relationships/slide" Target="slides/slide17.xml"/><Relationship Id="rId48" Type="http://schemas.openxmlformats.org/officeDocument/2006/relationships/slide" Target="slides/slide22.xml"/><Relationship Id="rId56" Type="http://schemas.openxmlformats.org/officeDocument/2006/relationships/slide" Target="slides/slide30.xml"/><Relationship Id="rId64" Type="http://schemas.openxmlformats.org/officeDocument/2006/relationships/font" Target="fonts/font6.fntdata"/><Relationship Id="rId69" Type="http://schemas.openxmlformats.org/officeDocument/2006/relationships/font" Target="fonts/font11.fntdata"/><Relationship Id="rId77" Type="http://schemas.openxmlformats.org/officeDocument/2006/relationships/font" Target="fonts/font19.fntdata"/><Relationship Id="rId8" Type="http://schemas.openxmlformats.org/officeDocument/2006/relationships/customXml" Target="../customXml/item8.xml"/><Relationship Id="rId51" Type="http://schemas.openxmlformats.org/officeDocument/2006/relationships/slide" Target="slides/slide25.xml"/><Relationship Id="rId72" Type="http://schemas.openxmlformats.org/officeDocument/2006/relationships/font" Target="fonts/font14.fntdata"/><Relationship Id="rId80" Type="http://schemas.openxmlformats.org/officeDocument/2006/relationships/presProps" Target="presProps.xml"/><Relationship Id="rId85" Type="http://schemas.microsoft.com/office/2018/10/relationships/authors" Target="authors.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slideMaster" Target="slideMasters/slideMaster6.xml"/><Relationship Id="rId33" Type="http://schemas.openxmlformats.org/officeDocument/2006/relationships/slide" Target="slides/slide7.xml"/><Relationship Id="rId38" Type="http://schemas.openxmlformats.org/officeDocument/2006/relationships/slide" Target="slides/slide12.xml"/><Relationship Id="rId46" Type="http://schemas.openxmlformats.org/officeDocument/2006/relationships/slide" Target="slides/slide20.xml"/><Relationship Id="rId59" Type="http://schemas.openxmlformats.org/officeDocument/2006/relationships/font" Target="fonts/font1.fntdata"/><Relationship Id="rId67" Type="http://schemas.openxmlformats.org/officeDocument/2006/relationships/font" Target="fonts/font9.fntdata"/><Relationship Id="rId20" Type="http://schemas.openxmlformats.org/officeDocument/2006/relationships/slideMaster" Target="slideMasters/slideMaster1.xml"/><Relationship Id="rId41" Type="http://schemas.openxmlformats.org/officeDocument/2006/relationships/slide" Target="slides/slide15.xml"/><Relationship Id="rId54" Type="http://schemas.openxmlformats.org/officeDocument/2006/relationships/slide" Target="slides/slide28.xml"/><Relationship Id="rId62" Type="http://schemas.openxmlformats.org/officeDocument/2006/relationships/font" Target="fonts/font4.fntdata"/><Relationship Id="rId70" Type="http://schemas.openxmlformats.org/officeDocument/2006/relationships/font" Target="fonts/font12.fntdata"/><Relationship Id="rId75" Type="http://schemas.openxmlformats.org/officeDocument/2006/relationships/font" Target="fonts/font17.fntdata"/><Relationship Id="rId83"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slideMaster" Target="slideMasters/slideMaster4.xml"/><Relationship Id="rId28" Type="http://schemas.openxmlformats.org/officeDocument/2006/relationships/slide" Target="slides/slide2.xml"/><Relationship Id="rId36" Type="http://schemas.openxmlformats.org/officeDocument/2006/relationships/slide" Target="slides/slide10.xml"/><Relationship Id="rId49" Type="http://schemas.openxmlformats.org/officeDocument/2006/relationships/slide" Target="slides/slide23.xml"/><Relationship Id="rId57" Type="http://schemas.openxmlformats.org/officeDocument/2006/relationships/notesMaster" Target="notesMasters/notesMaster1.xml"/><Relationship Id="rId10" Type="http://schemas.openxmlformats.org/officeDocument/2006/relationships/customXml" Target="../customXml/item10.xml"/><Relationship Id="rId31" Type="http://schemas.openxmlformats.org/officeDocument/2006/relationships/slide" Target="slides/slide5.xml"/><Relationship Id="rId44" Type="http://schemas.openxmlformats.org/officeDocument/2006/relationships/slide" Target="slides/slide18.xml"/><Relationship Id="rId52" Type="http://schemas.openxmlformats.org/officeDocument/2006/relationships/slide" Target="slides/slide26.xml"/><Relationship Id="rId60" Type="http://schemas.openxmlformats.org/officeDocument/2006/relationships/font" Target="fonts/font2.fntdata"/><Relationship Id="rId65" Type="http://schemas.openxmlformats.org/officeDocument/2006/relationships/font" Target="fonts/font7.fntdata"/><Relationship Id="rId73" Type="http://schemas.openxmlformats.org/officeDocument/2006/relationships/font" Target="fonts/font15.fntdata"/><Relationship Id="rId78" Type="http://schemas.openxmlformats.org/officeDocument/2006/relationships/font" Target="fonts/font20.fntdata"/><Relationship Id="rId81"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customXml" Target="../customXml/item9.xml"/><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slide" Target="slides/slide13.xml"/><Relationship Id="rId34" Type="http://schemas.openxmlformats.org/officeDocument/2006/relationships/slide" Target="slides/slide8.xml"/><Relationship Id="rId50" Type="http://schemas.openxmlformats.org/officeDocument/2006/relationships/slide" Target="slides/slide24.xml"/><Relationship Id="rId55" Type="http://schemas.openxmlformats.org/officeDocument/2006/relationships/slide" Target="slides/slide29.xml"/><Relationship Id="rId76" Type="http://schemas.openxmlformats.org/officeDocument/2006/relationships/font" Target="fonts/font18.fntdata"/><Relationship Id="rId7" Type="http://schemas.openxmlformats.org/officeDocument/2006/relationships/customXml" Target="../customXml/item7.xml"/><Relationship Id="rId71" Type="http://schemas.openxmlformats.org/officeDocument/2006/relationships/font" Target="fonts/font13.fntdata"/><Relationship Id="rId2" Type="http://schemas.openxmlformats.org/officeDocument/2006/relationships/customXml" Target="../customXml/item2.xml"/><Relationship Id="rId29" Type="http://schemas.openxmlformats.org/officeDocument/2006/relationships/slide" Target="slides/slide3.xml"/><Relationship Id="rId24" Type="http://schemas.openxmlformats.org/officeDocument/2006/relationships/slideMaster" Target="slideMasters/slideMaster5.xml"/><Relationship Id="rId40" Type="http://schemas.openxmlformats.org/officeDocument/2006/relationships/slide" Target="slides/slide14.xml"/><Relationship Id="rId45" Type="http://schemas.openxmlformats.org/officeDocument/2006/relationships/slide" Target="slides/slide19.xml"/><Relationship Id="rId66" Type="http://schemas.openxmlformats.org/officeDocument/2006/relationships/font" Target="fonts/font8.fntdata"/><Relationship Id="rId61" Type="http://schemas.openxmlformats.org/officeDocument/2006/relationships/font" Target="fonts/font3.fntdata"/><Relationship Id="rId8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rlach, Torsten" userId="d783dc18-6928-4b0f-a75a-0f6fc81d5574" providerId="ADAL" clId="{EE9C911B-A5CB-5738-BF92-A06EED9B7EDF}"/>
    <pc:docChg chg="modSld">
      <pc:chgData name="Gerlach, Torsten" userId="d783dc18-6928-4b0f-a75a-0f6fc81d5574" providerId="ADAL" clId="{EE9C911B-A5CB-5738-BF92-A06EED9B7EDF}" dt="2026-10-23T15:23:37.840" v="13" actId="14100"/>
      <pc:docMkLst>
        <pc:docMk/>
      </pc:docMkLst>
      <pc:sldChg chg="modSp mod">
        <pc:chgData name="Gerlach, Torsten" userId="d783dc18-6928-4b0f-a75a-0f6fc81d5574" providerId="ADAL" clId="{EE9C911B-A5CB-5738-BF92-A06EED9B7EDF}" dt="2026-10-23T15:23:37.840" v="13" actId="14100"/>
        <pc:sldMkLst>
          <pc:docMk/>
          <pc:sldMk cId="1572805396" sldId="621"/>
        </pc:sldMkLst>
        <pc:spChg chg="mod">
          <ac:chgData name="Gerlach, Torsten" userId="d783dc18-6928-4b0f-a75a-0f6fc81d5574" providerId="ADAL" clId="{EE9C911B-A5CB-5738-BF92-A06EED9B7EDF}" dt="2026-10-23T15:23:37.840" v="13" actId="14100"/>
          <ac:spMkLst>
            <pc:docMk/>
            <pc:sldMk cId="1572805396" sldId="621"/>
            <ac:spMk id="4" creationId="{CB44B737-B8E2-DDF4-C5D1-88CB30B0D132}"/>
          </ac:spMkLst>
        </pc:spChg>
      </pc:sldChg>
    </pc:docChg>
  </pc:docChgLst>
</pc:chgInfo>
</file>

<file path=ppt/comments/modernComment_17A_8C85E9C5.xml><?xml version="1.0" encoding="utf-8"?>
<p188:cmLst xmlns:a="http://schemas.openxmlformats.org/drawingml/2006/main" xmlns:r="http://schemas.openxmlformats.org/officeDocument/2006/relationships" xmlns:p188="http://schemas.microsoft.com/office/powerpoint/2018/8/main">
  <p188:cm id="{7EB82379-2415-440A-8044-403F42AFE129}" authorId="{406E433D-2BF9-2592-9CC3-73F3CC80359A}" created="2026-07-17T17:10:26.058">
    <pc:sldMkLst xmlns:pc="http://schemas.microsoft.com/office/powerpoint/2013/main/command">
      <pc:docMk/>
      <pc:sldMk cId="2357586373" sldId="378"/>
    </pc:sldMkLst>
    <p188:txBody>
      <a:bodyPr/>
      <a:lstStyle/>
      <a:p>
        <a:r>
          <a:rPr lang="en-US"/>
          <a:t>Review automatic compliance</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43100" y="8685213"/>
            <a:ext cx="2971800" cy="457200"/>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latin typeface="72 Brand" panose="020B0504030603020204" pitchFamily="34" charset="0"/>
              </a:rPr>
              <a:pPr algn="ctr"/>
              <a:t>‹#›</a:t>
            </a:fld>
            <a:endParaRPr lang="de-DE" sz="1000">
              <a:latin typeface="72 Brand" panose="020B0504030603020204" pitchFamily="34" charset="0"/>
            </a:endParaRPr>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29875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43A37-916A-4614-3FF2-3804B273E8F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8169740-431A-32F0-D00F-0BF4E1F4DB73}"/>
              </a:ext>
            </a:extLst>
          </p:cNvPr>
          <p:cNvSpPr>
            <a:spLocks noGrp="1"/>
          </p:cNvSpPr>
          <p:nvPr>
            <p:ph type="sldNum" sz="quarter" idx="10"/>
          </p:nvPr>
        </p:nvSpPr>
        <p:spPr/>
        <p:txBody>
          <a:bodyPr/>
          <a:lstStyle/>
          <a:p>
            <a:fld id="{7D8C2C35-2B8A-446E-BEC0-FD36716C29AC}" type="slidenum">
              <a:rPr lang="en-US"/>
              <a:pPr/>
              <a:t>2</a:t>
            </a:fld>
            <a:endParaRPr lang="en-US"/>
          </a:p>
        </p:txBody>
      </p:sp>
      <p:sp>
        <p:nvSpPr>
          <p:cNvPr id="3" name="Slide Image Placeholder 2">
            <a:extLst>
              <a:ext uri="{FF2B5EF4-FFF2-40B4-BE49-F238E27FC236}">
                <a16:creationId xmlns:a16="http://schemas.microsoft.com/office/drawing/2014/main" id="{1A62FAFC-E0E1-3111-ACA6-FC37336A89EB}"/>
              </a:ext>
            </a:extLst>
          </p:cNvPr>
          <p:cNvSpPr>
            <a:spLocks noGrp="1" noRot="1" noChangeAspect="1"/>
          </p:cNvSpPr>
          <p:nvPr>
            <p:ph type="sldImg"/>
          </p:nvPr>
        </p:nvSpPr>
        <p:spPr/>
      </p:sp>
      <p:sp>
        <p:nvSpPr>
          <p:cNvPr id="5" name="Notes Placeholder 4">
            <a:extLst>
              <a:ext uri="{FF2B5EF4-FFF2-40B4-BE49-F238E27FC236}">
                <a16:creationId xmlns:a16="http://schemas.microsoft.com/office/drawing/2014/main" id="{86B9FD13-3FA0-786F-C055-C5E25D14C5FD}"/>
              </a:ext>
            </a:extLst>
          </p:cNvPr>
          <p:cNvSpPr>
            <a:spLocks noGrp="1"/>
          </p:cNvSpPr>
          <p:nvPr>
            <p:ph type="body" idx="1"/>
          </p:nvPr>
        </p:nvSpPr>
        <p:spPr>
          <a:xfrm>
            <a:off x="549000" y="4167189"/>
            <a:ext cx="5760000" cy="4563560"/>
          </a:xfrm>
        </p:spPr>
        <p:txBody>
          <a:bodyPr/>
          <a:lstStyle/>
          <a:p>
            <a:r>
              <a:rPr lang="en-US" dirty="0"/>
              <a:t>Please remember that in many cases the content in this presentation represents ‘Labs Preview’ functionality and is subject to change. </a:t>
            </a:r>
          </a:p>
        </p:txBody>
      </p:sp>
    </p:spTree>
    <p:extLst>
      <p:ext uri="{BB962C8B-B14F-4D97-AF65-F5344CB8AC3E}">
        <p14:creationId xmlns:p14="http://schemas.microsoft.com/office/powerpoint/2010/main" val="40276249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session cover four sections. First, we will introduce the Financial Closing Assistant as a natural part of Autonomous Finance.  Second we will cover how it works and what are its key capabilities. Third, we will explain each agent that is utilized by the Financial Closing Assistant.  And Fourth we will wrap – up with what is next. </a:t>
            </a:r>
          </a:p>
        </p:txBody>
      </p:sp>
      <p:sp>
        <p:nvSpPr>
          <p:cNvPr id="4" name="Slide Number Placeholder 3"/>
          <p:cNvSpPr>
            <a:spLocks noGrp="1"/>
          </p:cNvSpPr>
          <p:nvPr>
            <p:ph type="sldNum" sz="quarter" idx="5"/>
          </p:nvPr>
        </p:nvSpPr>
        <p:spPr/>
        <p:txBody>
          <a:bodyPr/>
          <a:lstStyle/>
          <a:p>
            <a:fld id="{7D8C2C35-2B8A-446E-BEC0-FD36716C29AC}" type="slidenum">
              <a:rPr lang="en-DE" smtClean="0"/>
              <a:pPr/>
              <a:t>3</a:t>
            </a:fld>
            <a:endParaRPr lang="en-DE"/>
          </a:p>
        </p:txBody>
      </p:sp>
    </p:spTree>
    <p:extLst>
      <p:ext uri="{BB962C8B-B14F-4D97-AF65-F5344CB8AC3E}">
        <p14:creationId xmlns:p14="http://schemas.microsoft.com/office/powerpoint/2010/main" val="25027105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CA6C4-21C9-5958-5F3D-0A9B37FA6A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990E25-FF8D-150E-00D3-C03D9CEA948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32F07A2-2BE8-91DE-DF3D-4815982BCBE4}"/>
              </a:ext>
            </a:extLst>
          </p:cNvPr>
          <p:cNvSpPr>
            <a:spLocks noGrp="1"/>
          </p:cNvSpPr>
          <p:nvPr>
            <p:ph type="body" idx="1"/>
          </p:nvPr>
        </p:nvSpPr>
        <p:spPr/>
        <p:txBody>
          <a:bodyPr/>
          <a:lstStyle/>
          <a:p>
            <a:pPr lvl="0"/>
            <a:r>
              <a:rPr lang="en-US" sz="1800" kern="100" dirty="0">
                <a:effectLst/>
                <a:latin typeface="Calibri" panose="020F0502020204030204" pitchFamily="34" charset="0"/>
                <a:ea typeface="Calibri" panose="020F0502020204030204" pitchFamily="34" charset="0"/>
                <a:cs typeface="Times New Roman" panose="02020603050405020304" pitchFamily="18" charset="0"/>
              </a:rPr>
              <a:t>Now let’s cover the background for the Financial Closing Assistant.  </a:t>
            </a:r>
            <a:endParaRPr lang="en-DE" sz="1800" kern="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F349DAC0-F2F3-BDD3-3514-6648DF6B3727}"/>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7339760D-58A6-4F8B-9C20-3902ABE1EB36}"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2490915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a:extLst>
            <a:ext uri="{FF2B5EF4-FFF2-40B4-BE49-F238E27FC236}">
              <a16:creationId xmlns:a16="http://schemas.microsoft.com/office/drawing/2014/main" id="{35740E1E-2029-1000-5434-A42CAEA20DE0}"/>
            </a:ext>
          </a:extLst>
        </p:cNvPr>
        <p:cNvGrpSpPr/>
        <p:nvPr/>
      </p:nvGrpSpPr>
      <p:grpSpPr>
        <a:xfrm>
          <a:off x="0" y="0"/>
          <a:ext cx="0" cy="0"/>
          <a:chOff x="0" y="0"/>
          <a:chExt cx="0" cy="0"/>
        </a:xfrm>
      </p:grpSpPr>
      <p:sp>
        <p:nvSpPr>
          <p:cNvPr id="741" name="Google Shape;741;g3d3ed4cc92c_10_170:notes">
            <a:extLst>
              <a:ext uri="{FF2B5EF4-FFF2-40B4-BE49-F238E27FC236}">
                <a16:creationId xmlns:a16="http://schemas.microsoft.com/office/drawing/2014/main" id="{5DEECC5C-0063-5835-CB49-8D0ACBA179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742" name="Google Shape;742;g3d3ed4cc92c_10_170:notes">
            <a:extLst>
              <a:ext uri="{FF2B5EF4-FFF2-40B4-BE49-F238E27FC236}">
                <a16:creationId xmlns:a16="http://schemas.microsoft.com/office/drawing/2014/main" id="{5E31F880-FA3D-85EB-C283-717F4D1CD0E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1088776" rtl="0" eaLnBrk="1" fontAlgn="auto" latinLnBrk="0" hangingPunct="1">
              <a:lnSpc>
                <a:spcPct val="100000"/>
              </a:lnSpc>
              <a:spcBef>
                <a:spcPts val="0"/>
              </a:spcBef>
              <a:spcAft>
                <a:spcPts val="0"/>
              </a:spcAft>
              <a:buClrTx/>
              <a:buSzTx/>
              <a:buFontTx/>
              <a:buNone/>
              <a:tabLst/>
              <a:defRPr/>
            </a:pPr>
            <a:r>
              <a:rPr lang="en-US"/>
              <a:t>SAP Autonomous Finance is available from SAP.  It provides </a:t>
            </a:r>
            <a:r>
              <a:rPr lang="en-US" sz="1400" noProof="0">
                <a:solidFill>
                  <a:srgbClr val="00144A"/>
                </a:solidFill>
                <a:latin typeface="+mn-lt"/>
              </a:rPr>
              <a:t>AI-driven processes to help companies measurably deliver on their key finance objectives</a:t>
            </a:r>
          </a:p>
          <a:p>
            <a:pPr marL="0" lvl="0" indent="0" algn="l" rtl="0">
              <a:spcBef>
                <a:spcPts val="0"/>
              </a:spcBef>
              <a:spcAft>
                <a:spcPts val="0"/>
              </a:spcAft>
              <a:buNone/>
            </a:pPr>
            <a:endParaRPr lang="en-US"/>
          </a:p>
          <a:p>
            <a:pPr marL="0" lvl="0" indent="0" algn="l" rtl="0">
              <a:spcBef>
                <a:spcPts val="0"/>
              </a:spcBef>
              <a:spcAft>
                <a:spcPts val="0"/>
              </a:spcAft>
              <a:buNone/>
            </a:pPr>
            <a:r>
              <a:rPr lang="en-US"/>
              <a:t>With SAP Autonomous Finance, CFOs can achieve Reduced Manual Work, Better decisions, be audit ready automatically, and have line of sight across all activities</a:t>
            </a:r>
            <a:br>
              <a:rPr lang="en-US"/>
            </a:br>
            <a:br>
              <a:rPr lang="en-US"/>
            </a:br>
            <a:r>
              <a:rPr lang="en-US"/>
              <a:t>Building on SAP Autonomous Enterprise, SAP Autonomous Finance provides the right business data context across suite-wide process orchestration for finance teams while enabling enterprise grade governance </a:t>
            </a:r>
          </a:p>
        </p:txBody>
      </p:sp>
    </p:spTree>
    <p:extLst>
      <p:ext uri="{BB962C8B-B14F-4D97-AF65-F5344CB8AC3E}">
        <p14:creationId xmlns:p14="http://schemas.microsoft.com/office/powerpoint/2010/main" val="25208439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82420-CE78-03A9-A805-5C45912229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29CD28-82B3-261B-D362-E11D6713C52F}"/>
              </a:ext>
            </a:extLst>
          </p:cNvPr>
          <p:cNvSpPr>
            <a:spLocks noGrp="1" noRot="1" noChangeAspect="1"/>
          </p:cNvSpPr>
          <p:nvPr>
            <p:ph type="sldImg"/>
          </p:nvPr>
        </p:nvSpPr>
        <p:spPr>
          <a:xfrm>
            <a:off x="546100" y="612775"/>
            <a:ext cx="5762625" cy="3241675"/>
          </a:xfrm>
        </p:spPr>
        <p:txBody>
          <a:bodyPr/>
          <a:lstStyle/>
          <a:p>
            <a:endParaRPr lang="en-CH"/>
          </a:p>
        </p:txBody>
      </p:sp>
      <p:sp>
        <p:nvSpPr>
          <p:cNvPr id="3" name="Notes Placeholder 2">
            <a:extLst>
              <a:ext uri="{FF2B5EF4-FFF2-40B4-BE49-F238E27FC236}">
                <a16:creationId xmlns:a16="http://schemas.microsoft.com/office/drawing/2014/main" id="{4F9E208B-0B64-A58D-03D5-AC74643DE442}"/>
              </a:ext>
            </a:extLst>
          </p:cNvPr>
          <p:cNvSpPr>
            <a:spLocks noGrp="1"/>
          </p:cNvSpPr>
          <p:nvPr>
            <p:ph type="body" idx="1"/>
          </p:nvPr>
        </p:nvSpPr>
        <p:spPr/>
        <p:txBody>
          <a:bodyPr/>
          <a:lstStyle/>
          <a:p>
            <a:pPr>
              <a:buNone/>
            </a:pPr>
            <a:r>
              <a:rPr lang="en-US" sz="1400" noProof="0">
                <a:solidFill>
                  <a:srgbClr val="00144A"/>
                </a:solidFill>
                <a:latin typeface="72 Brand" panose="020B0504030603020204" pitchFamily="34" charset="0"/>
              </a:rPr>
              <a:t>Remember that with SAP: people direct, assistants coordinate, and agents execute.  With SAP, the human is always in the loop with practical AI capabilities vetted and validated by SAP.</a:t>
            </a:r>
            <a:endParaRPr lang="en-US">
              <a:latin typeface="72 Brand" panose="020B0504030603020204" pitchFamily="34" charset="0"/>
            </a:endParaRPr>
          </a:p>
        </p:txBody>
      </p:sp>
      <p:sp>
        <p:nvSpPr>
          <p:cNvPr id="4" name="Slide Number Placeholder 3">
            <a:extLst>
              <a:ext uri="{FF2B5EF4-FFF2-40B4-BE49-F238E27FC236}">
                <a16:creationId xmlns:a16="http://schemas.microsoft.com/office/drawing/2014/main" id="{A1E1589B-A8BB-50F4-EA26-3C79CD0D364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72" panose="020B0503030000000003" pitchFamily="34" charset="0"/>
              <a:ea typeface="+mn-ea"/>
              <a:cs typeface="72" panose="020B0503030000000003" pitchFamily="34" charset="0"/>
              <a:sym typeface="72" panose="020B0503030000000003" pitchFamily="34" charset="0"/>
            </a:endParaRPr>
          </a:p>
        </p:txBody>
      </p:sp>
    </p:spTree>
    <p:extLst>
      <p:ext uri="{BB962C8B-B14F-4D97-AF65-F5344CB8AC3E}">
        <p14:creationId xmlns:p14="http://schemas.microsoft.com/office/powerpoint/2010/main" val="9122692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F347A-F882-45D0-1CD2-60C59B5BFC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55CE74-24D3-A0DA-FA5E-7B332C042B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BB1122-7803-64DC-49A2-DBBB1E77761D}"/>
              </a:ext>
            </a:extLst>
          </p:cNvPr>
          <p:cNvSpPr>
            <a:spLocks noGrp="1"/>
          </p:cNvSpPr>
          <p:nvPr>
            <p:ph type="body" idx="1"/>
          </p:nvPr>
        </p:nvSpPr>
        <p:spPr/>
        <p:txBody>
          <a:bodyPr>
            <a:normAutofit fontScale="25000" lnSpcReduction="20000"/>
          </a:bodyPr>
          <a:lstStyle/>
          <a:p>
            <a:endParaRPr lang="en-US"/>
          </a:p>
        </p:txBody>
      </p:sp>
      <p:sp>
        <p:nvSpPr>
          <p:cNvPr id="4" name="Slide Number Placeholder 3">
            <a:extLst>
              <a:ext uri="{FF2B5EF4-FFF2-40B4-BE49-F238E27FC236}">
                <a16:creationId xmlns:a16="http://schemas.microsoft.com/office/drawing/2014/main" id="{9442737C-07ED-3EAD-B905-D0DF8E331B6F}"/>
              </a:ext>
            </a:extLst>
          </p:cNvPr>
          <p:cNvSpPr>
            <a:spLocks noGrp="1"/>
          </p:cNvSpPr>
          <p:nvPr>
            <p:ph type="sldNum" sz="quarter" idx="5"/>
          </p:nvPr>
        </p:nvSpPr>
        <p:spPr/>
        <p:txBody>
          <a:bodyPr/>
          <a:lstStyle/>
          <a:p>
            <a:pPr marL="0" marR="0" lvl="0" indent="0" algn="ctr" defTabSz="1088776" rtl="0" eaLnBrk="1" fontAlgn="auto" latinLnBrk="0" hangingPunct="1">
              <a:lnSpc>
                <a:spcPct val="100000"/>
              </a:lnSpc>
              <a:spcBef>
                <a:spcPts val="0"/>
              </a:spcBef>
              <a:spcAft>
                <a:spcPts val="0"/>
              </a:spcAft>
              <a:buClrTx/>
              <a:buSzTx/>
              <a:buFontTx/>
              <a:buNone/>
              <a:tabLst/>
              <a:defRPr/>
            </a:pPr>
            <a:fld id="{7D8C2C35-2B8A-446E-BEC0-FD36716C29AC}" type="slidenum">
              <a:rPr kumimoji="0" lang="en-DE" sz="800" b="0" i="0" u="none" strike="noStrike" kern="1200" cap="none" spc="0" normalizeH="0" baseline="0" noProof="0" smtClean="0">
                <a:ln>
                  <a:noFill/>
                </a:ln>
                <a:solidFill>
                  <a:srgbClr val="000000"/>
                </a:solidFill>
                <a:effectLst/>
                <a:uLnTx/>
                <a:uFillTx/>
                <a:latin typeface="72 Brand" panose="020B0504030603020204" pitchFamily="34" charset="0"/>
                <a:ea typeface="+mn-ea"/>
                <a:cs typeface="+mn-cs"/>
              </a:rPr>
              <a:pPr marL="0" marR="0" lvl="0" indent="0" algn="ctr" defTabSz="1088776" rtl="0" eaLnBrk="1" fontAlgn="auto" latinLnBrk="0" hangingPunct="1">
                <a:lnSpc>
                  <a:spcPct val="100000"/>
                </a:lnSpc>
                <a:spcBef>
                  <a:spcPts val="0"/>
                </a:spcBef>
                <a:spcAft>
                  <a:spcPts val="0"/>
                </a:spcAft>
                <a:buClrTx/>
                <a:buSzTx/>
                <a:buFontTx/>
                <a:buNone/>
                <a:tabLst/>
                <a:defRPr/>
              </a:pPr>
              <a:t>7</a:t>
            </a:fld>
            <a:endParaRPr kumimoji="0" lang="en-DE" sz="800" b="0" i="0" u="none" strike="noStrike" kern="1200" cap="none" spc="0" normalizeH="0" baseline="0" noProof="0">
              <a:ln>
                <a:noFill/>
              </a:ln>
              <a:solidFill>
                <a:srgbClr val="000000"/>
              </a:solidFill>
              <a:effectLst/>
              <a:uLnTx/>
              <a:uFillTx/>
              <a:latin typeface="72 Brand" panose="020B0504030603020204" pitchFamily="34" charset="0"/>
              <a:ea typeface="+mn-ea"/>
              <a:cs typeface="+mn-cs"/>
            </a:endParaRPr>
          </a:p>
        </p:txBody>
      </p:sp>
    </p:spTree>
    <p:extLst>
      <p:ext uri="{BB962C8B-B14F-4D97-AF65-F5344CB8AC3E}">
        <p14:creationId xmlns:p14="http://schemas.microsoft.com/office/powerpoint/2010/main" val="11452988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CAAD2-30A9-DD0F-2FE9-1FA1AD370E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A1DE4E-8C19-56EB-8066-803BEA3417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CF2BC9-55AB-69E4-B1A6-2269A3C42EC7}"/>
              </a:ext>
            </a:extLst>
          </p:cNvPr>
          <p:cNvSpPr>
            <a:spLocks noGrp="1"/>
          </p:cNvSpPr>
          <p:nvPr>
            <p:ph type="body" idx="1"/>
          </p:nvPr>
        </p:nvSpPr>
        <p:spPr/>
        <p:txBody>
          <a:bodyPr/>
          <a:lstStyle/>
          <a:p>
            <a:r>
              <a:rPr lang="en-US" dirty="0"/>
              <a:t>Here we have a standard closing process pre-Financial Closing Assistant described covering the Prepare, Perform, Valuate, and Report closing steps.  Your actual close process is probably different, but has these common core steps. Note that it is comprised of a both manual activities and ERP automation. </a:t>
            </a:r>
          </a:p>
        </p:txBody>
      </p:sp>
      <p:sp>
        <p:nvSpPr>
          <p:cNvPr id="4" name="Slide Number Placeholder 3">
            <a:extLst>
              <a:ext uri="{FF2B5EF4-FFF2-40B4-BE49-F238E27FC236}">
                <a16:creationId xmlns:a16="http://schemas.microsoft.com/office/drawing/2014/main" id="{4713A099-698B-400C-16EA-41068F6E3132}"/>
              </a:ext>
            </a:extLst>
          </p:cNvPr>
          <p:cNvSpPr>
            <a:spLocks noGrp="1"/>
          </p:cNvSpPr>
          <p:nvPr>
            <p:ph type="sldNum" sz="quarter" idx="5"/>
          </p:nvPr>
        </p:nvSpPr>
        <p:spPr/>
        <p:txBody>
          <a:bodyPr/>
          <a:lstStyle/>
          <a:p>
            <a:pPr marL="0" marR="0" lvl="0" indent="0" algn="ctr" defTabSz="1088776" rtl="0" eaLnBrk="1" fontAlgn="auto" latinLnBrk="0" hangingPunct="1">
              <a:lnSpc>
                <a:spcPct val="100000"/>
              </a:lnSpc>
              <a:spcBef>
                <a:spcPts val="0"/>
              </a:spcBef>
              <a:spcAft>
                <a:spcPts val="0"/>
              </a:spcAft>
              <a:buClrTx/>
              <a:buSzTx/>
              <a:buFontTx/>
              <a:buNone/>
              <a:tabLst/>
              <a:defRPr/>
            </a:pPr>
            <a:fld id="{7D8C2C35-2B8A-446E-BEC0-FD36716C29AC}" type="slidenum">
              <a:rPr kumimoji="0" lang="en-DE" sz="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ctr" defTabSz="1088776" rtl="0" eaLnBrk="1" fontAlgn="auto" latinLnBrk="0" hangingPunct="1">
                <a:lnSpc>
                  <a:spcPct val="100000"/>
                </a:lnSpc>
                <a:spcBef>
                  <a:spcPts val="0"/>
                </a:spcBef>
                <a:spcAft>
                  <a:spcPts val="0"/>
                </a:spcAft>
                <a:buClrTx/>
                <a:buSzTx/>
                <a:buFontTx/>
                <a:buNone/>
                <a:tabLst/>
                <a:defRPr/>
              </a:pPr>
              <a:t>8</a:t>
            </a:fld>
            <a:endParaRPr kumimoji="0" lang="en-DE" sz="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159005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B812E-51F2-EA99-23DD-1B3E55FD11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909CE-4AC8-8B5A-83DA-93A45CD3D9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B86D0E-180E-2594-CCF2-6D053C9779BF}"/>
              </a:ext>
            </a:extLst>
          </p:cNvPr>
          <p:cNvSpPr>
            <a:spLocks noGrp="1"/>
          </p:cNvSpPr>
          <p:nvPr>
            <p:ph type="body" idx="1"/>
          </p:nvPr>
        </p:nvSpPr>
        <p:spPr/>
        <p:txBody>
          <a:bodyPr/>
          <a:lstStyle/>
          <a:p>
            <a:r>
              <a:rPr lang="en-US" dirty="0"/>
              <a:t>Now we have the Financial Closing Assistant activated and show the difference compared to the standard closing process.  Note that the agentic team is now dispersed throughout the Prepare, Perform, Valuate, and Report closing steps.  And besides manual activities and ERP automation, both Autonomous Processes and Human-in-the-Loop activities have been added. </a:t>
            </a:r>
          </a:p>
          <a:p>
            <a:endParaRPr lang="en-US" dirty="0"/>
          </a:p>
          <a:p>
            <a:r>
              <a:rPr lang="en-US" dirty="0"/>
              <a:t>Unique to SAP, the agentic team leverages core SAP ERP capabilities that only SAP can offer. </a:t>
            </a:r>
          </a:p>
          <a:p>
            <a:endParaRPr lang="en-US" dirty="0"/>
          </a:p>
        </p:txBody>
      </p:sp>
      <p:sp>
        <p:nvSpPr>
          <p:cNvPr id="4" name="Slide Number Placeholder 3">
            <a:extLst>
              <a:ext uri="{FF2B5EF4-FFF2-40B4-BE49-F238E27FC236}">
                <a16:creationId xmlns:a16="http://schemas.microsoft.com/office/drawing/2014/main" id="{3AE153A6-36C8-1DE5-9E67-52A31B1FBE54}"/>
              </a:ext>
            </a:extLst>
          </p:cNvPr>
          <p:cNvSpPr>
            <a:spLocks noGrp="1"/>
          </p:cNvSpPr>
          <p:nvPr>
            <p:ph type="sldNum" sz="quarter" idx="5"/>
          </p:nvPr>
        </p:nvSpPr>
        <p:spPr/>
        <p:txBody>
          <a:bodyPr/>
          <a:lstStyle/>
          <a:p>
            <a:pPr marL="0" marR="0" lvl="0" indent="0" algn="ctr" defTabSz="1088776" rtl="0" eaLnBrk="1" fontAlgn="auto" latinLnBrk="0" hangingPunct="1">
              <a:lnSpc>
                <a:spcPct val="100000"/>
              </a:lnSpc>
              <a:spcBef>
                <a:spcPts val="0"/>
              </a:spcBef>
              <a:spcAft>
                <a:spcPts val="0"/>
              </a:spcAft>
              <a:buClrTx/>
              <a:buSzTx/>
              <a:buFontTx/>
              <a:buNone/>
              <a:tabLst/>
              <a:defRPr/>
            </a:pPr>
            <a:fld id="{7D8C2C35-2B8A-446E-BEC0-FD36716C29AC}" type="slidenum">
              <a:rPr kumimoji="0" lang="en-DE" sz="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ctr" defTabSz="1088776" rtl="0" eaLnBrk="1" fontAlgn="auto" latinLnBrk="0" hangingPunct="1">
                <a:lnSpc>
                  <a:spcPct val="100000"/>
                </a:lnSpc>
                <a:spcBef>
                  <a:spcPts val="0"/>
                </a:spcBef>
                <a:spcAft>
                  <a:spcPts val="0"/>
                </a:spcAft>
                <a:buClrTx/>
                <a:buSzTx/>
                <a:buFontTx/>
                <a:buNone/>
                <a:tabLst/>
                <a:defRPr/>
              </a:pPr>
              <a:t>9</a:t>
            </a:fld>
            <a:endParaRPr kumimoji="0" lang="en-DE" sz="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133880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CA6C4-21C9-5958-5F3D-0A9B37FA6A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990E25-FF8D-150E-00D3-C03D9CEA948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32F07A2-2BE8-91DE-DF3D-4815982BCBE4}"/>
              </a:ext>
            </a:extLst>
          </p:cNvPr>
          <p:cNvSpPr>
            <a:spLocks noGrp="1"/>
          </p:cNvSpPr>
          <p:nvPr>
            <p:ph type="body" idx="1"/>
          </p:nvPr>
        </p:nvSpPr>
        <p:spPr/>
        <p:txBody>
          <a:bodyPr/>
          <a:lstStyle/>
          <a:p>
            <a:pPr marL="285750" lvl="0" indent="-285750">
              <a:buFont typeface="Arial" panose="020B0604020202020204" pitchFamily="34" charset="0"/>
              <a:buChar char="•"/>
            </a:pPr>
            <a:endParaRPr lang="en-DE" sz="1800" kern="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Header Placeholder 3">
            <a:extLst>
              <a:ext uri="{FF2B5EF4-FFF2-40B4-BE49-F238E27FC236}">
                <a16:creationId xmlns:a16="http://schemas.microsoft.com/office/drawing/2014/main" id="{AC1BB232-AE42-79B8-8B90-0A67E3353902}"/>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B7956522-CCED-9A47-3517-3D713B46890B}"/>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anose="020B0502040204020203" pitchFamily="34" charset="0"/>
                <a:ea typeface="+mn-ea"/>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CC3A8161-9B17-A580-C9FA-EAA5C28F7CF5}"/>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93709C18-1759-4834-B9A7-2A4A4DEF8FEE}"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10/23/26 5:22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F349DAC0-F2F3-BDD3-3514-6648DF6B3727}"/>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7339760D-58A6-4F8B-9C20-3902ABE1EB36}"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2490915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088776" rtl="0" eaLnBrk="1" fontAlgn="auto" latinLnBrk="0" hangingPunct="1">
              <a:lnSpc>
                <a:spcPct val="100000"/>
              </a:lnSpc>
              <a:spcBef>
                <a:spcPts val="0"/>
              </a:spcBef>
              <a:spcAft>
                <a:spcPts val="0"/>
              </a:spcAft>
              <a:buClrTx/>
              <a:buSzTx/>
              <a:buFontTx/>
              <a:buNone/>
              <a:tabLst/>
              <a:defRPr/>
            </a:pPr>
            <a:r>
              <a:rPr lang="en-US" dirty="0"/>
              <a:t>Now let’s cover the Journal Entry Agent</a:t>
            </a:r>
          </a:p>
          <a:p>
            <a:endParaRPr lang="en-US" dirty="0"/>
          </a:p>
        </p:txBody>
      </p:sp>
      <p:sp>
        <p:nvSpPr>
          <p:cNvPr id="4" name="Slide Number Placeholder 3"/>
          <p:cNvSpPr>
            <a:spLocks noGrp="1"/>
          </p:cNvSpPr>
          <p:nvPr>
            <p:ph type="sldNum" sz="quarter" idx="5"/>
          </p:nvPr>
        </p:nvSpPr>
        <p:spPr/>
        <p:txBody>
          <a:bodyPr/>
          <a:lstStyle/>
          <a:p>
            <a:pPr marL="0" marR="0" lvl="0" indent="0" algn="ctr" defTabSz="1088776" rtl="0" eaLnBrk="1" fontAlgn="auto" latinLnBrk="0" hangingPunct="1">
              <a:lnSpc>
                <a:spcPct val="100000"/>
              </a:lnSpc>
              <a:spcBef>
                <a:spcPts val="0"/>
              </a:spcBef>
              <a:spcAft>
                <a:spcPts val="0"/>
              </a:spcAft>
              <a:buClrTx/>
              <a:buSzTx/>
              <a:buFontTx/>
              <a:buNone/>
              <a:tabLst/>
              <a:defRPr/>
            </a:pPr>
            <a:fld id="{7D8C2C35-2B8A-446E-BEC0-FD36716C29AC}" type="slidenum">
              <a:rPr kumimoji="0" lang="en-DE" sz="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ctr" defTabSz="1088776" rtl="0" eaLnBrk="1" fontAlgn="auto" latinLnBrk="0" hangingPunct="1">
                <a:lnSpc>
                  <a:spcPct val="100000"/>
                </a:lnSpc>
                <a:spcBef>
                  <a:spcPts val="0"/>
                </a:spcBef>
                <a:spcAft>
                  <a:spcPts val="0"/>
                </a:spcAft>
                <a:buClrTx/>
                <a:buSzTx/>
                <a:buFontTx/>
                <a:buNone/>
                <a:tabLst/>
                <a:defRPr/>
              </a:pPr>
              <a:t>11</a:t>
            </a:fld>
            <a:endParaRPr kumimoji="0" lang="en-DE" sz="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5573072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088776" rtl="0" eaLnBrk="1" fontAlgn="auto" latinLnBrk="0" hangingPunct="1">
              <a:lnSpc>
                <a:spcPct val="100000"/>
              </a:lnSpc>
              <a:spcBef>
                <a:spcPts val="0"/>
              </a:spcBef>
              <a:spcAft>
                <a:spcPts val="0"/>
              </a:spcAft>
              <a:buClrTx/>
              <a:buSzTx/>
              <a:buFontTx/>
              <a:buNone/>
              <a:tabLst/>
              <a:defRPr/>
            </a:pPr>
            <a:r>
              <a:rPr lang="en-US" dirty="0"/>
              <a:t>(High level agent summary of the slide). The Journal Entry Agent </a:t>
            </a:r>
            <a:r>
              <a:rPr lang="en-US" sz="1400" dirty="0">
                <a:solidFill>
                  <a:srgbClr val="000000"/>
                </a:solidFill>
                <a:latin typeface="Aptos" panose="020B0004020202020204"/>
              </a:rPr>
              <a:t>Journal Entry Agent transforms unstructured posting input files into accurate, compliant journal entry proposals.  </a:t>
            </a:r>
            <a:r>
              <a:rPr lang="en-US" dirty="0"/>
              <a:t> Benefits include a 70% reduction in effort to curate manual journal entries, a 50% </a:t>
            </a:r>
            <a:r>
              <a:rPr lang="en-US" sz="1400" dirty="0">
                <a:solidFill>
                  <a:srgbClr val="00144A"/>
                </a:solidFill>
                <a:latin typeface="72 Brand Book" panose="020B0404030603020204" pitchFamily="34" charset="0"/>
              </a:rPr>
              <a:t>reduction in effort to upload and validate manual journal entries, </a:t>
            </a:r>
            <a:r>
              <a:rPr lang="en-US" dirty="0"/>
              <a:t>and improved quality of manual postings. Prerequisites include SAP S/4HANA Cloud Public Edition and Private Edition.  </a:t>
            </a:r>
          </a:p>
        </p:txBody>
      </p:sp>
      <p:sp>
        <p:nvSpPr>
          <p:cNvPr id="4" name="Slide Number Placeholder 3"/>
          <p:cNvSpPr>
            <a:spLocks noGrp="1"/>
          </p:cNvSpPr>
          <p:nvPr>
            <p:ph type="sldNum" sz="quarter" idx="5"/>
          </p:nvPr>
        </p:nvSpPr>
        <p:spPr/>
        <p:txBody>
          <a:bodyPr/>
          <a:lstStyle/>
          <a:p>
            <a:pPr marL="0" marR="0" lvl="0" indent="0" algn="ctr" defTabSz="1088776" rtl="0" eaLnBrk="1" fontAlgn="auto" latinLnBrk="0" hangingPunct="1">
              <a:lnSpc>
                <a:spcPct val="100000"/>
              </a:lnSpc>
              <a:spcBef>
                <a:spcPts val="0"/>
              </a:spcBef>
              <a:spcAft>
                <a:spcPts val="0"/>
              </a:spcAft>
              <a:buClrTx/>
              <a:buSzTx/>
              <a:buFontTx/>
              <a:buNone/>
              <a:tabLst/>
              <a:defRPr/>
            </a:pPr>
            <a:fld id="{7D8C2C35-2B8A-446E-BEC0-FD36716C29AC}" type="slidenum">
              <a:rPr kumimoji="0" lang="en-DE" sz="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ctr" defTabSz="1088776" rtl="0" eaLnBrk="1" fontAlgn="auto" latinLnBrk="0" hangingPunct="1">
                <a:lnSpc>
                  <a:spcPct val="100000"/>
                </a:lnSpc>
                <a:spcBef>
                  <a:spcPts val="0"/>
                </a:spcBef>
                <a:spcAft>
                  <a:spcPts val="0"/>
                </a:spcAft>
                <a:buClrTx/>
                <a:buSzTx/>
                <a:buFontTx/>
                <a:buNone/>
                <a:tabLst/>
                <a:defRPr/>
              </a:pPr>
              <a:t>12</a:t>
            </a:fld>
            <a:endParaRPr kumimoji="0" lang="en-DE" sz="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8190666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walk through a simple process flow for the </a:t>
            </a:r>
            <a:r>
              <a:rPr lang="en-US" dirty="0">
                <a:solidFill>
                  <a:srgbClr val="00144A"/>
                </a:solidFill>
              </a:rPr>
              <a:t>Journal Entry Agent.</a:t>
            </a:r>
            <a:endParaRPr lang="en-US" dirty="0"/>
          </a:p>
          <a:p>
            <a:endParaRPr lang="en-US" dirty="0"/>
          </a:p>
          <a:p>
            <a:r>
              <a:rPr lang="en-US" dirty="0"/>
              <a:t>We have the GL Accountant who welcomes assistance from the Journal Entry Agent by uploading and Excel file with posting inputs.  The Journal Entry Agent then parses and maps the input file relying on the SAP ERP-grounded Knowledge Graph.  It then applies the company posting rules following the ERP Core Foundation and prepares the journal entry proposal. </a:t>
            </a:r>
            <a:r>
              <a:rPr lang="en-US" dirty="0">
                <a:solidFill>
                  <a:srgbClr val="00144A"/>
                </a:solidFill>
              </a:rPr>
              <a:t>Note the mixture of Agent and Human in the loop activities, for instance when the </a:t>
            </a:r>
            <a:r>
              <a:rPr lang="en-US" dirty="0"/>
              <a:t>GL Accountant reviews the journal entry proposals for approval or rejection. </a:t>
            </a:r>
          </a:p>
          <a:p>
            <a:endParaRPr lang="en-US" dirty="0"/>
          </a:p>
          <a:p>
            <a:r>
              <a:rPr lang="en-US" dirty="0">
                <a:solidFill>
                  <a:srgbClr val="00144A"/>
                </a:solidFill>
              </a:rPr>
              <a:t>Only SAP allows the Journal Entry agent to interact with the SAP ERP-grounded Knowledge Graph and the ERP Core Foundation </a:t>
            </a:r>
            <a:r>
              <a:rPr lang="en-US" dirty="0">
                <a:solidFill>
                  <a:srgbClr val="000000"/>
                </a:solidFill>
                <a:latin typeface="Arial"/>
              </a:rPr>
              <a:t>as shown with the blue diamonds.</a:t>
            </a:r>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ctr" defTabSz="1088776" rtl="0" eaLnBrk="1" fontAlgn="auto" latinLnBrk="0" hangingPunct="1">
              <a:lnSpc>
                <a:spcPct val="100000"/>
              </a:lnSpc>
              <a:spcBef>
                <a:spcPts val="0"/>
              </a:spcBef>
              <a:spcAft>
                <a:spcPts val="0"/>
              </a:spcAft>
              <a:buClrTx/>
              <a:buSzTx/>
              <a:buFontTx/>
              <a:buNone/>
              <a:tabLst/>
              <a:defRPr/>
            </a:pPr>
            <a:fld id="{7D8C2C35-2B8A-446E-BEC0-FD36716C29AC}" type="slidenum">
              <a:rPr kumimoji="0" lang="en-DE" sz="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ctr" defTabSz="1088776" rtl="0" eaLnBrk="1" fontAlgn="auto" latinLnBrk="0" hangingPunct="1">
                <a:lnSpc>
                  <a:spcPct val="100000"/>
                </a:lnSpc>
                <a:spcBef>
                  <a:spcPts val="0"/>
                </a:spcBef>
                <a:spcAft>
                  <a:spcPts val="0"/>
                </a:spcAft>
                <a:buClrTx/>
                <a:buSzTx/>
                <a:buFontTx/>
                <a:buNone/>
                <a:tabLst/>
                <a:defRPr/>
              </a:pPr>
              <a:t>13</a:t>
            </a:fld>
            <a:endParaRPr kumimoji="0" lang="en-DE" sz="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0041056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088776" rtl="0" eaLnBrk="1" fontAlgn="auto" latinLnBrk="0" hangingPunct="1">
              <a:lnSpc>
                <a:spcPct val="100000"/>
              </a:lnSpc>
              <a:spcBef>
                <a:spcPts val="0"/>
              </a:spcBef>
              <a:spcAft>
                <a:spcPts val="0"/>
              </a:spcAft>
              <a:buClrTx/>
              <a:buSzTx/>
              <a:buFontTx/>
              <a:buNone/>
              <a:tabLst/>
              <a:defRPr/>
            </a:pPr>
            <a:r>
              <a:rPr lang="en-US" dirty="0"/>
              <a:t>Now let’s cover the Accounting Accruals Agent</a:t>
            </a:r>
          </a:p>
        </p:txBody>
      </p:sp>
      <p:sp>
        <p:nvSpPr>
          <p:cNvPr id="4" name="Slide Number Placeholder 3"/>
          <p:cNvSpPr>
            <a:spLocks noGrp="1"/>
          </p:cNvSpPr>
          <p:nvPr>
            <p:ph type="sldNum" sz="quarter" idx="5"/>
          </p:nvPr>
        </p:nvSpPr>
        <p:spPr/>
        <p:txBody>
          <a:bodyPr/>
          <a:lstStyle/>
          <a:p>
            <a:pPr marL="0" marR="0" lvl="0" indent="0" algn="ctr" defTabSz="1088776" rtl="0" eaLnBrk="1" fontAlgn="auto" latinLnBrk="0" hangingPunct="1">
              <a:lnSpc>
                <a:spcPct val="100000"/>
              </a:lnSpc>
              <a:spcBef>
                <a:spcPts val="0"/>
              </a:spcBef>
              <a:spcAft>
                <a:spcPts val="0"/>
              </a:spcAft>
              <a:buClrTx/>
              <a:buSzTx/>
              <a:buFontTx/>
              <a:buNone/>
              <a:tabLst/>
              <a:defRPr/>
            </a:pPr>
            <a:fld id="{7D8C2C35-2B8A-446E-BEC0-FD36716C29AC}" type="slidenum">
              <a:rPr kumimoji="0" lang="en-DE" sz="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ctr" defTabSz="1088776" rtl="0" eaLnBrk="1" fontAlgn="auto" latinLnBrk="0" hangingPunct="1">
                <a:lnSpc>
                  <a:spcPct val="100000"/>
                </a:lnSpc>
                <a:spcBef>
                  <a:spcPts val="0"/>
                </a:spcBef>
                <a:spcAft>
                  <a:spcPts val="0"/>
                </a:spcAft>
                <a:buClrTx/>
                <a:buSzTx/>
                <a:buFontTx/>
                <a:buNone/>
                <a:tabLst/>
                <a:defRPr/>
              </a:pPr>
              <a:t>14</a:t>
            </a:fld>
            <a:endParaRPr kumimoji="0" lang="en-DE" sz="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8931688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088776" rtl="0" eaLnBrk="1" fontAlgn="auto" latinLnBrk="0" hangingPunct="1">
              <a:lnSpc>
                <a:spcPct val="100000"/>
              </a:lnSpc>
              <a:spcBef>
                <a:spcPts val="0"/>
              </a:spcBef>
              <a:spcAft>
                <a:spcPts val="0"/>
              </a:spcAft>
              <a:buClrTx/>
              <a:buSzTx/>
              <a:buFontTx/>
              <a:buNone/>
              <a:tabLst/>
              <a:defRPr/>
            </a:pPr>
            <a:r>
              <a:rPr lang="en-US" dirty="0"/>
              <a:t>(High level agent summary of the slide). The </a:t>
            </a:r>
            <a:r>
              <a:rPr lang="en-US" sz="1400" dirty="0">
                <a:solidFill>
                  <a:srgbClr val="00144A"/>
                </a:solidFill>
                <a:latin typeface="72 Brand Medium" panose="020B0604030603020204" pitchFamily="34" charset="0"/>
              </a:rPr>
              <a:t>Accounting Accruals Agent </a:t>
            </a:r>
            <a:r>
              <a:rPr lang="en-US" sz="1400" dirty="0">
                <a:solidFill>
                  <a:srgbClr val="5D36FF"/>
                </a:solidFill>
                <a:latin typeface="72 Brand Medium"/>
              </a:rPr>
              <a:t>uses agentic capabilities, </a:t>
            </a:r>
            <a:r>
              <a:rPr lang="en-US" sz="1400" dirty="0">
                <a:solidFill>
                  <a:srgbClr val="000000"/>
                </a:solidFill>
                <a:latin typeface="Aptos" panose="020B0004020202020204"/>
              </a:rPr>
              <a:t>accounting policy documents, and historical data to propose accrual and deferral journal entries </a:t>
            </a:r>
            <a:r>
              <a:rPr lang="en-US" dirty="0"/>
              <a:t>and offers a 80% </a:t>
            </a:r>
            <a:r>
              <a:rPr lang="en-US" sz="1400" dirty="0">
                <a:solidFill>
                  <a:srgbClr val="00144A"/>
                </a:solidFill>
                <a:latin typeface="72 Brand Book" panose="020B0404030603020204" pitchFamily="34" charset="0"/>
              </a:rPr>
              <a:t>reduction in manual work of calculating the accruals/deferrals amounts., a 50% reduction in time spent reviewing the calculated amounts and posting, and reduced manual effort and errors during period-end close.  </a:t>
            </a:r>
            <a:r>
              <a:rPr lang="en-US" dirty="0"/>
              <a:t>Prerequisites include SAP S/4HANA Cloud Public Edition. It is highly recommended to also use </a:t>
            </a:r>
            <a:r>
              <a:rPr lang="en-US" sz="1400" dirty="0">
                <a:solidFill>
                  <a:srgbClr val="1A1A2E"/>
                </a:solidFill>
                <a:latin typeface="72 Brand Book" panose="020B0404030603020204" pitchFamily="34" charset="0"/>
              </a:rPr>
              <a:t>SAP Advanced Financial Closing.</a:t>
            </a:r>
          </a:p>
          <a:p>
            <a:pPr marL="0" marR="0" lvl="0" indent="0" algn="l" defTabSz="1088776"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ctr" defTabSz="1088776" rtl="0" eaLnBrk="1" fontAlgn="auto" latinLnBrk="0" hangingPunct="1">
              <a:lnSpc>
                <a:spcPct val="100000"/>
              </a:lnSpc>
              <a:spcBef>
                <a:spcPts val="0"/>
              </a:spcBef>
              <a:spcAft>
                <a:spcPts val="0"/>
              </a:spcAft>
              <a:buClrTx/>
              <a:buSzTx/>
              <a:buFontTx/>
              <a:buNone/>
              <a:tabLst/>
              <a:defRPr/>
            </a:pPr>
            <a:fld id="{7D8C2C35-2B8A-446E-BEC0-FD36716C29AC}" type="slidenum">
              <a:rPr kumimoji="0" lang="en-DE" sz="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ctr" defTabSz="1088776" rtl="0" eaLnBrk="1" fontAlgn="auto" latinLnBrk="0" hangingPunct="1">
                <a:lnSpc>
                  <a:spcPct val="100000"/>
                </a:lnSpc>
                <a:spcBef>
                  <a:spcPts val="0"/>
                </a:spcBef>
                <a:spcAft>
                  <a:spcPts val="0"/>
                </a:spcAft>
                <a:buClrTx/>
                <a:buSzTx/>
                <a:buFontTx/>
                <a:buNone/>
                <a:tabLst/>
                <a:defRPr/>
              </a:pPr>
              <a:t>15</a:t>
            </a:fld>
            <a:endParaRPr kumimoji="0" lang="en-DE" sz="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1381980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walk through a simple process flow for the </a:t>
            </a:r>
            <a:r>
              <a:rPr lang="en-US" dirty="0">
                <a:solidFill>
                  <a:srgbClr val="00144A"/>
                </a:solidFill>
              </a:rPr>
              <a:t>Accounting Accruals Agent.</a:t>
            </a:r>
            <a:endParaRPr lang="en-US" dirty="0"/>
          </a:p>
          <a:p>
            <a:endParaRPr lang="en-US" dirty="0"/>
          </a:p>
          <a:p>
            <a:r>
              <a:rPr lang="en-US" dirty="0"/>
              <a:t>We have the GL Accountant who uploads the accounting policy and triggers the Accounting Accruals agent to begin work.  The </a:t>
            </a:r>
            <a:r>
              <a:rPr lang="en-US" dirty="0">
                <a:solidFill>
                  <a:srgbClr val="00144A"/>
                </a:solidFill>
              </a:rPr>
              <a:t>Agent applies the accounting policy, refers to historical data, calculates and prepares the accruals.  Note the mixture of Agent and Human in the loop activities, for instance when the </a:t>
            </a:r>
            <a:r>
              <a:rPr lang="en-US" dirty="0"/>
              <a:t>GL Accountant reviews the accruals proposals for approval or rejection.  Also, unique to SAP, the Accounting Accruals a</a:t>
            </a:r>
            <a:r>
              <a:rPr lang="en-US" sz="1400" dirty="0">
                <a:solidFill>
                  <a:srgbClr val="000000"/>
                </a:solidFill>
              </a:rPr>
              <a:t>gent places proposals within the Manage Accruals Proposals App.</a:t>
            </a:r>
            <a:endParaRPr lang="en-US" dirty="0"/>
          </a:p>
        </p:txBody>
      </p:sp>
      <p:sp>
        <p:nvSpPr>
          <p:cNvPr id="4" name="Slide Number Placeholder 3"/>
          <p:cNvSpPr>
            <a:spLocks noGrp="1"/>
          </p:cNvSpPr>
          <p:nvPr>
            <p:ph type="sldNum" sz="quarter" idx="5"/>
          </p:nvPr>
        </p:nvSpPr>
        <p:spPr/>
        <p:txBody>
          <a:bodyPr/>
          <a:lstStyle/>
          <a:p>
            <a:pPr marL="0" marR="0" lvl="0" indent="0" algn="ctr" defTabSz="1088776" rtl="0" eaLnBrk="1" fontAlgn="auto" latinLnBrk="0" hangingPunct="1">
              <a:lnSpc>
                <a:spcPct val="100000"/>
              </a:lnSpc>
              <a:spcBef>
                <a:spcPts val="0"/>
              </a:spcBef>
              <a:spcAft>
                <a:spcPts val="0"/>
              </a:spcAft>
              <a:buClrTx/>
              <a:buSzTx/>
              <a:buFontTx/>
              <a:buNone/>
              <a:tabLst/>
              <a:defRPr/>
            </a:pPr>
            <a:fld id="{7D8C2C35-2B8A-446E-BEC0-FD36716C29AC}" type="slidenum">
              <a:rPr kumimoji="0" lang="en-DE" sz="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ctr" defTabSz="1088776" rtl="0" eaLnBrk="1" fontAlgn="auto" latinLnBrk="0" hangingPunct="1">
                <a:lnSpc>
                  <a:spcPct val="100000"/>
                </a:lnSpc>
                <a:spcBef>
                  <a:spcPts val="0"/>
                </a:spcBef>
                <a:spcAft>
                  <a:spcPts val="0"/>
                </a:spcAft>
                <a:buClrTx/>
                <a:buSzTx/>
                <a:buFontTx/>
                <a:buNone/>
                <a:tabLst/>
                <a:defRPr/>
              </a:pPr>
              <a:t>16</a:t>
            </a:fld>
            <a:endParaRPr kumimoji="0" lang="en-DE" sz="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3529872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49275" y="612775"/>
            <a:ext cx="5762625" cy="3241675"/>
          </a:xfrm>
        </p:spPr>
      </p:sp>
      <p:sp>
        <p:nvSpPr>
          <p:cNvPr id="3" name="Notes Placeholder 2"/>
          <p:cNvSpPr>
            <a:spLocks noGrp="1"/>
          </p:cNvSpPr>
          <p:nvPr>
            <p:ph type="body" idx="1"/>
          </p:nvPr>
        </p:nvSpPr>
        <p:spPr/>
        <p:txBody>
          <a:bodyPr/>
          <a:lstStyle/>
          <a:p>
            <a:r>
              <a:rPr lang="en-US" dirty="0"/>
              <a:t>Now let’s cover the Receivables &amp; Payables Clearing Agent </a:t>
            </a:r>
            <a:r>
              <a:rPr lang="en-US" sz="1400" dirty="0">
                <a:solidFill>
                  <a:srgbClr val="FFFFFF"/>
                </a:solidFill>
                <a:ea typeface="+mn-ea"/>
                <a:cs typeface="+mn-cs"/>
              </a:rPr>
              <a:t>Receivables &amp; Payables Clearing Agent</a:t>
            </a:r>
            <a:endParaRPr lang="en-US" dirty="0"/>
          </a:p>
        </p:txBody>
      </p:sp>
      <p:sp>
        <p:nvSpPr>
          <p:cNvPr id="4" name="Slide Number Placeholder 3"/>
          <p:cNvSpPr>
            <a:spLocks noGrp="1"/>
          </p:cNvSpPr>
          <p:nvPr>
            <p:ph type="sldNum" sz="quarter" idx="5"/>
          </p:nvPr>
        </p:nvSpPr>
        <p:spPr/>
        <p:txBody>
          <a:bodyPr/>
          <a:lstStyle/>
          <a:p>
            <a:pPr marL="0" marR="0" lvl="0" indent="0" algn="ctr" defTabSz="1088776" rtl="0" eaLnBrk="1" fontAlgn="auto" latinLnBrk="0" hangingPunct="1">
              <a:lnSpc>
                <a:spcPct val="100000"/>
              </a:lnSpc>
              <a:spcBef>
                <a:spcPts val="0"/>
              </a:spcBef>
              <a:spcAft>
                <a:spcPts val="0"/>
              </a:spcAft>
              <a:buClrTx/>
              <a:buSzTx/>
              <a:buFontTx/>
              <a:buNone/>
              <a:tabLst/>
              <a:defRPr/>
            </a:pPr>
            <a:fld id="{7D8C2C35-2B8A-446E-BEC0-FD36716C29AC}" type="slidenum">
              <a:rPr kumimoji="0" lang="en-DE" sz="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ctr" defTabSz="1088776" rtl="0" eaLnBrk="1" fontAlgn="auto" latinLnBrk="0" hangingPunct="1">
                <a:lnSpc>
                  <a:spcPct val="100000"/>
                </a:lnSpc>
                <a:spcBef>
                  <a:spcPts val="0"/>
                </a:spcBef>
                <a:spcAft>
                  <a:spcPts val="0"/>
                </a:spcAft>
                <a:buClrTx/>
                <a:buSzTx/>
                <a:buFontTx/>
                <a:buNone/>
                <a:tabLst/>
                <a:defRPr/>
              </a:pPr>
              <a:t>17</a:t>
            </a:fld>
            <a:endParaRPr kumimoji="0" lang="en-DE" sz="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9960414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46100" y="612775"/>
            <a:ext cx="5762625" cy="3241675"/>
          </a:xfrm>
        </p:spPr>
      </p:sp>
      <p:sp>
        <p:nvSpPr>
          <p:cNvPr id="3" name="Notes Placeholder 2"/>
          <p:cNvSpPr>
            <a:spLocks noGrp="1"/>
          </p:cNvSpPr>
          <p:nvPr>
            <p:ph type="body" idx="1"/>
          </p:nvPr>
        </p:nvSpPr>
        <p:spPr/>
        <p:txBody>
          <a:bodyPr/>
          <a:lstStyle/>
          <a:p>
            <a:pPr marL="0" marR="0" lvl="0" indent="0" algn="l" defTabSz="1088776" rtl="0" eaLnBrk="1" fontAlgn="auto" latinLnBrk="0" hangingPunct="1">
              <a:lnSpc>
                <a:spcPct val="100000"/>
              </a:lnSpc>
              <a:spcBef>
                <a:spcPts val="0"/>
              </a:spcBef>
              <a:spcAft>
                <a:spcPts val="0"/>
              </a:spcAft>
              <a:buClrTx/>
              <a:buSzTx/>
              <a:buFontTx/>
              <a:buNone/>
              <a:tabLst/>
              <a:defRPr/>
            </a:pPr>
            <a:r>
              <a:rPr lang="en-US" dirty="0"/>
              <a:t>(High level walk through the slide’s key points). The Receivables and Payables Clearing Agent enhances operational efficiency by reducing manual workload and minimizing risk of human errors. Using the Receivable</a:t>
            </a:r>
            <a:r>
              <a:rPr lang="en-US" sz="1400" dirty="0">
                <a:solidFill>
                  <a:srgbClr val="00144A"/>
                </a:solidFill>
                <a:latin typeface="72 Brand Medium" panose="020B0604030603020204" pitchFamily="34" charset="0"/>
              </a:rPr>
              <a:t>s &amp; Payables Clearing Agent</a:t>
            </a:r>
            <a:r>
              <a:rPr lang="en-US" dirty="0"/>
              <a:t> can achieve a 86% reduction of SAP FI-AR &amp; FI-AP tasks that need manual intervention resulting in an estimated 8.38% reduction in costs. SAP S/4HANA Cloud and SAP S/4HANA Cloud </a:t>
            </a:r>
            <a:r>
              <a:rPr lang="en-US" dirty="0" err="1"/>
              <a:t>Provate</a:t>
            </a:r>
            <a:r>
              <a:rPr lang="en-US" dirty="0"/>
              <a:t> required for GA September 30</a:t>
            </a:r>
            <a:r>
              <a:rPr lang="en-US" baseline="30000" dirty="0"/>
              <a:t>th</a:t>
            </a:r>
            <a:r>
              <a:rPr lang="en-US" dirty="0"/>
              <a:t> 2026.</a:t>
            </a:r>
          </a:p>
        </p:txBody>
      </p:sp>
      <p:sp>
        <p:nvSpPr>
          <p:cNvPr id="4" name="Slide Number Placeholder 3"/>
          <p:cNvSpPr>
            <a:spLocks noGrp="1"/>
          </p:cNvSpPr>
          <p:nvPr>
            <p:ph type="sldNum" sz="quarter" idx="5"/>
          </p:nvPr>
        </p:nvSpPr>
        <p:spPr/>
        <p:txBody>
          <a:bodyPr/>
          <a:lstStyle/>
          <a:p>
            <a:pPr marL="0" marR="0" lvl="0" indent="0" algn="ctr" defTabSz="1088776" rtl="0" eaLnBrk="1" fontAlgn="auto" latinLnBrk="0" hangingPunct="1">
              <a:lnSpc>
                <a:spcPct val="100000"/>
              </a:lnSpc>
              <a:spcBef>
                <a:spcPts val="0"/>
              </a:spcBef>
              <a:spcAft>
                <a:spcPts val="0"/>
              </a:spcAft>
              <a:buClrTx/>
              <a:buSzTx/>
              <a:buFontTx/>
              <a:buNone/>
              <a:tabLst/>
              <a:defRPr/>
            </a:pPr>
            <a:fld id="{7D8C2C35-2B8A-446E-BEC0-FD36716C29AC}" type="slidenum">
              <a:rPr kumimoji="0" lang="en-DE" sz="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ctr" defTabSz="1088776" rtl="0" eaLnBrk="1" fontAlgn="auto" latinLnBrk="0" hangingPunct="1">
                <a:lnSpc>
                  <a:spcPct val="100000"/>
                </a:lnSpc>
                <a:spcBef>
                  <a:spcPts val="0"/>
                </a:spcBef>
                <a:spcAft>
                  <a:spcPts val="0"/>
                </a:spcAft>
                <a:buClrTx/>
                <a:buSzTx/>
                <a:buFontTx/>
                <a:buNone/>
                <a:tabLst/>
                <a:defRPr/>
              </a:pPr>
              <a:t>18</a:t>
            </a:fld>
            <a:endParaRPr kumimoji="0" lang="en-DE" sz="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5616803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the AR or AP Clerk who wants to clear accounts payables and accounts receivables.  T</a:t>
            </a:r>
            <a:r>
              <a:rPr lang="en-US" dirty="0">
                <a:solidFill>
                  <a:srgbClr val="00144A"/>
                </a:solidFill>
              </a:rPr>
              <a:t>he analyst triggers agent for a specific company or supplier.  The Receivables &amp; Payables Clearing Agent applies the clearing rules to prepare the clearing proposals. Note the mixture of Agent and Human in the loop activities, for instance when the </a:t>
            </a:r>
            <a:r>
              <a:rPr lang="en-US" dirty="0"/>
              <a:t>AR or AP Clerk reviews the clearing proposals for approval. </a:t>
            </a:r>
          </a:p>
          <a:p>
            <a:endParaRPr lang="en-US" dirty="0"/>
          </a:p>
        </p:txBody>
      </p:sp>
      <p:sp>
        <p:nvSpPr>
          <p:cNvPr id="4" name="Slide Number Placeholder 3"/>
          <p:cNvSpPr>
            <a:spLocks noGrp="1"/>
          </p:cNvSpPr>
          <p:nvPr>
            <p:ph type="sldNum" sz="quarter" idx="5"/>
          </p:nvPr>
        </p:nvSpPr>
        <p:spPr/>
        <p:txBody>
          <a:bodyPr/>
          <a:lstStyle/>
          <a:p>
            <a:pPr marL="0" marR="0" lvl="0" indent="0" algn="ctr" defTabSz="1088776" rtl="0" eaLnBrk="1" fontAlgn="auto" latinLnBrk="0" hangingPunct="1">
              <a:lnSpc>
                <a:spcPct val="100000"/>
              </a:lnSpc>
              <a:spcBef>
                <a:spcPts val="0"/>
              </a:spcBef>
              <a:spcAft>
                <a:spcPts val="0"/>
              </a:spcAft>
              <a:buClrTx/>
              <a:buSzTx/>
              <a:buFontTx/>
              <a:buNone/>
              <a:tabLst/>
              <a:defRPr/>
            </a:pPr>
            <a:fld id="{7D8C2C35-2B8A-446E-BEC0-FD36716C29AC}" type="slidenum">
              <a:rPr kumimoji="0" lang="en-DE" sz="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ctr" defTabSz="1088776" rtl="0" eaLnBrk="1" fontAlgn="auto" latinLnBrk="0" hangingPunct="1">
                <a:lnSpc>
                  <a:spcPct val="100000"/>
                </a:lnSpc>
                <a:spcBef>
                  <a:spcPts val="0"/>
                </a:spcBef>
                <a:spcAft>
                  <a:spcPts val="0"/>
                </a:spcAft>
                <a:buClrTx/>
                <a:buSzTx/>
                <a:buFontTx/>
                <a:buNone/>
                <a:tabLst/>
                <a:defRPr/>
              </a:pPr>
              <a:t>19</a:t>
            </a:fld>
            <a:endParaRPr kumimoji="0" lang="en-DE" sz="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2259276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shift gears and talk specifically about the agents. First, we will cover the Analytical Business Insights Agent.</a:t>
            </a:r>
          </a:p>
        </p:txBody>
      </p:sp>
      <p:sp>
        <p:nvSpPr>
          <p:cNvPr id="4" name="Slide Number Placeholder 3"/>
          <p:cNvSpPr>
            <a:spLocks noGrp="1"/>
          </p:cNvSpPr>
          <p:nvPr>
            <p:ph type="sldNum" sz="quarter" idx="5"/>
          </p:nvPr>
        </p:nvSpPr>
        <p:spPr/>
        <p:txBody>
          <a:bodyPr/>
          <a:lstStyle/>
          <a:p>
            <a:pPr marL="0" marR="0" lvl="0" indent="0" algn="ctr" defTabSz="1088776" rtl="0" eaLnBrk="1" fontAlgn="auto" latinLnBrk="0" hangingPunct="1">
              <a:lnSpc>
                <a:spcPct val="100000"/>
              </a:lnSpc>
              <a:spcBef>
                <a:spcPts val="0"/>
              </a:spcBef>
              <a:spcAft>
                <a:spcPts val="0"/>
              </a:spcAft>
              <a:buClrTx/>
              <a:buSzTx/>
              <a:buFontTx/>
              <a:buNone/>
              <a:tabLst/>
              <a:defRPr/>
            </a:pPr>
            <a:fld id="{7D8C2C35-2B8A-446E-BEC0-FD36716C29AC}" type="slidenum">
              <a:rPr kumimoji="0" lang="en-DE" sz="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ctr" defTabSz="1088776" rtl="0" eaLnBrk="1" fontAlgn="auto" latinLnBrk="0" hangingPunct="1">
                <a:lnSpc>
                  <a:spcPct val="100000"/>
                </a:lnSpc>
                <a:spcBef>
                  <a:spcPts val="0"/>
                </a:spcBef>
                <a:spcAft>
                  <a:spcPts val="0"/>
                </a:spcAft>
                <a:buClrTx/>
                <a:buSzTx/>
                <a:buFontTx/>
                <a:buNone/>
                <a:tabLst/>
                <a:defRPr/>
              </a:pPr>
              <a:t>20</a:t>
            </a:fld>
            <a:endParaRPr kumimoji="0" lang="en-DE" sz="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7566302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 level agent summary of the slide). The Analytical Business Insights Agent accelerates data investigation and analysis and offers a 50% reduction in effort to analyze financial statement KPIs, 60% reduction in effort to prepare financial statement KPI variance summary. Prerequisites include SAP S/4HANA Cloud Public Edition and Private Edition.</a:t>
            </a:r>
          </a:p>
        </p:txBody>
      </p:sp>
      <p:sp>
        <p:nvSpPr>
          <p:cNvPr id="4" name="Slide Number Placeholder 3"/>
          <p:cNvSpPr>
            <a:spLocks noGrp="1"/>
          </p:cNvSpPr>
          <p:nvPr>
            <p:ph type="sldNum" sz="quarter" idx="5"/>
          </p:nvPr>
        </p:nvSpPr>
        <p:spPr/>
        <p:txBody>
          <a:bodyPr/>
          <a:lstStyle/>
          <a:p>
            <a:pPr marL="0" marR="0" lvl="0" indent="0" algn="ctr" defTabSz="1088776" rtl="0" eaLnBrk="1" fontAlgn="auto" latinLnBrk="0" hangingPunct="1">
              <a:lnSpc>
                <a:spcPct val="100000"/>
              </a:lnSpc>
              <a:spcBef>
                <a:spcPts val="0"/>
              </a:spcBef>
              <a:spcAft>
                <a:spcPts val="0"/>
              </a:spcAft>
              <a:buClrTx/>
              <a:buSzTx/>
              <a:buFontTx/>
              <a:buNone/>
              <a:tabLst/>
              <a:defRPr/>
            </a:pPr>
            <a:fld id="{7D8C2C35-2B8A-446E-BEC0-FD36716C29AC}" type="slidenum">
              <a:rPr kumimoji="0" lang="en-DE" sz="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ctr" defTabSz="1088776" rtl="0" eaLnBrk="1" fontAlgn="auto" latinLnBrk="0" hangingPunct="1">
                <a:lnSpc>
                  <a:spcPct val="100000"/>
                </a:lnSpc>
                <a:spcBef>
                  <a:spcPts val="0"/>
                </a:spcBef>
                <a:spcAft>
                  <a:spcPts val="0"/>
                </a:spcAft>
                <a:buClrTx/>
                <a:buSzTx/>
                <a:buFontTx/>
                <a:buNone/>
                <a:tabLst/>
                <a:defRPr/>
              </a:pPr>
              <a:t>21</a:t>
            </a:fld>
            <a:endParaRPr kumimoji="0" lang="en-DE" sz="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9214181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088776" rtl="0" eaLnBrk="1" fontAlgn="auto" latinLnBrk="0" hangingPunct="1">
              <a:lnSpc>
                <a:spcPct val="100000"/>
              </a:lnSpc>
              <a:spcBef>
                <a:spcPts val="0"/>
              </a:spcBef>
              <a:spcAft>
                <a:spcPts val="0"/>
              </a:spcAft>
              <a:buClrTx/>
              <a:buSzTx/>
              <a:buFontTx/>
              <a:buNone/>
              <a:tabLst/>
              <a:defRPr/>
            </a:pPr>
            <a:r>
              <a:rPr lang="en-US" dirty="0"/>
              <a:t>Let’s walk through a simple process flow for the Analytical Business Insights Agent. </a:t>
            </a:r>
          </a:p>
          <a:p>
            <a:pPr marL="0" marR="0" lvl="0" indent="0" algn="l" defTabSz="1088776" rtl="0" eaLnBrk="1" fontAlgn="auto" latinLnBrk="0" hangingPunct="1">
              <a:lnSpc>
                <a:spcPct val="100000"/>
              </a:lnSpc>
              <a:spcBef>
                <a:spcPts val="0"/>
              </a:spcBef>
              <a:spcAft>
                <a:spcPts val="0"/>
              </a:spcAft>
              <a:buClrTx/>
              <a:buSzTx/>
              <a:buFontTx/>
              <a:buNone/>
              <a:tabLst/>
              <a:defRPr/>
            </a:pPr>
            <a:endParaRPr lang="en-US" dirty="0"/>
          </a:p>
          <a:p>
            <a:pPr lvl="0">
              <a:defRPr/>
            </a:pPr>
            <a:r>
              <a:rPr lang="en-US" dirty="0"/>
              <a:t>We have the financial analyst who wants to perform data investigation and analysis on financial statements.  T</a:t>
            </a:r>
            <a:r>
              <a:rPr lang="en-US" sz="1400" dirty="0">
                <a:solidFill>
                  <a:srgbClr val="00144A"/>
                </a:solidFill>
              </a:rPr>
              <a:t>he analyst triggers the KPI Calculation. The </a:t>
            </a:r>
            <a:r>
              <a:rPr lang="en-US" dirty="0"/>
              <a:t>Analytical Business Insights Agent</a:t>
            </a:r>
            <a:r>
              <a:rPr lang="en-US" sz="1400" dirty="0">
                <a:solidFill>
                  <a:srgbClr val="00144A"/>
                </a:solidFill>
              </a:rPr>
              <a:t> shows the KPI’s Value &amp; Variance and the human decides. Note the mixture of Agent and Human in the loop activities, for instance when the analyst reviews the Variance analysis to confirm the main factors creating those variances.  Only SAP allows the analysis to be shown dynamically in real-time in both </a:t>
            </a:r>
            <a:r>
              <a:rPr kumimoji="0" lang="en-US" sz="1400" b="0" i="0" u="none" strike="noStrike" kern="1200" cap="none" spc="0" normalizeH="0" baseline="0" noProof="0" dirty="0">
                <a:ln>
                  <a:noFill/>
                </a:ln>
                <a:solidFill>
                  <a:srgbClr val="000000"/>
                </a:solidFill>
                <a:effectLst/>
                <a:uLnTx/>
                <a:uFillTx/>
                <a:latin typeface="Arial"/>
                <a:ea typeface="+mn-ea"/>
                <a:cs typeface="+mn-cs"/>
              </a:rPr>
              <a:t>Joule and the Financial Statement Review Booklet as shown with the blue diamond.</a:t>
            </a:r>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ctr" defTabSz="1088776" rtl="0" eaLnBrk="1" fontAlgn="auto" latinLnBrk="0" hangingPunct="1">
              <a:lnSpc>
                <a:spcPct val="100000"/>
              </a:lnSpc>
              <a:spcBef>
                <a:spcPts val="0"/>
              </a:spcBef>
              <a:spcAft>
                <a:spcPts val="0"/>
              </a:spcAft>
              <a:buClrTx/>
              <a:buSzTx/>
              <a:buFontTx/>
              <a:buNone/>
              <a:tabLst/>
              <a:defRPr/>
            </a:pPr>
            <a:fld id="{7D8C2C35-2B8A-446E-BEC0-FD36716C29AC}" type="slidenum">
              <a:rPr kumimoji="0" lang="en-DE" sz="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ctr" defTabSz="1088776" rtl="0" eaLnBrk="1" fontAlgn="auto" latinLnBrk="0" hangingPunct="1">
                <a:lnSpc>
                  <a:spcPct val="100000"/>
                </a:lnSpc>
                <a:spcBef>
                  <a:spcPts val="0"/>
                </a:spcBef>
                <a:spcAft>
                  <a:spcPts val="0"/>
                </a:spcAft>
                <a:buClrTx/>
                <a:buSzTx/>
                <a:buFontTx/>
                <a:buNone/>
                <a:tabLst/>
                <a:defRPr/>
              </a:pPr>
              <a:t>22</a:t>
            </a:fld>
            <a:endParaRPr kumimoji="0" lang="en-DE" sz="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5606310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40A62-5142-CC8B-8E75-0BDC89E98B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A8614B-4E8F-3156-66BD-C043B6D1E9D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D876107-ED30-982C-6C49-E5DE93DA9CE1}"/>
              </a:ext>
            </a:extLst>
          </p:cNvPr>
          <p:cNvSpPr>
            <a:spLocks noGrp="1"/>
          </p:cNvSpPr>
          <p:nvPr>
            <p:ph type="body" idx="1"/>
          </p:nvPr>
        </p:nvSpPr>
        <p:spPr/>
        <p:txBody>
          <a:bodyPr/>
          <a:lstStyle/>
          <a:p>
            <a:pPr marL="285750" lvl="0" indent="-285750">
              <a:buFont typeface="Arial" panose="020B0604020202020204" pitchFamily="34" charset="0"/>
              <a:buChar char="•"/>
            </a:pPr>
            <a:endParaRPr lang="en-DE" sz="1800" kern="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Header Placeholder 3">
            <a:extLst>
              <a:ext uri="{FF2B5EF4-FFF2-40B4-BE49-F238E27FC236}">
                <a16:creationId xmlns:a16="http://schemas.microsoft.com/office/drawing/2014/main" id="{090CDE80-E79B-D987-8966-FBD4FEB562D4}"/>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6338B944-8838-E25C-D123-F897EF54EA7E}"/>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anose="020B0502040204020203" pitchFamily="34" charset="0"/>
                <a:ea typeface="+mn-ea"/>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EB8313E8-5943-6284-B15C-3B32F7521C47}"/>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93709C18-1759-4834-B9A7-2A4A4DEF8FEE}"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10/23/26 5:22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59FEAAE4-A0D3-F23E-E596-71CC3E0A1003}"/>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7339760D-58A6-4F8B-9C20-3902ABE1EB36}"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7637463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552D1-0EAB-7A45-40D2-054841FD13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AAA9E2-7786-2076-93A6-025527C622C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E61B04C-CCFC-0E59-B0FC-D7648ACDC0B4}"/>
              </a:ext>
            </a:extLst>
          </p:cNvPr>
          <p:cNvSpPr>
            <a:spLocks noGrp="1"/>
          </p:cNvSpPr>
          <p:nvPr>
            <p:ph type="body" idx="1"/>
          </p:nvPr>
        </p:nvSpPr>
        <p:spPr/>
        <p:txBody>
          <a:bodyPr/>
          <a:lstStyle/>
          <a:p>
            <a:pPr marL="285750" lvl="0" indent="-285750">
              <a:buFont typeface="Arial" panose="020B0604020202020204" pitchFamily="34" charset="0"/>
              <a:buChar char="•"/>
            </a:pPr>
            <a:endParaRPr lang="en-DE" sz="1800" kern="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Header Placeholder 3">
            <a:extLst>
              <a:ext uri="{FF2B5EF4-FFF2-40B4-BE49-F238E27FC236}">
                <a16:creationId xmlns:a16="http://schemas.microsoft.com/office/drawing/2014/main" id="{52682E53-5DED-DC55-FA3A-4719A920882A}"/>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82A2F80C-1EC6-1317-916A-0BD1C9FD329E}"/>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anose="020B0502040204020203" pitchFamily="34" charset="0"/>
                <a:ea typeface="+mn-ea"/>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C45DC26C-CFAD-C1F8-A83C-B1C750FD565C}"/>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93709C18-1759-4834-B9A7-2A4A4DEF8FEE}"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10/23/26 5:22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70F0EA37-D8CE-A579-7E44-75ECB6C61520}"/>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7339760D-58A6-4F8B-9C20-3902ABE1EB36}"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76310515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image" Target="../media/image8.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sv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12.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35.xml.rels><?xml version="1.0" encoding="UTF-8" standalone="yes"?>
<Relationships xmlns="http://schemas.openxmlformats.org/package/2006/relationships"><Relationship Id="rId8" Type="http://schemas.openxmlformats.org/officeDocument/2006/relationships/hyperlink" Target="https://brand.sap.com/naming-center#/dashboard" TargetMode="External"/><Relationship Id="rId3" Type="http://schemas.openxmlformats.org/officeDocument/2006/relationships/image" Target="../media/image25.svg"/><Relationship Id="rId7" Type="http://schemas.openxmlformats.org/officeDocument/2006/relationships/hyperlink" Target="https://brand.sap.com/" TargetMode="External"/><Relationship Id="rId2" Type="http://schemas.openxmlformats.org/officeDocument/2006/relationships/image" Target="../media/image24.svg"/><Relationship Id="rId1" Type="http://schemas.openxmlformats.org/officeDocument/2006/relationships/slideMaster" Target="../slideMasters/slideMaster1.xml"/><Relationship Id="rId6" Type="http://schemas.openxmlformats.org/officeDocument/2006/relationships/hyperlink" Target="https://brand.sap.com/media-library/index.html#/" TargetMode="External"/><Relationship Id="rId5" Type="http://schemas.openxmlformats.org/officeDocument/2006/relationships/image" Target="../media/image27.svg"/><Relationship Id="rId4" Type="http://schemas.openxmlformats.org/officeDocument/2006/relationships/image" Target="../media/image26.svg"/><Relationship Id="rId9" Type="http://schemas.openxmlformats.org/officeDocument/2006/relationships/hyperlink" Target="https://brand.sap.com/writing-assistant" TargetMode="Externa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8.sv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8.sv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svg"/><Relationship Id="rId1" Type="http://schemas.openxmlformats.org/officeDocument/2006/relationships/slideMaster" Target="../slideMasters/slideMaster3.xml"/><Relationship Id="rId5" Type="http://schemas.openxmlformats.org/officeDocument/2006/relationships/image" Target="../media/image37.png"/><Relationship Id="rId4" Type="http://schemas.openxmlformats.org/officeDocument/2006/relationships/image" Target="../media/image3.png"/></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0.pn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8.svg"/><Relationship Id="rId1" Type="http://schemas.openxmlformats.org/officeDocument/2006/relationships/slideMaster" Target="../slideMasters/slideMaster3.xml"/><Relationship Id="rId4" Type="http://schemas.openxmlformats.org/officeDocument/2006/relationships/image" Target="../media/image32.png"/></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41.png"/><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372.xml"/><Relationship Id="rId4" Type="http://schemas.openxmlformats.org/officeDocument/2006/relationships/image" Target="../media/image33.emf"/></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373.xml"/><Relationship Id="rId1" Type="http://schemas.openxmlformats.org/officeDocument/2006/relationships/themeOverride" Target="../theme/themeOverride1.xml"/><Relationship Id="rId6" Type="http://schemas.openxmlformats.org/officeDocument/2006/relationships/image" Target="../media/image43.png"/><Relationship Id="rId5" Type="http://schemas.openxmlformats.org/officeDocument/2006/relationships/image" Target="../media/image42.emf"/><Relationship Id="rId4" Type="http://schemas.openxmlformats.org/officeDocument/2006/relationships/oleObject" Target="../embeddings/oleObject3.bin"/></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slideMaster" Target="../slideMasters/slideMaster4.xml"/><Relationship Id="rId1" Type="http://schemas.openxmlformats.org/officeDocument/2006/relationships/themeOverride" Target="../theme/themeOverride2.xml"/><Relationship Id="rId5" Type="http://schemas.openxmlformats.org/officeDocument/2006/relationships/image" Target="../media/image46.png"/><Relationship Id="rId4" Type="http://schemas.openxmlformats.org/officeDocument/2006/relationships/image" Target="../media/image45.png"/></Relationships>
</file>

<file path=ppt/slideLayouts/_rels/slideLayout116.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slideMaster" Target="../slideMasters/slideMaster4.xml"/><Relationship Id="rId7" Type="http://schemas.openxmlformats.org/officeDocument/2006/relationships/image" Target="../media/image45.png"/><Relationship Id="rId2" Type="http://schemas.openxmlformats.org/officeDocument/2006/relationships/tags" Target="../tags/tag375.xml"/><Relationship Id="rId1" Type="http://schemas.openxmlformats.org/officeDocument/2006/relationships/themeOverride" Target="../theme/themeOverride3.xml"/><Relationship Id="rId6" Type="http://schemas.openxmlformats.org/officeDocument/2006/relationships/image" Target="../media/image43.png"/><Relationship Id="rId5" Type="http://schemas.openxmlformats.org/officeDocument/2006/relationships/image" Target="../media/image42.emf"/><Relationship Id="rId4" Type="http://schemas.openxmlformats.org/officeDocument/2006/relationships/oleObject" Target="../embeddings/oleObject5.bin"/></Relationships>
</file>

<file path=ppt/slideLayouts/_rels/slideLayout117.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slideMaster" Target="../slideMasters/slideMaster4.xml"/><Relationship Id="rId7" Type="http://schemas.openxmlformats.org/officeDocument/2006/relationships/image" Target="../media/image45.png"/><Relationship Id="rId2" Type="http://schemas.openxmlformats.org/officeDocument/2006/relationships/tags" Target="../tags/tag376.xml"/><Relationship Id="rId1" Type="http://schemas.openxmlformats.org/officeDocument/2006/relationships/themeOverride" Target="../theme/themeOverride4.xml"/><Relationship Id="rId6" Type="http://schemas.openxmlformats.org/officeDocument/2006/relationships/image" Target="../media/image43.png"/><Relationship Id="rId5" Type="http://schemas.openxmlformats.org/officeDocument/2006/relationships/image" Target="../media/image42.emf"/><Relationship Id="rId4" Type="http://schemas.openxmlformats.org/officeDocument/2006/relationships/oleObject" Target="../embeddings/oleObject6.bin"/></Relationships>
</file>

<file path=ppt/slideLayouts/_rels/slideLayout118.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slideMaster" Target="../slideMasters/slideMaster4.xml"/><Relationship Id="rId7" Type="http://schemas.openxmlformats.org/officeDocument/2006/relationships/image" Target="../media/image45.png"/><Relationship Id="rId2" Type="http://schemas.openxmlformats.org/officeDocument/2006/relationships/tags" Target="../tags/tag377.xml"/><Relationship Id="rId1" Type="http://schemas.openxmlformats.org/officeDocument/2006/relationships/themeOverride" Target="../theme/themeOverride5.xml"/><Relationship Id="rId6" Type="http://schemas.openxmlformats.org/officeDocument/2006/relationships/image" Target="../media/image43.png"/><Relationship Id="rId5" Type="http://schemas.openxmlformats.org/officeDocument/2006/relationships/image" Target="../media/image42.emf"/><Relationship Id="rId4" Type="http://schemas.openxmlformats.org/officeDocument/2006/relationships/oleObject" Target="../embeddings/oleObject3.bin"/></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5.png"/><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4.xml"/><Relationship Id="rId1" Type="http://schemas.openxmlformats.org/officeDocument/2006/relationships/tags" Target="../tags/tag378.xml"/><Relationship Id="rId6" Type="http://schemas.openxmlformats.org/officeDocument/2006/relationships/image" Target="../media/image45.png"/><Relationship Id="rId5" Type="http://schemas.openxmlformats.org/officeDocument/2006/relationships/image" Target="../media/image2.svg"/><Relationship Id="rId4" Type="http://schemas.openxmlformats.org/officeDocument/2006/relationships/image" Target="../media/image42.emf"/></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4.xml"/><Relationship Id="rId5" Type="http://schemas.openxmlformats.org/officeDocument/2006/relationships/image" Target="../media/image45.png"/><Relationship Id="rId4" Type="http://schemas.openxmlformats.org/officeDocument/2006/relationships/image" Target="../media/image8.svg"/></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5.png"/><Relationship Id="rId1" Type="http://schemas.openxmlformats.org/officeDocument/2006/relationships/slideMaster" Target="../slideMasters/slideMaster4.xml"/><Relationship Id="rId5" Type="http://schemas.openxmlformats.org/officeDocument/2006/relationships/image" Target="../media/image8.svg"/><Relationship Id="rId4" Type="http://schemas.openxmlformats.org/officeDocument/2006/relationships/image" Target="../media/image7.svg"/></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51.png"/><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45.png"/><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Master" Target="../slideMasters/slideMaster5.xml"/></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Master" Target="../slideMasters/slideMaster6.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Master" Target="../slideMasters/slideMaster6.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Master" Target="../slideMasters/slideMaster6.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Master" Target="../slideMasters/slideMaster6.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5.xml.rels><?xml version="1.0" encoding="UTF-8" standalone="yes"?>
<Relationships xmlns="http://schemas.openxmlformats.org/package/2006/relationships"><Relationship Id="rId2" Type="http://schemas.openxmlformats.org/officeDocument/2006/relationships/image" Target="../media/image62.svg"/><Relationship Id="rId1" Type="http://schemas.openxmlformats.org/officeDocument/2006/relationships/slideMaster" Target="../slideMasters/slideMaster6.xml"/></Relationships>
</file>

<file path=ppt/slideLayouts/_rels/slideLayout156.xml.rels><?xml version="1.0" encoding="UTF-8" standalone="yes"?>
<Relationships xmlns="http://schemas.openxmlformats.org/package/2006/relationships"><Relationship Id="rId2" Type="http://schemas.openxmlformats.org/officeDocument/2006/relationships/image" Target="../media/image63.svg"/><Relationship Id="rId1" Type="http://schemas.openxmlformats.org/officeDocument/2006/relationships/slideMaster" Target="../slideMasters/slideMaster6.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64.svg"/><Relationship Id="rId1" Type="http://schemas.openxmlformats.org/officeDocument/2006/relationships/slideMaster" Target="../slideMasters/slideMaster6.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65.svg"/><Relationship Id="rId1" Type="http://schemas.openxmlformats.org/officeDocument/2006/relationships/slideMaster" Target="../slideMasters/slideMaster6.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Master" Target="../slideMasters/slideMaster6.xml"/></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Master" Target="../slideMasters/slideMaster6.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7.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2.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Master" Target="../slideMasters/slideMaster7.xml"/></Relationships>
</file>

<file path=ppt/slideLayouts/_rels/slideLayout203.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A">
    <p:bg>
      <p:bgRef idx="1001">
        <a:schemeClr val="bg1"/>
      </p:bgRef>
    </p:bg>
    <p:spTree>
      <p:nvGrpSpPr>
        <p:cNvPr id="1" name=""/>
        <p:cNvGrpSpPr/>
        <p:nvPr/>
      </p:nvGrpSpPr>
      <p:grpSpPr>
        <a:xfrm>
          <a:off x="0" y="0"/>
          <a:ext cx="0" cy="0"/>
          <a:chOff x="0" y="0"/>
          <a:chExt cx="0" cy="0"/>
        </a:xfrm>
      </p:grpSpPr>
      <p:sp>
        <p:nvSpPr>
          <p:cNvPr id="4" name="Title"/>
          <p:cNvSpPr>
            <a:spLocks noGrp="1"/>
          </p:cNvSpPr>
          <p:nvPr>
            <p:ph type="title" hasCustomPrompt="1"/>
          </p:nvPr>
        </p:nvSpPr>
        <p:spPr>
          <a:xfrm>
            <a:off x="503238" y="2706317"/>
            <a:ext cx="4765449" cy="997196"/>
          </a:xfrm>
        </p:spPr>
        <p:txBody>
          <a:bodyPr anchor="b" anchorCtr="0">
            <a:noAutofit/>
          </a:bodyPr>
          <a:lstStyle>
            <a:lvl1pPr>
              <a:lnSpc>
                <a:spcPct val="90000"/>
              </a:lnSpc>
              <a:defRPr sz="3600" b="0" i="0">
                <a:latin typeface="+mj-lt"/>
                <a:cs typeface="Arial" panose="020B0604020202020204"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sp>
        <p:nvSpPr>
          <p:cNvPr id="3" name="Picture Placeholder 2">
            <a:extLst>
              <a:ext uri="{FF2B5EF4-FFF2-40B4-BE49-F238E27FC236}">
                <a16:creationId xmlns:a16="http://schemas.microsoft.com/office/drawing/2014/main" id="{DE73D104-EF7E-A0AB-2243-882D65E686E2}"/>
              </a:ext>
            </a:extLst>
          </p:cNvPr>
          <p:cNvSpPr>
            <a:spLocks noGrp="1"/>
          </p:cNvSpPr>
          <p:nvPr>
            <p:ph type="pic" sz="quarter" idx="15" hasCustomPrompt="1"/>
          </p:nvPr>
        </p:nvSpPr>
        <p:spPr>
          <a:xfrm>
            <a:off x="5969000" y="0"/>
            <a:ext cx="6226175" cy="6858000"/>
          </a:xfrm>
        </p:spPr>
        <p:txBody>
          <a:bodyPr anchor="ctr" anchorCtr="0"/>
          <a:lstStyle>
            <a:lvl1pPr marL="0" indent="0" algn="ctr">
              <a:buNone/>
              <a:defRPr/>
            </a:lvl1pPr>
          </a:lstStyle>
          <a:p>
            <a:r>
              <a:rPr lang="en-US"/>
              <a:t>Click to insert picture</a:t>
            </a:r>
          </a:p>
        </p:txBody>
      </p:sp>
      <p:pic>
        <p:nvPicPr>
          <p:cNvPr id="1072936144" name="LogoBlue-Dynamic" descr="{&quot;templafy&quot;:{&quot;id&quot;:&quot;dac4107f-286e-45a6-b312-910bab48e557&quot;}}"/>
          <p:cNvPicPr>
            <a:picLocks noChangeAspect="1"/>
          </p:cNvPicPr>
          <p:nvPr/>
        </p:nvPicPr>
        <p:blipFill>
          <a:blip r:embed="rId2"/>
          <a:stretch>
            <a:fillRect/>
          </a:stretch>
        </p:blipFill>
        <p:spPr>
          <a:xfrm>
            <a:off x="504000" y="504000"/>
            <a:ext cx="2997983" cy="360000"/>
          </a:xfrm>
          <a:prstGeom prst="rect">
            <a:avLst/>
          </a:prstGeom>
        </p:spPr>
      </p:pic>
    </p:spTree>
    <p:extLst>
      <p:ext uri="{BB962C8B-B14F-4D97-AF65-F5344CB8AC3E}">
        <p14:creationId xmlns:p14="http://schemas.microsoft.com/office/powerpoint/2010/main" val="198241062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orient="horz" pos="1701" userDrawn="1">
          <p15:clr>
            <a:srgbClr val="FBAE40"/>
          </p15:clr>
        </p15:guide>
        <p15:guide id="3" orient="horz" pos="2682" userDrawn="1">
          <p15:clr>
            <a:srgbClr val="FBAE40"/>
          </p15:clr>
        </p15:guide>
        <p15:guide id="4" orient="horz" pos="2334" userDrawn="1">
          <p15:clr>
            <a:srgbClr val="FBAE40"/>
          </p15:clr>
        </p15:guide>
        <p15:guide id="5" orient="horz" pos="299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B">
    <p:bg>
      <p:bgPr>
        <a:solidFill>
          <a:srgbClr val="002A86"/>
        </a:solidFill>
        <a:effectLst/>
      </p:bgPr>
    </p:bg>
    <p:spTree>
      <p:nvGrpSpPr>
        <p:cNvPr id="1" name=""/>
        <p:cNvGrpSpPr/>
        <p:nvPr/>
      </p:nvGrpSpPr>
      <p:grpSpPr>
        <a:xfrm>
          <a:off x="0" y="0"/>
          <a:ext cx="0" cy="0"/>
          <a:chOff x="0" y="0"/>
          <a:chExt cx="0" cy="0"/>
        </a:xfrm>
      </p:grpSpPr>
      <p:pic>
        <p:nvPicPr>
          <p:cNvPr id="11" name="Image 1" descr="preencoded.png">
            <a:extLst>
              <a:ext uri="{FF2B5EF4-FFF2-40B4-BE49-F238E27FC236}">
                <a16:creationId xmlns:a16="http://schemas.microsoft.com/office/drawing/2014/main" id="{6C575B3E-49FD-8450-F2CB-84C6E7A1153D}"/>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752355" y="1156532"/>
            <a:ext cx="5613722" cy="2756252"/>
          </a:xfrm>
          <a:prstGeom prst="rect">
            <a:avLst/>
          </a:prstGeom>
        </p:spPr>
      </p:pic>
      <p:pic>
        <p:nvPicPr>
          <p:cNvPr id="28936725" name="Acquired Company Logo Placeholder" descr="{&quot;templafy&quot;:{&quot;id&quot;:&quot;e24a6e43-600a-4c6b-89de-bcf3787a4fa8&quot;}}" hidden="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82575" y="2141327"/>
            <a:ext cx="4125924" cy="266010"/>
          </a:xfrm>
          <a:prstGeom prst="rect">
            <a:avLst/>
          </a:prstGeom>
        </p:spPr>
      </p:pic>
      <p:sp>
        <p:nvSpPr>
          <p:cNvPr id="13" name="Picture Placeholder 12">
            <a:extLst>
              <a:ext uri="{FF2B5EF4-FFF2-40B4-BE49-F238E27FC236}">
                <a16:creationId xmlns:a16="http://schemas.microsoft.com/office/drawing/2014/main" id="{FF6D8674-EA25-0C87-7F7A-4B6FFA7F1F14}"/>
              </a:ext>
            </a:extLst>
          </p:cNvPr>
          <p:cNvSpPr>
            <a:spLocks noGrp="1"/>
          </p:cNvSpPr>
          <p:nvPr>
            <p:ph type="pic" sz="quarter" idx="10" hasCustomPrompt="1"/>
          </p:nvPr>
        </p:nvSpPr>
        <p:spPr>
          <a:xfrm>
            <a:off x="7875176" y="0"/>
            <a:ext cx="4320000" cy="6858000"/>
          </a:xfrm>
        </p:spPr>
        <p:txBody>
          <a:bodyPr anchor="ctr" anchorCtr="0"/>
          <a:lstStyle>
            <a:lvl1pPr marL="0" indent="0" algn="ctr">
              <a:buNone/>
              <a:defRPr>
                <a:solidFill>
                  <a:schemeClr val="bg1"/>
                </a:solidFill>
              </a:defRPr>
            </a:lvl1pPr>
          </a:lstStyle>
          <a:p>
            <a:r>
              <a:rPr lang="en-US"/>
              <a:t>Click to insert picture</a:t>
            </a:r>
          </a:p>
        </p:txBody>
      </p:sp>
      <p:sp>
        <p:nvSpPr>
          <p:cNvPr id="4" name="Title">
            <a:extLst>
              <a:ext uri="{FF2B5EF4-FFF2-40B4-BE49-F238E27FC236}">
                <a16:creationId xmlns:a16="http://schemas.microsoft.com/office/drawing/2014/main" id="{A222ABC1-A03E-5EDE-02E2-6F3794850CC1}"/>
              </a:ext>
            </a:extLst>
          </p:cNvPr>
          <p:cNvSpPr>
            <a:spLocks noGrp="1"/>
          </p:cNvSpPr>
          <p:nvPr>
            <p:ph type="title" hasCustomPrompt="1"/>
          </p:nvPr>
        </p:nvSpPr>
        <p:spPr>
          <a:xfrm>
            <a:off x="504000" y="2206502"/>
            <a:ext cx="5465762" cy="997196"/>
          </a:xfrm>
        </p:spPr>
        <p:txBody>
          <a:bodyPr wrap="square" anchor="b" anchorCtr="0">
            <a:noAutofit/>
          </a:bodyPr>
          <a:lstStyle>
            <a:lvl1pPr algn="l">
              <a:lnSpc>
                <a:spcPct val="90000"/>
              </a:lnSpc>
              <a:defRPr sz="3600" b="0" i="0">
                <a:solidFill>
                  <a:schemeClr val="bg1"/>
                </a:solidFill>
                <a:latin typeface="+mj-lt"/>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pic>
        <p:nvPicPr>
          <p:cNvPr id="1826011987" name="LogoWhite-Dynamic" descr="{&quot;templafy&quot;:{&quot;id&quot;:&quot;76699589-24ec-4ca6-a6a1-c59eec2ff6be&quot;}}"/>
          <p:cNvPicPr>
            <a:picLocks noChangeAspect="1"/>
          </p:cNvPicPr>
          <p:nvPr/>
        </p:nvPicPr>
        <p:blipFill>
          <a:blip r:embed="rId4"/>
          <a:stretch>
            <a:fillRect/>
          </a:stretch>
        </p:blipFill>
        <p:spPr>
          <a:xfrm>
            <a:off x="504000" y="504000"/>
            <a:ext cx="2997983" cy="360000"/>
          </a:xfrm>
          <a:prstGeom prst="rect">
            <a:avLst/>
          </a:prstGeom>
        </p:spPr>
      </p:pic>
    </p:spTree>
    <p:extLst>
      <p:ext uri="{BB962C8B-B14F-4D97-AF65-F5344CB8AC3E}">
        <p14:creationId xmlns:p14="http://schemas.microsoft.com/office/powerpoint/2010/main" val="77895446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911" userDrawn="1">
          <p15:clr>
            <a:srgbClr val="FBAE40"/>
          </p15:clr>
        </p15:guide>
        <p15:guide id="2" orient="horz" pos="2682" userDrawn="1">
          <p15:clr>
            <a:srgbClr val="FBAE40"/>
          </p15:clr>
        </p15:guide>
        <p15:guide id="3" orient="horz" pos="2999"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C">
    <p:bg>
      <p:bgPr>
        <a:solidFill>
          <a:srgbClr val="00144A"/>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CA814E6-1161-2533-DECB-242314C64D32}"/>
              </a:ext>
            </a:extLst>
          </p:cNvPr>
          <p:cNvPicPr>
            <a:picLocks noChangeAspect="1"/>
          </p:cNvPicPr>
          <p:nvPr userDrawn="1"/>
        </p:nvPicPr>
        <p:blipFill>
          <a:blip r:embed="rId2"/>
          <a:srcRect/>
          <a:stretch/>
        </p:blipFill>
        <p:spPr>
          <a:xfrm>
            <a:off x="2409825" y="1294364"/>
            <a:ext cx="7677375" cy="3819591"/>
          </a:xfrm>
          <a:prstGeom prst="rect">
            <a:avLst/>
          </a:prstGeom>
        </p:spPr>
      </p:pic>
      <p:sp>
        <p:nvSpPr>
          <p:cNvPr id="4" name="Title"/>
          <p:cNvSpPr>
            <a:spLocks noGrp="1"/>
          </p:cNvSpPr>
          <p:nvPr>
            <p:ph type="title" hasCustomPrompt="1"/>
          </p:nvPr>
        </p:nvSpPr>
        <p:spPr>
          <a:xfrm>
            <a:off x="503238" y="2706317"/>
            <a:ext cx="11183936" cy="997196"/>
          </a:xfrm>
        </p:spPr>
        <p:txBody>
          <a:bodyPr>
            <a:noAutofit/>
          </a:bodyPr>
          <a:lstStyle>
            <a:lvl1pPr>
              <a:lnSpc>
                <a:spcPct val="90000"/>
              </a:lnSpc>
              <a:defRPr sz="3600" b="0" i="0">
                <a:solidFill>
                  <a:schemeClr val="bg1"/>
                </a:solidFill>
                <a:latin typeface="+mj-lt"/>
                <a:cs typeface="Arial" panose="020B0604020202020204"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pic>
        <p:nvPicPr>
          <p:cNvPr id="1765529000" name="LogoWhite-Dynamic" descr="{&quot;templafy&quot;:{&quot;id&quot;:&quot;6a6a1251-8dcc-4bec-a3d2-b9f32dee58f2&quot;}}"/>
          <p:cNvPicPr>
            <a:picLocks noChangeAspect="1"/>
          </p:cNvPicPr>
          <p:nvPr/>
        </p:nvPicPr>
        <p:blipFill>
          <a:blip r:embed="rId3"/>
          <a:stretch>
            <a:fillRect/>
          </a:stretch>
        </p:blipFill>
        <p:spPr>
          <a:xfrm>
            <a:off x="504000" y="504000"/>
            <a:ext cx="2997983" cy="360000"/>
          </a:xfrm>
          <a:prstGeom prst="rect">
            <a:avLst/>
          </a:prstGeom>
        </p:spPr>
      </p:pic>
    </p:spTree>
    <p:extLst>
      <p:ext uri="{BB962C8B-B14F-4D97-AF65-F5344CB8AC3E}">
        <p14:creationId xmlns:p14="http://schemas.microsoft.com/office/powerpoint/2010/main" val="2667257257"/>
      </p:ext>
    </p:extLst>
  </p:cSld>
  <p:clrMapOvr>
    <a:masterClrMapping/>
  </p:clrMapOvr>
  <p:extLst>
    <p:ext uri="{DCECCB84-F9BA-43D5-87BE-67443E8EF086}">
      <p15:sldGuideLst xmlns:p15="http://schemas.microsoft.com/office/powerpoint/2012/main">
        <p15:guide id="2" orient="horz" pos="1701" userDrawn="1">
          <p15:clr>
            <a:srgbClr val="FBAE40"/>
          </p15:clr>
        </p15:guide>
        <p15:guide id="3" orient="horz" pos="2688" userDrawn="1">
          <p15:clr>
            <a:srgbClr val="FBAE40"/>
          </p15:clr>
        </p15:guide>
        <p15:guide id="4" orient="horz" pos="2334" userDrawn="1">
          <p15:clr>
            <a:srgbClr val="FBAE40"/>
          </p15:clr>
        </p15:guide>
        <p15:guide id="5" orient="horz" pos="2999"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D">
    <p:bg>
      <p:bgPr>
        <a:solidFill>
          <a:srgbClr val="D1EFFF"/>
        </a:solidFill>
        <a:effectLst/>
      </p:bgPr>
    </p:bg>
    <p:spTree>
      <p:nvGrpSpPr>
        <p:cNvPr id="1" name=""/>
        <p:cNvGrpSpPr/>
        <p:nvPr/>
      </p:nvGrpSpPr>
      <p:grpSpPr>
        <a:xfrm>
          <a:off x="0" y="0"/>
          <a:ext cx="0" cy="0"/>
          <a:chOff x="0" y="0"/>
          <a:chExt cx="0" cy="0"/>
        </a:xfrm>
      </p:grpSpPr>
      <p:sp>
        <p:nvSpPr>
          <p:cNvPr id="4" name="Title"/>
          <p:cNvSpPr>
            <a:spLocks noGrp="1"/>
          </p:cNvSpPr>
          <p:nvPr userDrawn="1">
            <p:ph type="title" hasCustomPrompt="1"/>
          </p:nvPr>
        </p:nvSpPr>
        <p:spPr>
          <a:xfrm>
            <a:off x="503238" y="2706317"/>
            <a:ext cx="5358719" cy="997196"/>
          </a:xfrm>
        </p:spPr>
        <p:txBody>
          <a:bodyPr anchor="b" anchorCtr="0">
            <a:noAutofit/>
          </a:bodyPr>
          <a:lstStyle>
            <a:lvl1pPr>
              <a:lnSpc>
                <a:spcPct val="90000"/>
              </a:lnSpc>
              <a:defRPr sz="3600" b="0" i="0">
                <a:solidFill>
                  <a:schemeClr val="tx1"/>
                </a:solidFill>
                <a:latin typeface="72 Brand Medium" panose="020B0504030603020204" pitchFamily="34" charset="0"/>
                <a:cs typeface="Arial" panose="020B0604020202020204"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pic>
        <p:nvPicPr>
          <p:cNvPr id="12" name="Image 1" descr="preencoded.png">
            <a:extLst>
              <a:ext uri="{FF2B5EF4-FFF2-40B4-BE49-F238E27FC236}">
                <a16:creationId xmlns:a16="http://schemas.microsoft.com/office/drawing/2014/main" id="{BAFF1977-7427-5CA2-A419-54E33BAD0989}"/>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t="22188"/>
          <a:stretch/>
        </p:blipFill>
        <p:spPr>
          <a:xfrm>
            <a:off x="7175500" y="0"/>
            <a:ext cx="4313404" cy="1647915"/>
          </a:xfrm>
          <a:prstGeom prst="rect">
            <a:avLst/>
          </a:prstGeom>
        </p:spPr>
      </p:pic>
      <p:pic>
        <p:nvPicPr>
          <p:cNvPr id="13" name="Image 1" descr="preencoded.png">
            <a:extLst>
              <a:ext uri="{FF2B5EF4-FFF2-40B4-BE49-F238E27FC236}">
                <a16:creationId xmlns:a16="http://schemas.microsoft.com/office/drawing/2014/main" id="{58102CDA-6550-338C-434D-B8FA408CB4D2}"/>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175500" y="2385967"/>
            <a:ext cx="4313404" cy="2117815"/>
          </a:xfrm>
          <a:prstGeom prst="rect">
            <a:avLst/>
          </a:prstGeom>
        </p:spPr>
      </p:pic>
      <p:pic>
        <p:nvPicPr>
          <p:cNvPr id="14" name="Image 1" descr="preencoded.png">
            <a:extLst>
              <a:ext uri="{FF2B5EF4-FFF2-40B4-BE49-F238E27FC236}">
                <a16:creationId xmlns:a16="http://schemas.microsoft.com/office/drawing/2014/main" id="{65BCE9EE-E0B3-4D29-F0C4-BD00A1DA3A24}"/>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b="23687"/>
          <a:stretch/>
        </p:blipFill>
        <p:spPr>
          <a:xfrm>
            <a:off x="7175500" y="5241835"/>
            <a:ext cx="4313404" cy="1616165"/>
          </a:xfrm>
          <a:prstGeom prst="rect">
            <a:avLst/>
          </a:prstGeom>
        </p:spPr>
      </p:pic>
      <p:pic>
        <p:nvPicPr>
          <p:cNvPr id="1633271304" name="LogoBlack-Dynamic" descr="{&quot;templafy&quot;:{&quot;id&quot;:&quot;6f5bdf19-4f67-4993-a551-fe29cc9fc816&quot;}}"/>
          <p:cNvPicPr>
            <a:picLocks noChangeAspect="1"/>
          </p:cNvPicPr>
          <p:nvPr/>
        </p:nvPicPr>
        <p:blipFill>
          <a:blip r:embed="rId5"/>
          <a:stretch>
            <a:fillRect/>
          </a:stretch>
        </p:blipFill>
        <p:spPr>
          <a:xfrm>
            <a:off x="504000" y="504000"/>
            <a:ext cx="2997983" cy="360000"/>
          </a:xfrm>
          <a:prstGeom prst="rect">
            <a:avLst/>
          </a:prstGeom>
        </p:spPr>
      </p:pic>
    </p:spTree>
    <p:extLst>
      <p:ext uri="{BB962C8B-B14F-4D97-AF65-F5344CB8AC3E}">
        <p14:creationId xmlns:p14="http://schemas.microsoft.com/office/powerpoint/2010/main" val="277845837"/>
      </p:ext>
    </p:extLst>
  </p:cSld>
  <p:clrMapOvr>
    <a:masterClrMapping/>
  </p:clrMapOvr>
  <p:extLst>
    <p:ext uri="{DCECCB84-F9BA-43D5-87BE-67443E8EF086}">
      <p15:sldGuideLst xmlns:p15="http://schemas.microsoft.com/office/powerpoint/2012/main">
        <p15:guide id="2" orient="horz" pos="1701" userDrawn="1">
          <p15:clr>
            <a:srgbClr val="FBAE40"/>
          </p15:clr>
        </p15:guide>
        <p15:guide id="3" orient="horz" pos="2688" userDrawn="1">
          <p15:clr>
            <a:srgbClr val="FBAE40"/>
          </p15:clr>
        </p15:guide>
        <p15:guide id="4" orient="horz" pos="2341" userDrawn="1">
          <p15:clr>
            <a:srgbClr val="FBAE40"/>
          </p15:clr>
        </p15:guide>
        <p15:guide id="5" orient="horz" pos="2999"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E">
    <p:bg>
      <p:bgPr>
        <a:solidFill>
          <a:srgbClr val="002A86"/>
        </a:solidFill>
        <a:effectLst/>
      </p:bgPr>
    </p:bg>
    <p:spTree>
      <p:nvGrpSpPr>
        <p:cNvPr id="1" name=""/>
        <p:cNvGrpSpPr/>
        <p:nvPr/>
      </p:nvGrpSpPr>
      <p:grpSpPr>
        <a:xfrm>
          <a:off x="0" y="0"/>
          <a:ext cx="0" cy="0"/>
          <a:chOff x="0" y="0"/>
          <a:chExt cx="0" cy="0"/>
        </a:xfrm>
      </p:grpSpPr>
      <p:pic>
        <p:nvPicPr>
          <p:cNvPr id="64812728" name="LogoWhite-Dynamic" descr="{&quot;templafy&quot;:{&quot;id&quot;:&quot;1c59595a-e46d-466c-acce-901a376bd157&quot;}}"/>
          <p:cNvPicPr>
            <a:picLocks noChangeAspect="1"/>
          </p:cNvPicPr>
          <p:nvPr/>
        </p:nvPicPr>
        <p:blipFill>
          <a:blip r:embed="rId2"/>
          <a:stretch>
            <a:fillRect/>
          </a:stretch>
        </p:blipFill>
        <p:spPr>
          <a:xfrm>
            <a:off x="504000" y="504000"/>
            <a:ext cx="2997983" cy="360000"/>
          </a:xfrm>
          <a:prstGeom prst="rect">
            <a:avLst/>
          </a:prstGeom>
        </p:spPr>
      </p:pic>
      <p:sp>
        <p:nvSpPr>
          <p:cNvPr id="4" name="Title"/>
          <p:cNvSpPr>
            <a:spLocks noGrp="1"/>
          </p:cNvSpPr>
          <p:nvPr userDrawn="1">
            <p:ph type="title" hasCustomPrompt="1"/>
          </p:nvPr>
        </p:nvSpPr>
        <p:spPr>
          <a:xfrm>
            <a:off x="503238" y="2706317"/>
            <a:ext cx="5358719" cy="997196"/>
          </a:xfrm>
        </p:spPr>
        <p:txBody>
          <a:bodyPr anchor="b" anchorCtr="0">
            <a:noAutofit/>
          </a:bodyPr>
          <a:lstStyle>
            <a:lvl1pPr>
              <a:lnSpc>
                <a:spcPct val="90000"/>
              </a:lnSpc>
              <a:defRPr sz="3600" b="0" i="0">
                <a:solidFill>
                  <a:schemeClr val="bg1"/>
                </a:solidFill>
                <a:latin typeface="72 Brand Medium" panose="020B0504030603020204" pitchFamily="34" charset="0"/>
                <a:cs typeface="Arial" panose="020B0604020202020204"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pic>
        <p:nvPicPr>
          <p:cNvPr id="18" name="Image 1" descr="preencoded.png">
            <a:extLst>
              <a:ext uri="{FF2B5EF4-FFF2-40B4-BE49-F238E27FC236}">
                <a16:creationId xmlns:a16="http://schemas.microsoft.com/office/drawing/2014/main" id="{8CDC0F09-263D-29E7-D374-16F5252D45B1}"/>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t="22188"/>
          <a:stretch/>
        </p:blipFill>
        <p:spPr>
          <a:xfrm>
            <a:off x="7175500" y="0"/>
            <a:ext cx="4313404" cy="1647915"/>
          </a:xfrm>
          <a:prstGeom prst="rect">
            <a:avLst/>
          </a:prstGeom>
        </p:spPr>
      </p:pic>
      <p:pic>
        <p:nvPicPr>
          <p:cNvPr id="19" name="Image 1" descr="preencoded.png">
            <a:extLst>
              <a:ext uri="{FF2B5EF4-FFF2-40B4-BE49-F238E27FC236}">
                <a16:creationId xmlns:a16="http://schemas.microsoft.com/office/drawing/2014/main" id="{DC385859-B9B6-B3C8-F173-ECEB2422A16C}"/>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7175500" y="2385967"/>
            <a:ext cx="4313404" cy="2117815"/>
          </a:xfrm>
          <a:prstGeom prst="rect">
            <a:avLst/>
          </a:prstGeom>
        </p:spPr>
      </p:pic>
      <p:pic>
        <p:nvPicPr>
          <p:cNvPr id="20" name="Image 1" descr="preencoded.png">
            <a:extLst>
              <a:ext uri="{FF2B5EF4-FFF2-40B4-BE49-F238E27FC236}">
                <a16:creationId xmlns:a16="http://schemas.microsoft.com/office/drawing/2014/main" id="{087266D6-22F1-A496-6B1F-14CEDC804997}"/>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5"/>
              </a:ext>
            </a:extLst>
          </a:blip>
          <a:srcRect b="23687"/>
          <a:stretch/>
        </p:blipFill>
        <p:spPr>
          <a:xfrm>
            <a:off x="7175500" y="5241835"/>
            <a:ext cx="4313404" cy="1616165"/>
          </a:xfrm>
          <a:prstGeom prst="rect">
            <a:avLst/>
          </a:prstGeom>
        </p:spPr>
      </p:pic>
    </p:spTree>
    <p:extLst>
      <p:ext uri="{BB962C8B-B14F-4D97-AF65-F5344CB8AC3E}">
        <p14:creationId xmlns:p14="http://schemas.microsoft.com/office/powerpoint/2010/main" val="3009042552"/>
      </p:ext>
    </p:extLst>
  </p:cSld>
  <p:clrMapOvr>
    <a:masterClrMapping/>
  </p:clrMapOvr>
  <p:extLst>
    <p:ext uri="{DCECCB84-F9BA-43D5-87BE-67443E8EF086}">
      <p15:sldGuideLst xmlns:p15="http://schemas.microsoft.com/office/powerpoint/2012/main">
        <p15:guide id="2" orient="horz" pos="1701">
          <p15:clr>
            <a:srgbClr val="FBAE40"/>
          </p15:clr>
        </p15:guide>
        <p15:guide id="3" orient="horz" pos="2688">
          <p15:clr>
            <a:srgbClr val="FBAE40"/>
          </p15:clr>
        </p15:guide>
        <p15:guide id="4" orient="horz" pos="2341">
          <p15:clr>
            <a:srgbClr val="FBAE40"/>
          </p15:clr>
        </p15:guide>
        <p15:guide id="5" orient="horz" pos="2999">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F">
    <p:bg>
      <p:bgPr>
        <a:solidFill>
          <a:srgbClr val="D1EFFF"/>
        </a:solidFill>
        <a:effectLst/>
      </p:bgPr>
    </p:bg>
    <p:spTree>
      <p:nvGrpSpPr>
        <p:cNvPr id="1" name=""/>
        <p:cNvGrpSpPr/>
        <p:nvPr/>
      </p:nvGrpSpPr>
      <p:grpSpPr>
        <a:xfrm>
          <a:off x="0" y="0"/>
          <a:ext cx="0" cy="0"/>
          <a:chOff x="0" y="0"/>
          <a:chExt cx="0" cy="0"/>
        </a:xfrm>
      </p:grpSpPr>
      <p:sp>
        <p:nvSpPr>
          <p:cNvPr id="4" name="Title"/>
          <p:cNvSpPr>
            <a:spLocks noGrp="1"/>
          </p:cNvSpPr>
          <p:nvPr userDrawn="1">
            <p:ph type="title" hasCustomPrompt="1"/>
          </p:nvPr>
        </p:nvSpPr>
        <p:spPr>
          <a:xfrm>
            <a:off x="503239" y="2706317"/>
            <a:ext cx="5129700" cy="997196"/>
          </a:xfrm>
        </p:spPr>
        <p:txBody>
          <a:bodyPr anchor="b" anchorCtr="0">
            <a:noAutofit/>
          </a:bodyPr>
          <a:lstStyle>
            <a:lvl1pPr>
              <a:lnSpc>
                <a:spcPct val="90000"/>
              </a:lnSpc>
              <a:defRPr sz="3600" b="0" i="0">
                <a:solidFill>
                  <a:schemeClr val="tx1"/>
                </a:solidFill>
                <a:latin typeface="72 Brand Medium" panose="020B0504030603020204" pitchFamily="34" charset="0"/>
                <a:cs typeface="Arial" panose="020B0604020202020204"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sp>
        <p:nvSpPr>
          <p:cNvPr id="5" name="Freeform 139">
            <a:extLst>
              <a:ext uri="{FF2B5EF4-FFF2-40B4-BE49-F238E27FC236}">
                <a16:creationId xmlns:a16="http://schemas.microsoft.com/office/drawing/2014/main" id="{FA0F61C1-1CC3-1F5A-18B8-8E26514F6688}"/>
              </a:ext>
            </a:extLst>
          </p:cNvPr>
          <p:cNvSpPr>
            <a:spLocks noChangeAspect="1"/>
          </p:cNvSpPr>
          <p:nvPr userDrawn="1"/>
        </p:nvSpPr>
        <p:spPr>
          <a:xfrm>
            <a:off x="5970588" y="1931313"/>
            <a:ext cx="5660044" cy="2829600"/>
          </a:xfrm>
          <a:custGeom>
            <a:avLst/>
            <a:gdLst>
              <a:gd name="connsiteX0" fmla="*/ 3258914 w 3582451"/>
              <a:gd name="connsiteY0" fmla="*/ 133987 h 1790958"/>
              <a:gd name="connsiteX1" fmla="*/ 1735702 w 3582451"/>
              <a:gd name="connsiteY1" fmla="*/ 1656971 h 1790958"/>
              <a:gd name="connsiteX2" fmla="*/ 134007 w 3582451"/>
              <a:gd name="connsiteY2" fmla="*/ 1656971 h 1790958"/>
              <a:gd name="connsiteX3" fmla="*/ 134007 w 3582451"/>
              <a:gd name="connsiteY3" fmla="*/ 133987 h 1790958"/>
              <a:gd name="connsiteX4" fmla="*/ 3258914 w 3582451"/>
              <a:gd name="connsiteY4" fmla="*/ 133987 h 1790958"/>
              <a:gd name="connsiteX5" fmla="*/ 3582451 w 3582451"/>
              <a:gd name="connsiteY5" fmla="*/ 0 h 1790958"/>
              <a:gd name="connsiteX6" fmla="*/ 0 w 3582451"/>
              <a:gd name="connsiteY6" fmla="*/ 0 h 1790958"/>
              <a:gd name="connsiteX7" fmla="*/ 0 w 3582451"/>
              <a:gd name="connsiteY7" fmla="*/ 1790958 h 1790958"/>
              <a:gd name="connsiteX8" fmla="*/ 1791226 w 3582451"/>
              <a:gd name="connsiteY8" fmla="*/ 1790958 h 1790958"/>
              <a:gd name="connsiteX9" fmla="*/ 3582451 w 3582451"/>
              <a:gd name="connsiteY9" fmla="*/ 0 h 1790958"/>
              <a:gd name="connsiteX10" fmla="*/ 3582451 w 3582451"/>
              <a:gd name="connsiteY10" fmla="*/ 0 h 1790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82451" h="1790958">
                <a:moveTo>
                  <a:pt x="3258914" y="133987"/>
                </a:moveTo>
                <a:lnTo>
                  <a:pt x="1735702" y="1656971"/>
                </a:lnTo>
                <a:lnTo>
                  <a:pt x="134007" y="1656971"/>
                </a:lnTo>
                <a:lnTo>
                  <a:pt x="134007" y="133987"/>
                </a:lnTo>
                <a:lnTo>
                  <a:pt x="3258914" y="133987"/>
                </a:lnTo>
                <a:moveTo>
                  <a:pt x="3582451" y="0"/>
                </a:moveTo>
                <a:lnTo>
                  <a:pt x="0" y="0"/>
                </a:lnTo>
                <a:lnTo>
                  <a:pt x="0" y="1790958"/>
                </a:lnTo>
                <a:lnTo>
                  <a:pt x="1791226" y="1790958"/>
                </a:lnTo>
                <a:lnTo>
                  <a:pt x="3582451" y="0"/>
                </a:lnTo>
                <a:lnTo>
                  <a:pt x="3582451" y="0"/>
                </a:lnTo>
                <a:close/>
              </a:path>
            </a:pathLst>
          </a:custGeom>
          <a:solidFill>
            <a:srgbClr val="1B90FF"/>
          </a:solidFill>
          <a:ln w="4467" cap="flat">
            <a:noFill/>
            <a:prstDash val="solid"/>
            <a:miter/>
          </a:ln>
        </p:spPr>
        <p:txBody>
          <a:bodyPr rtlCol="0" anchor="ctr"/>
          <a:lstStyle/>
          <a:p>
            <a:pPr defTabSz="1088654"/>
            <a:endParaRPr lang="en-US" sz="2100">
              <a:solidFill>
                <a:srgbClr val="000000"/>
              </a:solidFill>
              <a:latin typeface="72 Brand" panose="020B0504030603020204" pitchFamily="34" charset="0"/>
            </a:endParaRPr>
          </a:p>
        </p:txBody>
      </p:sp>
      <p:pic>
        <p:nvPicPr>
          <p:cNvPr id="1030349445" name="LogoBlack-Dynamic" descr="{&quot;templafy&quot;:{&quot;id&quot;:&quot;47b665af-454a-472a-96d7-20807d726a47&quot;}}"/>
          <p:cNvPicPr>
            <a:picLocks noChangeAspect="1"/>
          </p:cNvPicPr>
          <p:nvPr/>
        </p:nvPicPr>
        <p:blipFill>
          <a:blip r:embed="rId2"/>
          <a:stretch>
            <a:fillRect/>
          </a:stretch>
        </p:blipFill>
        <p:spPr>
          <a:xfrm>
            <a:off x="504000" y="504000"/>
            <a:ext cx="2997983" cy="360000"/>
          </a:xfrm>
          <a:prstGeom prst="rect">
            <a:avLst/>
          </a:prstGeom>
        </p:spPr>
      </p:pic>
    </p:spTree>
    <p:extLst>
      <p:ext uri="{BB962C8B-B14F-4D97-AF65-F5344CB8AC3E}">
        <p14:creationId xmlns:p14="http://schemas.microsoft.com/office/powerpoint/2010/main" val="1990844581"/>
      </p:ext>
    </p:extLst>
  </p:cSld>
  <p:clrMapOvr>
    <a:masterClrMapping/>
  </p:clrMapOvr>
  <p:extLst>
    <p:ext uri="{DCECCB84-F9BA-43D5-87BE-67443E8EF086}">
      <p15:sldGuideLst xmlns:p15="http://schemas.microsoft.com/office/powerpoint/2012/main">
        <p15:guide id="2" orient="horz" pos="1701">
          <p15:clr>
            <a:srgbClr val="FBAE40"/>
          </p15:clr>
        </p15:guide>
        <p15:guide id="3" orient="horz" pos="2688">
          <p15:clr>
            <a:srgbClr val="FBAE40"/>
          </p15:clr>
        </p15:guide>
        <p15:guide id="4" orient="horz" pos="2341">
          <p15:clr>
            <a:srgbClr val="FBAE40"/>
          </p15:clr>
        </p15:guide>
        <p15:guide id="5" orient="horz" pos="299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ver G">
    <p:bg>
      <p:bgPr>
        <a:solidFill>
          <a:schemeClr val="bg1"/>
        </a:solidFill>
        <a:effectLst/>
      </p:bgPr>
    </p:bg>
    <p:spTree>
      <p:nvGrpSpPr>
        <p:cNvPr id="1" name=""/>
        <p:cNvGrpSpPr/>
        <p:nvPr/>
      </p:nvGrpSpPr>
      <p:grpSpPr>
        <a:xfrm>
          <a:off x="0" y="0"/>
          <a:ext cx="0" cy="0"/>
          <a:chOff x="0" y="0"/>
          <a:chExt cx="0" cy="0"/>
        </a:xfrm>
      </p:grpSpPr>
      <p:sp>
        <p:nvSpPr>
          <p:cNvPr id="4" name="Title"/>
          <p:cNvSpPr>
            <a:spLocks noGrp="1"/>
          </p:cNvSpPr>
          <p:nvPr userDrawn="1">
            <p:ph type="title" hasCustomPrompt="1"/>
          </p:nvPr>
        </p:nvSpPr>
        <p:spPr>
          <a:xfrm>
            <a:off x="503238" y="2706317"/>
            <a:ext cx="5100393" cy="997196"/>
          </a:xfrm>
        </p:spPr>
        <p:txBody>
          <a:bodyPr anchor="b" anchorCtr="0">
            <a:noAutofit/>
          </a:bodyPr>
          <a:lstStyle>
            <a:lvl1pPr>
              <a:lnSpc>
                <a:spcPct val="90000"/>
              </a:lnSpc>
              <a:defRPr sz="3600" b="0" i="0">
                <a:solidFill>
                  <a:schemeClr val="tx1"/>
                </a:solidFill>
                <a:latin typeface="72 Brand Medium" panose="020B0504030603020204" pitchFamily="34" charset="0"/>
                <a:cs typeface="Arial" panose="020B0604020202020204"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pic>
        <p:nvPicPr>
          <p:cNvPr id="7" name="Picture 6">
            <a:extLst>
              <a:ext uri="{FF2B5EF4-FFF2-40B4-BE49-F238E27FC236}">
                <a16:creationId xmlns:a16="http://schemas.microsoft.com/office/drawing/2014/main" id="{4E45A13C-829D-1987-9534-F97491F0C5FB}"/>
              </a:ext>
            </a:extLst>
          </p:cNvPr>
          <p:cNvPicPr>
            <a:picLocks noChangeAspect="1"/>
          </p:cNvPicPr>
          <p:nvPr userDrawn="1"/>
        </p:nvPicPr>
        <p:blipFill>
          <a:blip r:embed="rId2"/>
          <a:stretch>
            <a:fillRect/>
          </a:stretch>
        </p:blipFill>
        <p:spPr>
          <a:xfrm>
            <a:off x="5970588" y="1931313"/>
            <a:ext cx="5685160" cy="2829600"/>
          </a:xfrm>
          <a:prstGeom prst="rect">
            <a:avLst/>
          </a:prstGeom>
        </p:spPr>
      </p:pic>
      <p:pic>
        <p:nvPicPr>
          <p:cNvPr id="805119815" name="LogoBlue-Dynamic" descr="{&quot;templafy&quot;:{&quot;id&quot;:&quot;ecdbf1a6-00b9-44a0-b6de-5862314cb32e&quot;}}"/>
          <p:cNvPicPr>
            <a:picLocks noChangeAspect="1"/>
          </p:cNvPicPr>
          <p:nvPr/>
        </p:nvPicPr>
        <p:blipFill>
          <a:blip r:embed="rId3"/>
          <a:stretch>
            <a:fillRect/>
          </a:stretch>
        </p:blipFill>
        <p:spPr>
          <a:xfrm>
            <a:off x="504000" y="504000"/>
            <a:ext cx="2997983" cy="360000"/>
          </a:xfrm>
          <a:prstGeom prst="rect">
            <a:avLst/>
          </a:prstGeom>
        </p:spPr>
      </p:pic>
    </p:spTree>
    <p:extLst>
      <p:ext uri="{BB962C8B-B14F-4D97-AF65-F5344CB8AC3E}">
        <p14:creationId xmlns:p14="http://schemas.microsoft.com/office/powerpoint/2010/main" val="1779813462"/>
      </p:ext>
    </p:extLst>
  </p:cSld>
  <p:clrMapOvr>
    <a:masterClrMapping/>
  </p:clrMapOvr>
  <p:extLst>
    <p:ext uri="{DCECCB84-F9BA-43D5-87BE-67443E8EF086}">
      <p15:sldGuideLst xmlns:p15="http://schemas.microsoft.com/office/powerpoint/2012/main">
        <p15:guide id="2" orient="horz" pos="1701">
          <p15:clr>
            <a:srgbClr val="FBAE40"/>
          </p15:clr>
        </p15:guide>
        <p15:guide id="3" orient="horz" pos="2688">
          <p15:clr>
            <a:srgbClr val="FBAE40"/>
          </p15:clr>
        </p15:guide>
        <p15:guide id="4" orient="horz" pos="2341">
          <p15:clr>
            <a:srgbClr val="FBAE40"/>
          </p15:clr>
        </p15:guide>
        <p15:guide id="5" orient="horz" pos="2999">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ver H">
    <p:bg>
      <p:bgPr>
        <a:solidFill>
          <a:srgbClr val="D1EF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729E6C33-847C-5792-E2BD-5963C662ECED}"/>
              </a:ext>
            </a:extLst>
          </p:cNvPr>
          <p:cNvSpPr>
            <a:spLocks noGrp="1"/>
          </p:cNvSpPr>
          <p:nvPr>
            <p:ph type="title" hasCustomPrompt="1"/>
          </p:nvPr>
        </p:nvSpPr>
        <p:spPr>
          <a:xfrm>
            <a:off x="503239" y="2706317"/>
            <a:ext cx="5112116" cy="997196"/>
          </a:xfrm>
        </p:spPr>
        <p:txBody>
          <a:bodyPr anchor="b" anchorCtr="0">
            <a:noAutofit/>
          </a:bodyPr>
          <a:lstStyle>
            <a:lvl1pPr>
              <a:lnSpc>
                <a:spcPct val="90000"/>
              </a:lnSpc>
              <a:defRPr sz="3600" b="0" i="0">
                <a:solidFill>
                  <a:schemeClr val="tx1"/>
                </a:solidFill>
                <a:latin typeface="72 Brand Medium" panose="020B0504030603020204"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sp>
        <p:nvSpPr>
          <p:cNvPr id="14" name="Picture Placeholder 5">
            <a:extLst>
              <a:ext uri="{FF2B5EF4-FFF2-40B4-BE49-F238E27FC236}">
                <a16:creationId xmlns:a16="http://schemas.microsoft.com/office/drawing/2014/main" id="{D2BFABF1-DD81-F2D4-FD65-DBCD6636029A}"/>
              </a:ext>
            </a:extLst>
          </p:cNvPr>
          <p:cNvSpPr>
            <a:spLocks noGrp="1"/>
          </p:cNvSpPr>
          <p:nvPr>
            <p:ph type="pic" sz="quarter" idx="10" hasCustomPrompt="1"/>
          </p:nvPr>
        </p:nvSpPr>
        <p:spPr>
          <a:xfrm>
            <a:off x="5980250" y="1932069"/>
            <a:ext cx="5711687" cy="2828844"/>
          </a:xfrm>
          <a:custGeom>
            <a:avLst/>
            <a:gdLst>
              <a:gd name="connsiteX0" fmla="*/ 0 w 5453062"/>
              <a:gd name="connsiteY0" fmla="*/ 0 h 2700337"/>
              <a:gd name="connsiteX1" fmla="*/ 5453062 w 5453062"/>
              <a:gd name="connsiteY1" fmla="*/ 0 h 2700337"/>
              <a:gd name="connsiteX2" fmla="*/ 5453062 w 5453062"/>
              <a:gd name="connsiteY2" fmla="*/ 2700337 h 2700337"/>
              <a:gd name="connsiteX3" fmla="*/ 0 w 5453062"/>
              <a:gd name="connsiteY3" fmla="*/ 2700337 h 2700337"/>
              <a:gd name="connsiteX4" fmla="*/ 0 w 5453062"/>
              <a:gd name="connsiteY4" fmla="*/ 0 h 2700337"/>
              <a:gd name="connsiteX0" fmla="*/ 0 w 5453062"/>
              <a:gd name="connsiteY0" fmla="*/ 0 h 2758526"/>
              <a:gd name="connsiteX1" fmla="*/ 5453062 w 5453062"/>
              <a:gd name="connsiteY1" fmla="*/ 0 h 2758526"/>
              <a:gd name="connsiteX2" fmla="*/ 2751426 w 5453062"/>
              <a:gd name="connsiteY2" fmla="*/ 2758526 h 2758526"/>
              <a:gd name="connsiteX3" fmla="*/ 0 w 5453062"/>
              <a:gd name="connsiteY3" fmla="*/ 2700337 h 2758526"/>
              <a:gd name="connsiteX4" fmla="*/ 0 w 5453062"/>
              <a:gd name="connsiteY4" fmla="*/ 0 h 2758526"/>
              <a:gd name="connsiteX0" fmla="*/ 0 w 5453062"/>
              <a:gd name="connsiteY0" fmla="*/ 0 h 2700337"/>
              <a:gd name="connsiteX1" fmla="*/ 5453062 w 5453062"/>
              <a:gd name="connsiteY1" fmla="*/ 0 h 2700337"/>
              <a:gd name="connsiteX2" fmla="*/ 2726487 w 5453062"/>
              <a:gd name="connsiteY2" fmla="*/ 2700336 h 2700337"/>
              <a:gd name="connsiteX3" fmla="*/ 0 w 5453062"/>
              <a:gd name="connsiteY3" fmla="*/ 2700337 h 2700337"/>
              <a:gd name="connsiteX4" fmla="*/ 0 w 5453062"/>
              <a:gd name="connsiteY4" fmla="*/ 0 h 2700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3062" h="2700337">
                <a:moveTo>
                  <a:pt x="0" y="0"/>
                </a:moveTo>
                <a:lnTo>
                  <a:pt x="5453062" y="0"/>
                </a:lnTo>
                <a:lnTo>
                  <a:pt x="2726487" y="2700336"/>
                </a:lnTo>
                <a:lnTo>
                  <a:pt x="0" y="2700337"/>
                </a:lnTo>
                <a:lnTo>
                  <a:pt x="0" y="0"/>
                </a:lnTo>
                <a:close/>
              </a:path>
            </a:pathLst>
          </a:custGeom>
          <a:solidFill>
            <a:srgbClr val="1B90FF"/>
          </a:solidFill>
        </p:spPr>
        <p:txBody>
          <a:bodyPr anchor="ctr" anchorCtr="0"/>
          <a:lstStyle>
            <a:lvl1pPr marL="0" indent="0" algn="l">
              <a:buNone/>
              <a:defRPr>
                <a:solidFill>
                  <a:schemeClr val="tx1"/>
                </a:solidFill>
              </a:defRPr>
            </a:lvl1pPr>
          </a:lstStyle>
          <a:p>
            <a:r>
              <a:rPr lang="en-US"/>
              <a:t>         Click to add image</a:t>
            </a:r>
          </a:p>
        </p:txBody>
      </p:sp>
      <p:pic>
        <p:nvPicPr>
          <p:cNvPr id="1895049464" name="LogoBlack-Dynamic" descr="{&quot;templafy&quot;:{&quot;id&quot;:&quot;9981027a-5211-4adc-b1df-983b0e50a5c4&quot;}}"/>
          <p:cNvPicPr>
            <a:picLocks noChangeAspect="1"/>
          </p:cNvPicPr>
          <p:nvPr/>
        </p:nvPicPr>
        <p:blipFill>
          <a:blip r:embed="rId2"/>
          <a:stretch>
            <a:fillRect/>
          </a:stretch>
        </p:blipFill>
        <p:spPr>
          <a:xfrm>
            <a:off x="504000" y="504000"/>
            <a:ext cx="2997983" cy="360000"/>
          </a:xfrm>
          <a:prstGeom prst="rect">
            <a:avLst/>
          </a:prstGeom>
        </p:spPr>
      </p:pic>
    </p:spTree>
    <p:extLst>
      <p:ext uri="{BB962C8B-B14F-4D97-AF65-F5344CB8AC3E}">
        <p14:creationId xmlns:p14="http://schemas.microsoft.com/office/powerpoint/2010/main" val="1084997862"/>
      </p:ext>
    </p:extLst>
  </p:cSld>
  <p:clrMapOvr>
    <a:masterClrMapping/>
  </p:clrMapOvr>
  <p:extLst>
    <p:ext uri="{DCECCB84-F9BA-43D5-87BE-67443E8EF086}">
      <p15:sldGuideLst xmlns:p15="http://schemas.microsoft.com/office/powerpoint/2012/main">
        <p15:guide id="2" orient="horz" pos="1701" userDrawn="1">
          <p15:clr>
            <a:srgbClr val="FBAE40"/>
          </p15:clr>
        </p15:guide>
        <p15:guide id="3" orient="horz" pos="2688">
          <p15:clr>
            <a:srgbClr val="FBAE40"/>
          </p15:clr>
        </p15:guide>
        <p15:guide id="4" orient="horz" pos="2341">
          <p15:clr>
            <a:srgbClr val="FBAE40"/>
          </p15:clr>
        </p15:guide>
        <p15:guide id="5" orient="horz" pos="2999"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ver I">
    <p:bg>
      <p:bgRef idx="1001">
        <a:schemeClr val="bg1"/>
      </p:bgRef>
    </p:bg>
    <p:spTree>
      <p:nvGrpSpPr>
        <p:cNvPr id="1" name=""/>
        <p:cNvGrpSpPr/>
        <p:nvPr/>
      </p:nvGrpSpPr>
      <p:grpSpPr>
        <a:xfrm>
          <a:off x="0" y="0"/>
          <a:ext cx="0" cy="0"/>
          <a:chOff x="0" y="0"/>
          <a:chExt cx="0" cy="0"/>
        </a:xfrm>
      </p:grpSpPr>
      <p:sp>
        <p:nvSpPr>
          <p:cNvPr id="3" name="Title"/>
          <p:cNvSpPr>
            <a:spLocks noGrp="1"/>
          </p:cNvSpPr>
          <p:nvPr>
            <p:ph type="title" hasCustomPrompt="1"/>
          </p:nvPr>
        </p:nvSpPr>
        <p:spPr>
          <a:xfrm>
            <a:off x="503238" y="4024430"/>
            <a:ext cx="11187112" cy="997196"/>
          </a:xfrm>
        </p:spPr>
        <p:txBody>
          <a:bodyPr vert="horz" wrap="square" lIns="0" tIns="0" rIns="0" bIns="0" rtlCol="0">
            <a:noAutofit/>
          </a:bodyPr>
          <a:lstStyle>
            <a:lvl1pPr>
              <a:lnSpc>
                <a:spcPct val="90000"/>
              </a:lnSpc>
              <a:defRPr lang="de-DE" sz="3600" b="0" i="0" dirty="0">
                <a:latin typeface="72 Brand Medium" panose="020B0504030603020204" pitchFamily="34" charset="0"/>
                <a:ea typeface="+mn-ea"/>
                <a:cs typeface="+mn-cs"/>
              </a:defRPr>
            </a:lvl1pPr>
          </a:lstStyle>
          <a:p>
            <a:pPr lvl="0"/>
            <a:r>
              <a:rPr lang="en-US"/>
              <a:t>Title goes here</a:t>
            </a:r>
            <a:br>
              <a:rPr lang="en-US"/>
            </a:br>
            <a:r>
              <a:rPr lang="en-US"/>
              <a:t>and here and here</a:t>
            </a:r>
          </a:p>
        </p:txBody>
      </p:sp>
      <p:sp>
        <p:nvSpPr>
          <p:cNvPr id="7" name="Picture Placeholder 6">
            <a:extLst>
              <a:ext uri="{FF2B5EF4-FFF2-40B4-BE49-F238E27FC236}">
                <a16:creationId xmlns:a16="http://schemas.microsoft.com/office/drawing/2014/main" id="{4FA78832-C268-4EC5-BB82-7F9D7F5B51B2}"/>
              </a:ext>
            </a:extLst>
          </p:cNvPr>
          <p:cNvSpPr>
            <a:spLocks noGrp="1"/>
          </p:cNvSpPr>
          <p:nvPr>
            <p:ph type="pic" sz="quarter" idx="16" hasCustomPrompt="1"/>
          </p:nvPr>
        </p:nvSpPr>
        <p:spPr>
          <a:xfrm>
            <a:off x="0" y="-1"/>
            <a:ext cx="12195175" cy="3430800"/>
          </a:xfrm>
        </p:spPr>
        <p:txBody>
          <a:bodyPr anchor="ctr" anchorCtr="0"/>
          <a:lstStyle>
            <a:lvl1pPr marL="0" marR="0" indent="0" algn="ctr" defTabSz="1088558" rtl="0" eaLnBrk="1" fontAlgn="auto" latinLnBrk="0" hangingPunct="1">
              <a:lnSpc>
                <a:spcPct val="100000"/>
              </a:lnSpc>
              <a:spcBef>
                <a:spcPts val="1800"/>
              </a:spcBef>
              <a:spcAft>
                <a:spcPts val="0"/>
              </a:spcAft>
              <a:buClr>
                <a:schemeClr val="accent1"/>
              </a:buClr>
              <a:buSzPct val="80000"/>
              <a:buFontTx/>
              <a:buNone/>
              <a:tabLst/>
              <a:defRPr/>
            </a:lvl1pPr>
          </a:lstStyle>
          <a:p>
            <a:pPr marL="0" marR="0" lvl="0" indent="0" algn="ctr" defTabSz="1088558" rtl="0" eaLnBrk="1" fontAlgn="auto" latinLnBrk="0" hangingPunct="1">
              <a:lnSpc>
                <a:spcPct val="100000"/>
              </a:lnSpc>
              <a:spcBef>
                <a:spcPts val="1800"/>
              </a:spcBef>
              <a:spcAft>
                <a:spcPts val="0"/>
              </a:spcAft>
              <a:buClr>
                <a:schemeClr val="accent1"/>
              </a:buClr>
              <a:buSzPct val="80000"/>
              <a:buFontTx/>
              <a:buNone/>
              <a:tabLst/>
              <a:defRPr/>
            </a:pPr>
            <a:r>
              <a:rPr lang="en-US"/>
              <a:t>Click to insert picture</a:t>
            </a:r>
          </a:p>
        </p:txBody>
      </p:sp>
      <p:pic>
        <p:nvPicPr>
          <p:cNvPr id="854363286" name="LogoBlue-Dynamic" descr="{&quot;templafy&quot;:{&quot;id&quot;:&quot;573e776e-75fc-4ee1-8660-ec2ab2510b95&quot;}}"/>
          <p:cNvPicPr>
            <a:picLocks noChangeAspect="1"/>
          </p:cNvPicPr>
          <p:nvPr/>
        </p:nvPicPr>
        <p:blipFill>
          <a:blip r:embed="rId2"/>
          <a:stretch>
            <a:fillRect/>
          </a:stretch>
        </p:blipFill>
        <p:spPr>
          <a:xfrm>
            <a:off x="504000" y="5998166"/>
            <a:ext cx="2997983" cy="360000"/>
          </a:xfrm>
          <a:prstGeom prst="rect">
            <a:avLst/>
          </a:prstGeom>
        </p:spPr>
      </p:pic>
    </p:spTree>
    <p:extLst>
      <p:ext uri="{BB962C8B-B14F-4D97-AF65-F5344CB8AC3E}">
        <p14:creationId xmlns:p14="http://schemas.microsoft.com/office/powerpoint/2010/main" val="218385053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orient="horz" pos="2162">
          <p15:clr>
            <a:srgbClr val="FBAE40"/>
          </p15:clr>
        </p15:guide>
        <p15:guide id="5" orient="horz" pos="2534">
          <p15:clr>
            <a:srgbClr val="FBAE40"/>
          </p15:clr>
        </p15:guide>
        <p15:guide id="6" orient="horz" pos="3164">
          <p15:clr>
            <a:srgbClr val="FBAE40"/>
          </p15:clr>
        </p15:guide>
        <p15:guide id="7" orient="horz" pos="3232">
          <p15:clr>
            <a:srgbClr val="FBAE40"/>
          </p15:clr>
        </p15:guide>
        <p15:guide id="8" orient="horz" pos="3543"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ver J">
    <p:bg>
      <p:bgRef idx="1001">
        <a:schemeClr val="bg1"/>
      </p:bgRef>
    </p:bg>
    <p:spTree>
      <p:nvGrpSpPr>
        <p:cNvPr id="1" name=""/>
        <p:cNvGrpSpPr/>
        <p:nvPr/>
      </p:nvGrpSpPr>
      <p:grpSpPr>
        <a:xfrm>
          <a:off x="0" y="0"/>
          <a:ext cx="0" cy="0"/>
          <a:chOff x="0" y="0"/>
          <a:chExt cx="0" cy="0"/>
        </a:xfrm>
      </p:grpSpPr>
      <p:sp>
        <p:nvSpPr>
          <p:cNvPr id="3" name="Title"/>
          <p:cNvSpPr>
            <a:spLocks noGrp="1"/>
          </p:cNvSpPr>
          <p:nvPr>
            <p:ph type="title" hasCustomPrompt="1"/>
          </p:nvPr>
        </p:nvSpPr>
        <p:spPr>
          <a:xfrm>
            <a:off x="503238" y="4024430"/>
            <a:ext cx="10683936" cy="997196"/>
          </a:xfrm>
        </p:spPr>
        <p:txBody>
          <a:bodyPr vert="horz" wrap="square" lIns="0" tIns="0" rIns="0" bIns="0" rtlCol="0">
            <a:noAutofit/>
          </a:bodyPr>
          <a:lstStyle>
            <a:lvl1pPr>
              <a:lnSpc>
                <a:spcPct val="90000"/>
              </a:lnSpc>
              <a:defRPr lang="de-DE" sz="3600" b="0" i="0" dirty="0">
                <a:latin typeface="72 Brand Medium" panose="020B0504030603020204" pitchFamily="34" charset="0"/>
                <a:ea typeface="+mn-ea"/>
                <a:cs typeface="+mn-cs"/>
              </a:defRPr>
            </a:lvl1pPr>
          </a:lstStyle>
          <a:p>
            <a:pPr lvl="0"/>
            <a:r>
              <a:rPr lang="en-GB"/>
              <a:t>Title goes here</a:t>
            </a:r>
            <a:br>
              <a:rPr lang="en-GB"/>
            </a:br>
            <a:r>
              <a:rPr lang="en-GB"/>
              <a:t>and here and here</a:t>
            </a:r>
            <a:endParaRPr lang="en-US"/>
          </a:p>
        </p:txBody>
      </p:sp>
      <p:pic>
        <p:nvPicPr>
          <p:cNvPr id="143630216" name="LogoBlue-Dynamic" descr="{&quot;templafy&quot;:{&quot;id&quot;:&quot;f519ff18-b154-4733-b543-689663311305&quot;}}"/>
          <p:cNvPicPr>
            <a:picLocks noChangeAspect="1"/>
          </p:cNvPicPr>
          <p:nvPr/>
        </p:nvPicPr>
        <p:blipFill>
          <a:blip r:embed="rId2"/>
          <a:stretch>
            <a:fillRect/>
          </a:stretch>
        </p:blipFill>
        <p:spPr>
          <a:xfrm>
            <a:off x="504000" y="5997600"/>
            <a:ext cx="2997983" cy="360000"/>
          </a:xfrm>
          <a:prstGeom prst="rect">
            <a:avLst/>
          </a:prstGeom>
        </p:spPr>
      </p:pic>
      <p:sp>
        <p:nvSpPr>
          <p:cNvPr id="2" name="Rectangle 1">
            <a:extLst>
              <a:ext uri="{FF2B5EF4-FFF2-40B4-BE49-F238E27FC236}">
                <a16:creationId xmlns:a16="http://schemas.microsoft.com/office/drawing/2014/main" id="{22A511F2-AB36-486F-DD38-75D70E7966D1}"/>
              </a:ext>
            </a:extLst>
          </p:cNvPr>
          <p:cNvSpPr/>
          <p:nvPr userDrawn="1"/>
        </p:nvSpPr>
        <p:spPr bwMode="gray">
          <a:xfrm>
            <a:off x="0" y="-1"/>
            <a:ext cx="12195175" cy="3429001"/>
          </a:xfrm>
          <a:prstGeom prst="rect">
            <a:avLst/>
          </a:prstGeom>
          <a:solidFill>
            <a:srgbClr val="002A86"/>
          </a:solid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400" b="0" i="0" u="none" strike="noStrike" kern="0" cap="none" spc="0" normalizeH="0" baseline="0" noProof="0" err="1">
              <a:ln>
                <a:noFill/>
              </a:ln>
              <a:effectLst/>
              <a:uLnTx/>
              <a:uFillTx/>
              <a:latin typeface="+mn-lt"/>
              <a:ea typeface="72 Brand" pitchFamily="34" charset="-128"/>
              <a:cs typeface="72 Brand" pitchFamily="34" charset="-128"/>
            </a:endParaRPr>
          </a:p>
        </p:txBody>
      </p:sp>
      <p:pic>
        <p:nvPicPr>
          <p:cNvPr id="5" name="Image 1" descr="preencoded.png">
            <a:extLst>
              <a:ext uri="{FF2B5EF4-FFF2-40B4-BE49-F238E27FC236}">
                <a16:creationId xmlns:a16="http://schemas.microsoft.com/office/drawing/2014/main" id="{F499F4C9-2427-3F8A-52CC-B08C56B79E11}"/>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610894" y="503238"/>
            <a:ext cx="4085806" cy="2006067"/>
          </a:xfrm>
          <a:prstGeom prst="rect">
            <a:avLst/>
          </a:prstGeom>
        </p:spPr>
      </p:pic>
    </p:spTree>
    <p:extLst>
      <p:ext uri="{BB962C8B-B14F-4D97-AF65-F5344CB8AC3E}">
        <p14:creationId xmlns:p14="http://schemas.microsoft.com/office/powerpoint/2010/main" val="334032142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orient="horz" pos="2162">
          <p15:clr>
            <a:srgbClr val="FBAE40"/>
          </p15:clr>
        </p15:guide>
        <p15:guide id="5" orient="horz" pos="2534">
          <p15:clr>
            <a:srgbClr val="FBAE40"/>
          </p15:clr>
        </p15:guide>
        <p15:guide id="6" orient="horz" pos="3164">
          <p15:clr>
            <a:srgbClr val="FBAE40"/>
          </p15:clr>
        </p15:guide>
        <p15:guide id="7" orient="horz" pos="3232">
          <p15:clr>
            <a:srgbClr val="FBAE40"/>
          </p15:clr>
        </p15:guide>
        <p15:guide id="8" orient="horz" pos="3543">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ver K">
    <p:bg>
      <p:bgPr>
        <a:solidFill>
          <a:srgbClr val="1B90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729E6C33-847C-5792-E2BD-5963C662ECED}"/>
              </a:ext>
            </a:extLst>
          </p:cNvPr>
          <p:cNvSpPr>
            <a:spLocks noGrp="1"/>
          </p:cNvSpPr>
          <p:nvPr>
            <p:ph type="title" hasCustomPrompt="1"/>
          </p:nvPr>
        </p:nvSpPr>
        <p:spPr>
          <a:xfrm>
            <a:off x="503238" y="2706317"/>
            <a:ext cx="6134326" cy="997196"/>
          </a:xfrm>
        </p:spPr>
        <p:txBody>
          <a:bodyPr anchor="b" anchorCtr="0">
            <a:noAutofit/>
          </a:bodyPr>
          <a:lstStyle>
            <a:lvl1pPr>
              <a:lnSpc>
                <a:spcPct val="90000"/>
              </a:lnSpc>
              <a:defRPr sz="3600" b="0" i="0">
                <a:solidFill>
                  <a:schemeClr val="bg1"/>
                </a:solidFill>
                <a:latin typeface="72 Brand Medium" panose="020B0504030603020204"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pic>
        <p:nvPicPr>
          <p:cNvPr id="1526327986" name="LogoWhite-Dynamic" descr="{&quot;templafy&quot;:{&quot;id&quot;:&quot;6c42d5b6-2c61-4ebe-bbb6-feaf82495e6e&quot;}}"/>
          <p:cNvPicPr>
            <a:picLocks noChangeAspect="1"/>
          </p:cNvPicPr>
          <p:nvPr/>
        </p:nvPicPr>
        <p:blipFill>
          <a:blip r:embed="rId2"/>
          <a:stretch>
            <a:fillRect/>
          </a:stretch>
        </p:blipFill>
        <p:spPr>
          <a:xfrm>
            <a:off x="504000" y="504000"/>
            <a:ext cx="2997983" cy="360000"/>
          </a:xfrm>
          <a:prstGeom prst="rect">
            <a:avLst/>
          </a:prstGeom>
        </p:spPr>
      </p:pic>
      <p:sp>
        <p:nvSpPr>
          <p:cNvPr id="4" name="Free-form: Shape 3">
            <a:extLst>
              <a:ext uri="{FF2B5EF4-FFF2-40B4-BE49-F238E27FC236}">
                <a16:creationId xmlns:a16="http://schemas.microsoft.com/office/drawing/2014/main" id="{DE5B3AD0-1D89-347D-1FDC-8F83FFF6F994}"/>
              </a:ext>
            </a:extLst>
          </p:cNvPr>
          <p:cNvSpPr/>
          <p:nvPr userDrawn="1"/>
        </p:nvSpPr>
        <p:spPr bwMode="gray">
          <a:xfrm>
            <a:off x="6923314" y="0"/>
            <a:ext cx="5271861" cy="6858000"/>
          </a:xfrm>
          <a:custGeom>
            <a:avLst/>
            <a:gdLst>
              <a:gd name="connsiteX0" fmla="*/ 4527845 w 5271861"/>
              <a:gd name="connsiteY0" fmla="*/ 6407328 h 6858000"/>
              <a:gd name="connsiteX1" fmla="*/ 4527845 w 5271861"/>
              <a:gd name="connsiteY1" fmla="*/ 6579564 h 6858000"/>
              <a:gd name="connsiteX2" fmla="*/ 4716336 w 5271861"/>
              <a:gd name="connsiteY2" fmla="*/ 6579564 h 6858000"/>
              <a:gd name="connsiteX3" fmla="*/ 4898746 w 5271861"/>
              <a:gd name="connsiteY3" fmla="*/ 6407328 h 6858000"/>
              <a:gd name="connsiteX4" fmla="*/ 3485857 w 5271861"/>
              <a:gd name="connsiteY4" fmla="*/ 6407328 h 6858000"/>
              <a:gd name="connsiteX5" fmla="*/ 3485857 w 5271861"/>
              <a:gd name="connsiteY5" fmla="*/ 6579564 h 6858000"/>
              <a:gd name="connsiteX6" fmla="*/ 3674348 w 5271861"/>
              <a:gd name="connsiteY6" fmla="*/ 6579564 h 6858000"/>
              <a:gd name="connsiteX7" fmla="*/ 3856758 w 5271861"/>
              <a:gd name="connsiteY7" fmla="*/ 6407328 h 6858000"/>
              <a:gd name="connsiteX8" fmla="*/ 2443870 w 5271861"/>
              <a:gd name="connsiteY8" fmla="*/ 6407328 h 6858000"/>
              <a:gd name="connsiteX9" fmla="*/ 2443870 w 5271861"/>
              <a:gd name="connsiteY9" fmla="*/ 6579564 h 6858000"/>
              <a:gd name="connsiteX10" fmla="*/ 2635134 w 5271861"/>
              <a:gd name="connsiteY10" fmla="*/ 6579564 h 6858000"/>
              <a:gd name="connsiteX11" fmla="*/ 2820227 w 5271861"/>
              <a:gd name="connsiteY11" fmla="*/ 6407328 h 6858000"/>
              <a:gd name="connsiteX12" fmla="*/ 1407336 w 5271861"/>
              <a:gd name="connsiteY12" fmla="*/ 6407328 h 6858000"/>
              <a:gd name="connsiteX13" fmla="*/ 1407336 w 5271861"/>
              <a:gd name="connsiteY13" fmla="*/ 6579564 h 6858000"/>
              <a:gd name="connsiteX14" fmla="*/ 1595827 w 5271861"/>
              <a:gd name="connsiteY14" fmla="*/ 6579564 h 6858000"/>
              <a:gd name="connsiteX15" fmla="*/ 1778237 w 5271861"/>
              <a:gd name="connsiteY15" fmla="*/ 6407328 h 6858000"/>
              <a:gd name="connsiteX16" fmla="*/ 365348 w 5271861"/>
              <a:gd name="connsiteY16" fmla="*/ 6407328 h 6858000"/>
              <a:gd name="connsiteX17" fmla="*/ 365348 w 5271861"/>
              <a:gd name="connsiteY17" fmla="*/ 6579564 h 6858000"/>
              <a:gd name="connsiteX18" fmla="*/ 553839 w 5271861"/>
              <a:gd name="connsiteY18" fmla="*/ 6579564 h 6858000"/>
              <a:gd name="connsiteX19" fmla="*/ 736249 w 5271861"/>
              <a:gd name="connsiteY19" fmla="*/ 6407328 h 6858000"/>
              <a:gd name="connsiteX20" fmla="*/ 4527845 w 5271861"/>
              <a:gd name="connsiteY20" fmla="*/ 5635335 h 6858000"/>
              <a:gd name="connsiteX21" fmla="*/ 4527845 w 5271861"/>
              <a:gd name="connsiteY21" fmla="*/ 5807571 h 6858000"/>
              <a:gd name="connsiteX22" fmla="*/ 4716336 w 5271861"/>
              <a:gd name="connsiteY22" fmla="*/ 5807571 h 6858000"/>
              <a:gd name="connsiteX23" fmla="*/ 4898746 w 5271861"/>
              <a:gd name="connsiteY23" fmla="*/ 5635335 h 6858000"/>
              <a:gd name="connsiteX24" fmla="*/ 3485857 w 5271861"/>
              <a:gd name="connsiteY24" fmla="*/ 5635335 h 6858000"/>
              <a:gd name="connsiteX25" fmla="*/ 3485857 w 5271861"/>
              <a:gd name="connsiteY25" fmla="*/ 5807571 h 6858000"/>
              <a:gd name="connsiteX26" fmla="*/ 3674348 w 5271861"/>
              <a:gd name="connsiteY26" fmla="*/ 5807571 h 6858000"/>
              <a:gd name="connsiteX27" fmla="*/ 3856758 w 5271861"/>
              <a:gd name="connsiteY27" fmla="*/ 5635335 h 6858000"/>
              <a:gd name="connsiteX28" fmla="*/ 2443870 w 5271861"/>
              <a:gd name="connsiteY28" fmla="*/ 5635335 h 6858000"/>
              <a:gd name="connsiteX29" fmla="*/ 2443870 w 5271861"/>
              <a:gd name="connsiteY29" fmla="*/ 5807571 h 6858000"/>
              <a:gd name="connsiteX30" fmla="*/ 2635134 w 5271861"/>
              <a:gd name="connsiteY30" fmla="*/ 5807571 h 6858000"/>
              <a:gd name="connsiteX31" fmla="*/ 2820227 w 5271861"/>
              <a:gd name="connsiteY31" fmla="*/ 5635335 h 6858000"/>
              <a:gd name="connsiteX32" fmla="*/ 1407336 w 5271861"/>
              <a:gd name="connsiteY32" fmla="*/ 5635335 h 6858000"/>
              <a:gd name="connsiteX33" fmla="*/ 1407336 w 5271861"/>
              <a:gd name="connsiteY33" fmla="*/ 5807571 h 6858000"/>
              <a:gd name="connsiteX34" fmla="*/ 1595827 w 5271861"/>
              <a:gd name="connsiteY34" fmla="*/ 5807571 h 6858000"/>
              <a:gd name="connsiteX35" fmla="*/ 1778237 w 5271861"/>
              <a:gd name="connsiteY35" fmla="*/ 5635335 h 6858000"/>
              <a:gd name="connsiteX36" fmla="*/ 365348 w 5271861"/>
              <a:gd name="connsiteY36" fmla="*/ 5635335 h 6858000"/>
              <a:gd name="connsiteX37" fmla="*/ 365348 w 5271861"/>
              <a:gd name="connsiteY37" fmla="*/ 5807571 h 6858000"/>
              <a:gd name="connsiteX38" fmla="*/ 553839 w 5271861"/>
              <a:gd name="connsiteY38" fmla="*/ 5807571 h 6858000"/>
              <a:gd name="connsiteX39" fmla="*/ 736249 w 5271861"/>
              <a:gd name="connsiteY39" fmla="*/ 5635335 h 6858000"/>
              <a:gd name="connsiteX40" fmla="*/ 4527845 w 5271861"/>
              <a:gd name="connsiteY40" fmla="*/ 4869722 h 6858000"/>
              <a:gd name="connsiteX41" fmla="*/ 4527845 w 5271861"/>
              <a:gd name="connsiteY41" fmla="*/ 5041958 h 6858000"/>
              <a:gd name="connsiteX42" fmla="*/ 4716336 w 5271861"/>
              <a:gd name="connsiteY42" fmla="*/ 5041958 h 6858000"/>
              <a:gd name="connsiteX43" fmla="*/ 4898746 w 5271861"/>
              <a:gd name="connsiteY43" fmla="*/ 4869722 h 6858000"/>
              <a:gd name="connsiteX44" fmla="*/ 3485857 w 5271861"/>
              <a:gd name="connsiteY44" fmla="*/ 4869722 h 6858000"/>
              <a:gd name="connsiteX45" fmla="*/ 3485857 w 5271861"/>
              <a:gd name="connsiteY45" fmla="*/ 5041958 h 6858000"/>
              <a:gd name="connsiteX46" fmla="*/ 3674348 w 5271861"/>
              <a:gd name="connsiteY46" fmla="*/ 5041958 h 6858000"/>
              <a:gd name="connsiteX47" fmla="*/ 3856758 w 5271861"/>
              <a:gd name="connsiteY47" fmla="*/ 4869722 h 6858000"/>
              <a:gd name="connsiteX48" fmla="*/ 2443870 w 5271861"/>
              <a:gd name="connsiteY48" fmla="*/ 4869722 h 6858000"/>
              <a:gd name="connsiteX49" fmla="*/ 2443870 w 5271861"/>
              <a:gd name="connsiteY49" fmla="*/ 5041958 h 6858000"/>
              <a:gd name="connsiteX50" fmla="*/ 2635134 w 5271861"/>
              <a:gd name="connsiteY50" fmla="*/ 5041958 h 6858000"/>
              <a:gd name="connsiteX51" fmla="*/ 2820227 w 5271861"/>
              <a:gd name="connsiteY51" fmla="*/ 4869722 h 6858000"/>
              <a:gd name="connsiteX52" fmla="*/ 1407336 w 5271861"/>
              <a:gd name="connsiteY52" fmla="*/ 4869722 h 6858000"/>
              <a:gd name="connsiteX53" fmla="*/ 1407336 w 5271861"/>
              <a:gd name="connsiteY53" fmla="*/ 5041958 h 6858000"/>
              <a:gd name="connsiteX54" fmla="*/ 1595827 w 5271861"/>
              <a:gd name="connsiteY54" fmla="*/ 5041958 h 6858000"/>
              <a:gd name="connsiteX55" fmla="*/ 1778237 w 5271861"/>
              <a:gd name="connsiteY55" fmla="*/ 4869722 h 6858000"/>
              <a:gd name="connsiteX56" fmla="*/ 365348 w 5271861"/>
              <a:gd name="connsiteY56" fmla="*/ 4869722 h 6858000"/>
              <a:gd name="connsiteX57" fmla="*/ 365348 w 5271861"/>
              <a:gd name="connsiteY57" fmla="*/ 5041958 h 6858000"/>
              <a:gd name="connsiteX58" fmla="*/ 553839 w 5271861"/>
              <a:gd name="connsiteY58" fmla="*/ 5041958 h 6858000"/>
              <a:gd name="connsiteX59" fmla="*/ 736249 w 5271861"/>
              <a:gd name="connsiteY59" fmla="*/ 4869722 h 6858000"/>
              <a:gd name="connsiteX60" fmla="*/ 4527845 w 5271861"/>
              <a:gd name="connsiteY60" fmla="*/ 4097728 h 6858000"/>
              <a:gd name="connsiteX61" fmla="*/ 4527845 w 5271861"/>
              <a:gd name="connsiteY61" fmla="*/ 4269964 h 6858000"/>
              <a:gd name="connsiteX62" fmla="*/ 4716336 w 5271861"/>
              <a:gd name="connsiteY62" fmla="*/ 4269964 h 6858000"/>
              <a:gd name="connsiteX63" fmla="*/ 4898746 w 5271861"/>
              <a:gd name="connsiteY63" fmla="*/ 4097728 h 6858000"/>
              <a:gd name="connsiteX64" fmla="*/ 3485857 w 5271861"/>
              <a:gd name="connsiteY64" fmla="*/ 4097728 h 6858000"/>
              <a:gd name="connsiteX65" fmla="*/ 3485857 w 5271861"/>
              <a:gd name="connsiteY65" fmla="*/ 4269964 h 6858000"/>
              <a:gd name="connsiteX66" fmla="*/ 3674348 w 5271861"/>
              <a:gd name="connsiteY66" fmla="*/ 4269964 h 6858000"/>
              <a:gd name="connsiteX67" fmla="*/ 3856758 w 5271861"/>
              <a:gd name="connsiteY67" fmla="*/ 4097728 h 6858000"/>
              <a:gd name="connsiteX68" fmla="*/ 2443870 w 5271861"/>
              <a:gd name="connsiteY68" fmla="*/ 4097728 h 6858000"/>
              <a:gd name="connsiteX69" fmla="*/ 2443870 w 5271861"/>
              <a:gd name="connsiteY69" fmla="*/ 4269964 h 6858000"/>
              <a:gd name="connsiteX70" fmla="*/ 2635134 w 5271861"/>
              <a:gd name="connsiteY70" fmla="*/ 4269964 h 6858000"/>
              <a:gd name="connsiteX71" fmla="*/ 2820227 w 5271861"/>
              <a:gd name="connsiteY71" fmla="*/ 4097728 h 6858000"/>
              <a:gd name="connsiteX72" fmla="*/ 1407336 w 5271861"/>
              <a:gd name="connsiteY72" fmla="*/ 4097728 h 6858000"/>
              <a:gd name="connsiteX73" fmla="*/ 1407336 w 5271861"/>
              <a:gd name="connsiteY73" fmla="*/ 4269964 h 6858000"/>
              <a:gd name="connsiteX74" fmla="*/ 1595827 w 5271861"/>
              <a:gd name="connsiteY74" fmla="*/ 4269964 h 6858000"/>
              <a:gd name="connsiteX75" fmla="*/ 1778237 w 5271861"/>
              <a:gd name="connsiteY75" fmla="*/ 4097728 h 6858000"/>
              <a:gd name="connsiteX76" fmla="*/ 365348 w 5271861"/>
              <a:gd name="connsiteY76" fmla="*/ 4097728 h 6858000"/>
              <a:gd name="connsiteX77" fmla="*/ 365348 w 5271861"/>
              <a:gd name="connsiteY77" fmla="*/ 4269964 h 6858000"/>
              <a:gd name="connsiteX78" fmla="*/ 553839 w 5271861"/>
              <a:gd name="connsiteY78" fmla="*/ 4269964 h 6858000"/>
              <a:gd name="connsiteX79" fmla="*/ 736249 w 5271861"/>
              <a:gd name="connsiteY79" fmla="*/ 4097728 h 6858000"/>
              <a:gd name="connsiteX80" fmla="*/ 4527847 w 5271861"/>
              <a:gd name="connsiteY80" fmla="*/ 3332115 h 6858000"/>
              <a:gd name="connsiteX81" fmla="*/ 4527847 w 5271861"/>
              <a:gd name="connsiteY81" fmla="*/ 3497972 h 6858000"/>
              <a:gd name="connsiteX82" fmla="*/ 4716338 w 5271861"/>
              <a:gd name="connsiteY82" fmla="*/ 3497972 h 6858000"/>
              <a:gd name="connsiteX83" fmla="*/ 4898750 w 5271861"/>
              <a:gd name="connsiteY83" fmla="*/ 3332115 h 6858000"/>
              <a:gd name="connsiteX84" fmla="*/ 3485859 w 5271861"/>
              <a:gd name="connsiteY84" fmla="*/ 3332115 h 6858000"/>
              <a:gd name="connsiteX85" fmla="*/ 3485859 w 5271861"/>
              <a:gd name="connsiteY85" fmla="*/ 3497972 h 6858000"/>
              <a:gd name="connsiteX86" fmla="*/ 3674350 w 5271861"/>
              <a:gd name="connsiteY86" fmla="*/ 3497972 h 6858000"/>
              <a:gd name="connsiteX87" fmla="*/ 3856762 w 5271861"/>
              <a:gd name="connsiteY87" fmla="*/ 3332115 h 6858000"/>
              <a:gd name="connsiteX88" fmla="*/ 2443871 w 5271861"/>
              <a:gd name="connsiteY88" fmla="*/ 3332115 h 6858000"/>
              <a:gd name="connsiteX89" fmla="*/ 2443871 w 5271861"/>
              <a:gd name="connsiteY89" fmla="*/ 3497972 h 6858000"/>
              <a:gd name="connsiteX90" fmla="*/ 2635134 w 5271861"/>
              <a:gd name="connsiteY90" fmla="*/ 3497972 h 6858000"/>
              <a:gd name="connsiteX91" fmla="*/ 2820228 w 5271861"/>
              <a:gd name="connsiteY91" fmla="*/ 3332115 h 6858000"/>
              <a:gd name="connsiteX92" fmla="*/ 1407338 w 5271861"/>
              <a:gd name="connsiteY92" fmla="*/ 3332115 h 6858000"/>
              <a:gd name="connsiteX93" fmla="*/ 1407338 w 5271861"/>
              <a:gd name="connsiteY93" fmla="*/ 3497972 h 6858000"/>
              <a:gd name="connsiteX94" fmla="*/ 1595829 w 5271861"/>
              <a:gd name="connsiteY94" fmla="*/ 3497972 h 6858000"/>
              <a:gd name="connsiteX95" fmla="*/ 1778241 w 5271861"/>
              <a:gd name="connsiteY95" fmla="*/ 3332115 h 6858000"/>
              <a:gd name="connsiteX96" fmla="*/ 365350 w 5271861"/>
              <a:gd name="connsiteY96" fmla="*/ 3332115 h 6858000"/>
              <a:gd name="connsiteX97" fmla="*/ 365350 w 5271861"/>
              <a:gd name="connsiteY97" fmla="*/ 3497972 h 6858000"/>
              <a:gd name="connsiteX98" fmla="*/ 553841 w 5271861"/>
              <a:gd name="connsiteY98" fmla="*/ 3497972 h 6858000"/>
              <a:gd name="connsiteX99" fmla="*/ 736253 w 5271861"/>
              <a:gd name="connsiteY99" fmla="*/ 3332115 h 6858000"/>
              <a:gd name="connsiteX100" fmla="*/ 4527845 w 5271861"/>
              <a:gd name="connsiteY100" fmla="*/ 2560122 h 6858000"/>
              <a:gd name="connsiteX101" fmla="*/ 4527845 w 5271861"/>
              <a:gd name="connsiteY101" fmla="*/ 2732358 h 6858000"/>
              <a:gd name="connsiteX102" fmla="*/ 4716336 w 5271861"/>
              <a:gd name="connsiteY102" fmla="*/ 2732358 h 6858000"/>
              <a:gd name="connsiteX103" fmla="*/ 4898746 w 5271861"/>
              <a:gd name="connsiteY103" fmla="*/ 2560122 h 6858000"/>
              <a:gd name="connsiteX104" fmla="*/ 3485857 w 5271861"/>
              <a:gd name="connsiteY104" fmla="*/ 2560122 h 6858000"/>
              <a:gd name="connsiteX105" fmla="*/ 3485857 w 5271861"/>
              <a:gd name="connsiteY105" fmla="*/ 2732358 h 6858000"/>
              <a:gd name="connsiteX106" fmla="*/ 3674348 w 5271861"/>
              <a:gd name="connsiteY106" fmla="*/ 2732358 h 6858000"/>
              <a:gd name="connsiteX107" fmla="*/ 3856758 w 5271861"/>
              <a:gd name="connsiteY107" fmla="*/ 2560122 h 6858000"/>
              <a:gd name="connsiteX108" fmla="*/ 2443870 w 5271861"/>
              <a:gd name="connsiteY108" fmla="*/ 2560122 h 6858000"/>
              <a:gd name="connsiteX109" fmla="*/ 2443870 w 5271861"/>
              <a:gd name="connsiteY109" fmla="*/ 2732358 h 6858000"/>
              <a:gd name="connsiteX110" fmla="*/ 2635134 w 5271861"/>
              <a:gd name="connsiteY110" fmla="*/ 2732358 h 6858000"/>
              <a:gd name="connsiteX111" fmla="*/ 2820227 w 5271861"/>
              <a:gd name="connsiteY111" fmla="*/ 2560122 h 6858000"/>
              <a:gd name="connsiteX112" fmla="*/ 1407336 w 5271861"/>
              <a:gd name="connsiteY112" fmla="*/ 2560122 h 6858000"/>
              <a:gd name="connsiteX113" fmla="*/ 1407336 w 5271861"/>
              <a:gd name="connsiteY113" fmla="*/ 2732358 h 6858000"/>
              <a:gd name="connsiteX114" fmla="*/ 1595827 w 5271861"/>
              <a:gd name="connsiteY114" fmla="*/ 2732358 h 6858000"/>
              <a:gd name="connsiteX115" fmla="*/ 1778237 w 5271861"/>
              <a:gd name="connsiteY115" fmla="*/ 2560122 h 6858000"/>
              <a:gd name="connsiteX116" fmla="*/ 365348 w 5271861"/>
              <a:gd name="connsiteY116" fmla="*/ 2560122 h 6858000"/>
              <a:gd name="connsiteX117" fmla="*/ 365348 w 5271861"/>
              <a:gd name="connsiteY117" fmla="*/ 2732357 h 6858000"/>
              <a:gd name="connsiteX118" fmla="*/ 553839 w 5271861"/>
              <a:gd name="connsiteY118" fmla="*/ 2732357 h 6858000"/>
              <a:gd name="connsiteX119" fmla="*/ 736249 w 5271861"/>
              <a:gd name="connsiteY119" fmla="*/ 2560122 h 6858000"/>
              <a:gd name="connsiteX120" fmla="*/ 4527845 w 5271861"/>
              <a:gd name="connsiteY120" fmla="*/ 1788129 h 6858000"/>
              <a:gd name="connsiteX121" fmla="*/ 4527845 w 5271861"/>
              <a:gd name="connsiteY121" fmla="*/ 1960365 h 6858000"/>
              <a:gd name="connsiteX122" fmla="*/ 4716336 w 5271861"/>
              <a:gd name="connsiteY122" fmla="*/ 1960365 h 6858000"/>
              <a:gd name="connsiteX123" fmla="*/ 4898746 w 5271861"/>
              <a:gd name="connsiteY123" fmla="*/ 1788129 h 6858000"/>
              <a:gd name="connsiteX124" fmla="*/ 3485857 w 5271861"/>
              <a:gd name="connsiteY124" fmla="*/ 1788129 h 6858000"/>
              <a:gd name="connsiteX125" fmla="*/ 3485857 w 5271861"/>
              <a:gd name="connsiteY125" fmla="*/ 1960365 h 6858000"/>
              <a:gd name="connsiteX126" fmla="*/ 3674348 w 5271861"/>
              <a:gd name="connsiteY126" fmla="*/ 1960365 h 6858000"/>
              <a:gd name="connsiteX127" fmla="*/ 3856758 w 5271861"/>
              <a:gd name="connsiteY127" fmla="*/ 1788129 h 6858000"/>
              <a:gd name="connsiteX128" fmla="*/ 2443870 w 5271861"/>
              <a:gd name="connsiteY128" fmla="*/ 1788129 h 6858000"/>
              <a:gd name="connsiteX129" fmla="*/ 2443870 w 5271861"/>
              <a:gd name="connsiteY129" fmla="*/ 1960365 h 6858000"/>
              <a:gd name="connsiteX130" fmla="*/ 2635134 w 5271861"/>
              <a:gd name="connsiteY130" fmla="*/ 1960365 h 6858000"/>
              <a:gd name="connsiteX131" fmla="*/ 2820227 w 5271861"/>
              <a:gd name="connsiteY131" fmla="*/ 1788129 h 6858000"/>
              <a:gd name="connsiteX132" fmla="*/ 1407336 w 5271861"/>
              <a:gd name="connsiteY132" fmla="*/ 1788129 h 6858000"/>
              <a:gd name="connsiteX133" fmla="*/ 1407336 w 5271861"/>
              <a:gd name="connsiteY133" fmla="*/ 1960365 h 6858000"/>
              <a:gd name="connsiteX134" fmla="*/ 1595827 w 5271861"/>
              <a:gd name="connsiteY134" fmla="*/ 1960365 h 6858000"/>
              <a:gd name="connsiteX135" fmla="*/ 1778237 w 5271861"/>
              <a:gd name="connsiteY135" fmla="*/ 1788129 h 6858000"/>
              <a:gd name="connsiteX136" fmla="*/ 365348 w 5271861"/>
              <a:gd name="connsiteY136" fmla="*/ 1788128 h 6858000"/>
              <a:gd name="connsiteX137" fmla="*/ 365348 w 5271861"/>
              <a:gd name="connsiteY137" fmla="*/ 1960364 h 6858000"/>
              <a:gd name="connsiteX138" fmla="*/ 553839 w 5271861"/>
              <a:gd name="connsiteY138" fmla="*/ 1960364 h 6858000"/>
              <a:gd name="connsiteX139" fmla="*/ 736249 w 5271861"/>
              <a:gd name="connsiteY139" fmla="*/ 1788128 h 6858000"/>
              <a:gd name="connsiteX140" fmla="*/ 4527845 w 5271861"/>
              <a:gd name="connsiteY140" fmla="*/ 1022516 h 6858000"/>
              <a:gd name="connsiteX141" fmla="*/ 4527845 w 5271861"/>
              <a:gd name="connsiteY141" fmla="*/ 1194753 h 6858000"/>
              <a:gd name="connsiteX142" fmla="*/ 4716336 w 5271861"/>
              <a:gd name="connsiteY142" fmla="*/ 1194753 h 6858000"/>
              <a:gd name="connsiteX143" fmla="*/ 4898746 w 5271861"/>
              <a:gd name="connsiteY143" fmla="*/ 1022516 h 6858000"/>
              <a:gd name="connsiteX144" fmla="*/ 3485857 w 5271861"/>
              <a:gd name="connsiteY144" fmla="*/ 1022516 h 6858000"/>
              <a:gd name="connsiteX145" fmla="*/ 3485857 w 5271861"/>
              <a:gd name="connsiteY145" fmla="*/ 1194753 h 6858000"/>
              <a:gd name="connsiteX146" fmla="*/ 3674348 w 5271861"/>
              <a:gd name="connsiteY146" fmla="*/ 1194753 h 6858000"/>
              <a:gd name="connsiteX147" fmla="*/ 3856758 w 5271861"/>
              <a:gd name="connsiteY147" fmla="*/ 1022516 h 6858000"/>
              <a:gd name="connsiteX148" fmla="*/ 2443870 w 5271861"/>
              <a:gd name="connsiteY148" fmla="*/ 1022516 h 6858000"/>
              <a:gd name="connsiteX149" fmla="*/ 2443870 w 5271861"/>
              <a:gd name="connsiteY149" fmla="*/ 1194753 h 6858000"/>
              <a:gd name="connsiteX150" fmla="*/ 2635134 w 5271861"/>
              <a:gd name="connsiteY150" fmla="*/ 1194753 h 6858000"/>
              <a:gd name="connsiteX151" fmla="*/ 2820227 w 5271861"/>
              <a:gd name="connsiteY151" fmla="*/ 1022516 h 6858000"/>
              <a:gd name="connsiteX152" fmla="*/ 1407336 w 5271861"/>
              <a:gd name="connsiteY152" fmla="*/ 1022516 h 6858000"/>
              <a:gd name="connsiteX153" fmla="*/ 1407336 w 5271861"/>
              <a:gd name="connsiteY153" fmla="*/ 1194753 h 6858000"/>
              <a:gd name="connsiteX154" fmla="*/ 1595827 w 5271861"/>
              <a:gd name="connsiteY154" fmla="*/ 1194753 h 6858000"/>
              <a:gd name="connsiteX155" fmla="*/ 1778237 w 5271861"/>
              <a:gd name="connsiteY155" fmla="*/ 1022516 h 6858000"/>
              <a:gd name="connsiteX156" fmla="*/ 365348 w 5271861"/>
              <a:gd name="connsiteY156" fmla="*/ 1022515 h 6858000"/>
              <a:gd name="connsiteX157" fmla="*/ 365348 w 5271861"/>
              <a:gd name="connsiteY157" fmla="*/ 1194751 h 6858000"/>
              <a:gd name="connsiteX158" fmla="*/ 553839 w 5271861"/>
              <a:gd name="connsiteY158" fmla="*/ 1194751 h 6858000"/>
              <a:gd name="connsiteX159" fmla="*/ 736249 w 5271861"/>
              <a:gd name="connsiteY159" fmla="*/ 1022515 h 6858000"/>
              <a:gd name="connsiteX160" fmla="*/ 4527845 w 5271861"/>
              <a:gd name="connsiteY160" fmla="*/ 250524 h 6858000"/>
              <a:gd name="connsiteX161" fmla="*/ 4527845 w 5271861"/>
              <a:gd name="connsiteY161" fmla="*/ 422759 h 6858000"/>
              <a:gd name="connsiteX162" fmla="*/ 4716336 w 5271861"/>
              <a:gd name="connsiteY162" fmla="*/ 422759 h 6858000"/>
              <a:gd name="connsiteX163" fmla="*/ 4898746 w 5271861"/>
              <a:gd name="connsiteY163" fmla="*/ 250524 h 6858000"/>
              <a:gd name="connsiteX164" fmla="*/ 3485857 w 5271861"/>
              <a:gd name="connsiteY164" fmla="*/ 250524 h 6858000"/>
              <a:gd name="connsiteX165" fmla="*/ 3485857 w 5271861"/>
              <a:gd name="connsiteY165" fmla="*/ 422759 h 6858000"/>
              <a:gd name="connsiteX166" fmla="*/ 3674348 w 5271861"/>
              <a:gd name="connsiteY166" fmla="*/ 422759 h 6858000"/>
              <a:gd name="connsiteX167" fmla="*/ 3856758 w 5271861"/>
              <a:gd name="connsiteY167" fmla="*/ 250524 h 6858000"/>
              <a:gd name="connsiteX168" fmla="*/ 2443870 w 5271861"/>
              <a:gd name="connsiteY168" fmla="*/ 250524 h 6858000"/>
              <a:gd name="connsiteX169" fmla="*/ 2443870 w 5271861"/>
              <a:gd name="connsiteY169" fmla="*/ 422759 h 6858000"/>
              <a:gd name="connsiteX170" fmla="*/ 2635134 w 5271861"/>
              <a:gd name="connsiteY170" fmla="*/ 422759 h 6858000"/>
              <a:gd name="connsiteX171" fmla="*/ 2820227 w 5271861"/>
              <a:gd name="connsiteY171" fmla="*/ 250524 h 6858000"/>
              <a:gd name="connsiteX172" fmla="*/ 1407336 w 5271861"/>
              <a:gd name="connsiteY172" fmla="*/ 250524 h 6858000"/>
              <a:gd name="connsiteX173" fmla="*/ 1407336 w 5271861"/>
              <a:gd name="connsiteY173" fmla="*/ 422759 h 6858000"/>
              <a:gd name="connsiteX174" fmla="*/ 1595827 w 5271861"/>
              <a:gd name="connsiteY174" fmla="*/ 422759 h 6858000"/>
              <a:gd name="connsiteX175" fmla="*/ 1778237 w 5271861"/>
              <a:gd name="connsiteY175" fmla="*/ 250524 h 6858000"/>
              <a:gd name="connsiteX176" fmla="*/ 365348 w 5271861"/>
              <a:gd name="connsiteY176" fmla="*/ 250522 h 6858000"/>
              <a:gd name="connsiteX177" fmla="*/ 365348 w 5271861"/>
              <a:gd name="connsiteY177" fmla="*/ 422758 h 6858000"/>
              <a:gd name="connsiteX178" fmla="*/ 553839 w 5271861"/>
              <a:gd name="connsiteY178" fmla="*/ 422758 h 6858000"/>
              <a:gd name="connsiteX179" fmla="*/ 736249 w 5271861"/>
              <a:gd name="connsiteY179" fmla="*/ 250522 h 6858000"/>
              <a:gd name="connsiteX180" fmla="*/ 0 w 5271861"/>
              <a:gd name="connsiteY180" fmla="*/ 0 h 6858000"/>
              <a:gd name="connsiteX181" fmla="*/ 4923065 w 5271861"/>
              <a:gd name="connsiteY181" fmla="*/ 0 h 6858000"/>
              <a:gd name="connsiteX182" fmla="*/ 5092917 w 5271861"/>
              <a:gd name="connsiteY182" fmla="*/ 0 h 6858000"/>
              <a:gd name="connsiteX183" fmla="*/ 5271861 w 5271861"/>
              <a:gd name="connsiteY183" fmla="*/ 0 h 6858000"/>
              <a:gd name="connsiteX184" fmla="*/ 5271861 w 5271861"/>
              <a:gd name="connsiteY184" fmla="*/ 6858000 h 6858000"/>
              <a:gd name="connsiteX185" fmla="*/ 5092917 w 5271861"/>
              <a:gd name="connsiteY185" fmla="*/ 6858000 h 6858000"/>
              <a:gd name="connsiteX186" fmla="*/ 4923065 w 5271861"/>
              <a:gd name="connsiteY186" fmla="*/ 6858000 h 6858000"/>
              <a:gd name="connsiteX187" fmla="*/ 0 w 5271861"/>
              <a:gd name="connsiteY18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5271861" h="6858000">
                <a:moveTo>
                  <a:pt x="4527845" y="6407328"/>
                </a:moveTo>
                <a:lnTo>
                  <a:pt x="4527845" y="6579564"/>
                </a:lnTo>
                <a:lnTo>
                  <a:pt x="4716336" y="6579564"/>
                </a:lnTo>
                <a:lnTo>
                  <a:pt x="4898746" y="6407328"/>
                </a:lnTo>
                <a:close/>
                <a:moveTo>
                  <a:pt x="3485857" y="6407328"/>
                </a:moveTo>
                <a:lnTo>
                  <a:pt x="3485857" y="6579564"/>
                </a:lnTo>
                <a:lnTo>
                  <a:pt x="3674348" y="6579564"/>
                </a:lnTo>
                <a:lnTo>
                  <a:pt x="3856758" y="6407328"/>
                </a:lnTo>
                <a:close/>
                <a:moveTo>
                  <a:pt x="2443870" y="6407328"/>
                </a:moveTo>
                <a:lnTo>
                  <a:pt x="2443870" y="6579564"/>
                </a:lnTo>
                <a:lnTo>
                  <a:pt x="2635134" y="6579564"/>
                </a:lnTo>
                <a:lnTo>
                  <a:pt x="2820227" y="6407328"/>
                </a:lnTo>
                <a:close/>
                <a:moveTo>
                  <a:pt x="1407336" y="6407328"/>
                </a:moveTo>
                <a:lnTo>
                  <a:pt x="1407336" y="6579564"/>
                </a:lnTo>
                <a:lnTo>
                  <a:pt x="1595827" y="6579564"/>
                </a:lnTo>
                <a:lnTo>
                  <a:pt x="1778237" y="6407328"/>
                </a:lnTo>
                <a:close/>
                <a:moveTo>
                  <a:pt x="365348" y="6407328"/>
                </a:moveTo>
                <a:lnTo>
                  <a:pt x="365348" y="6579564"/>
                </a:lnTo>
                <a:lnTo>
                  <a:pt x="553839" y="6579564"/>
                </a:lnTo>
                <a:lnTo>
                  <a:pt x="736249" y="6407328"/>
                </a:lnTo>
                <a:close/>
                <a:moveTo>
                  <a:pt x="4527845" y="5635335"/>
                </a:moveTo>
                <a:lnTo>
                  <a:pt x="4527845" y="5807571"/>
                </a:lnTo>
                <a:lnTo>
                  <a:pt x="4716336" y="5807571"/>
                </a:lnTo>
                <a:lnTo>
                  <a:pt x="4898746" y="5635335"/>
                </a:lnTo>
                <a:close/>
                <a:moveTo>
                  <a:pt x="3485857" y="5635335"/>
                </a:moveTo>
                <a:lnTo>
                  <a:pt x="3485857" y="5807571"/>
                </a:lnTo>
                <a:lnTo>
                  <a:pt x="3674348" y="5807571"/>
                </a:lnTo>
                <a:lnTo>
                  <a:pt x="3856758" y="5635335"/>
                </a:lnTo>
                <a:close/>
                <a:moveTo>
                  <a:pt x="2443870" y="5635335"/>
                </a:moveTo>
                <a:lnTo>
                  <a:pt x="2443870" y="5807571"/>
                </a:lnTo>
                <a:lnTo>
                  <a:pt x="2635134" y="5807571"/>
                </a:lnTo>
                <a:lnTo>
                  <a:pt x="2820227" y="5635335"/>
                </a:lnTo>
                <a:close/>
                <a:moveTo>
                  <a:pt x="1407336" y="5635335"/>
                </a:moveTo>
                <a:lnTo>
                  <a:pt x="1407336" y="5807571"/>
                </a:lnTo>
                <a:lnTo>
                  <a:pt x="1595827" y="5807571"/>
                </a:lnTo>
                <a:lnTo>
                  <a:pt x="1778237" y="5635335"/>
                </a:lnTo>
                <a:close/>
                <a:moveTo>
                  <a:pt x="365348" y="5635335"/>
                </a:moveTo>
                <a:lnTo>
                  <a:pt x="365348" y="5807571"/>
                </a:lnTo>
                <a:lnTo>
                  <a:pt x="553839" y="5807571"/>
                </a:lnTo>
                <a:lnTo>
                  <a:pt x="736249" y="5635335"/>
                </a:lnTo>
                <a:close/>
                <a:moveTo>
                  <a:pt x="4527845" y="4869722"/>
                </a:moveTo>
                <a:lnTo>
                  <a:pt x="4527845" y="5041958"/>
                </a:lnTo>
                <a:lnTo>
                  <a:pt x="4716336" y="5041958"/>
                </a:lnTo>
                <a:lnTo>
                  <a:pt x="4898746" y="4869722"/>
                </a:lnTo>
                <a:close/>
                <a:moveTo>
                  <a:pt x="3485857" y="4869722"/>
                </a:moveTo>
                <a:lnTo>
                  <a:pt x="3485857" y="5041958"/>
                </a:lnTo>
                <a:lnTo>
                  <a:pt x="3674348" y="5041958"/>
                </a:lnTo>
                <a:lnTo>
                  <a:pt x="3856758" y="4869722"/>
                </a:lnTo>
                <a:close/>
                <a:moveTo>
                  <a:pt x="2443870" y="4869722"/>
                </a:moveTo>
                <a:lnTo>
                  <a:pt x="2443870" y="5041958"/>
                </a:lnTo>
                <a:lnTo>
                  <a:pt x="2635134" y="5041958"/>
                </a:lnTo>
                <a:lnTo>
                  <a:pt x="2820227" y="4869722"/>
                </a:lnTo>
                <a:close/>
                <a:moveTo>
                  <a:pt x="1407336" y="4869722"/>
                </a:moveTo>
                <a:lnTo>
                  <a:pt x="1407336" y="5041958"/>
                </a:lnTo>
                <a:lnTo>
                  <a:pt x="1595827" y="5041958"/>
                </a:lnTo>
                <a:lnTo>
                  <a:pt x="1778237" y="4869722"/>
                </a:lnTo>
                <a:close/>
                <a:moveTo>
                  <a:pt x="365348" y="4869722"/>
                </a:moveTo>
                <a:lnTo>
                  <a:pt x="365348" y="5041958"/>
                </a:lnTo>
                <a:lnTo>
                  <a:pt x="553839" y="5041958"/>
                </a:lnTo>
                <a:lnTo>
                  <a:pt x="736249" y="4869722"/>
                </a:lnTo>
                <a:close/>
                <a:moveTo>
                  <a:pt x="4527845" y="4097728"/>
                </a:moveTo>
                <a:lnTo>
                  <a:pt x="4527845" y="4269964"/>
                </a:lnTo>
                <a:lnTo>
                  <a:pt x="4716336" y="4269964"/>
                </a:lnTo>
                <a:lnTo>
                  <a:pt x="4898746" y="4097728"/>
                </a:lnTo>
                <a:close/>
                <a:moveTo>
                  <a:pt x="3485857" y="4097728"/>
                </a:moveTo>
                <a:lnTo>
                  <a:pt x="3485857" y="4269964"/>
                </a:lnTo>
                <a:lnTo>
                  <a:pt x="3674348" y="4269964"/>
                </a:lnTo>
                <a:lnTo>
                  <a:pt x="3856758" y="4097728"/>
                </a:lnTo>
                <a:close/>
                <a:moveTo>
                  <a:pt x="2443870" y="4097728"/>
                </a:moveTo>
                <a:lnTo>
                  <a:pt x="2443870" y="4269964"/>
                </a:lnTo>
                <a:lnTo>
                  <a:pt x="2635134" y="4269964"/>
                </a:lnTo>
                <a:lnTo>
                  <a:pt x="2820227" y="4097728"/>
                </a:lnTo>
                <a:close/>
                <a:moveTo>
                  <a:pt x="1407336" y="4097728"/>
                </a:moveTo>
                <a:lnTo>
                  <a:pt x="1407336" y="4269964"/>
                </a:lnTo>
                <a:lnTo>
                  <a:pt x="1595827" y="4269964"/>
                </a:lnTo>
                <a:lnTo>
                  <a:pt x="1778237" y="4097728"/>
                </a:lnTo>
                <a:close/>
                <a:moveTo>
                  <a:pt x="365348" y="4097728"/>
                </a:moveTo>
                <a:lnTo>
                  <a:pt x="365348" y="4269964"/>
                </a:lnTo>
                <a:lnTo>
                  <a:pt x="553839" y="4269964"/>
                </a:lnTo>
                <a:lnTo>
                  <a:pt x="736249" y="4097728"/>
                </a:lnTo>
                <a:close/>
                <a:moveTo>
                  <a:pt x="4527847" y="3332115"/>
                </a:moveTo>
                <a:lnTo>
                  <a:pt x="4527847" y="3497972"/>
                </a:lnTo>
                <a:lnTo>
                  <a:pt x="4716338" y="3497972"/>
                </a:lnTo>
                <a:lnTo>
                  <a:pt x="4898750" y="3332115"/>
                </a:lnTo>
                <a:close/>
                <a:moveTo>
                  <a:pt x="3485859" y="3332115"/>
                </a:moveTo>
                <a:lnTo>
                  <a:pt x="3485859" y="3497972"/>
                </a:lnTo>
                <a:lnTo>
                  <a:pt x="3674350" y="3497972"/>
                </a:lnTo>
                <a:lnTo>
                  <a:pt x="3856762" y="3332115"/>
                </a:lnTo>
                <a:close/>
                <a:moveTo>
                  <a:pt x="2443871" y="3332115"/>
                </a:moveTo>
                <a:lnTo>
                  <a:pt x="2443871" y="3497972"/>
                </a:lnTo>
                <a:lnTo>
                  <a:pt x="2635134" y="3497972"/>
                </a:lnTo>
                <a:lnTo>
                  <a:pt x="2820228" y="3332115"/>
                </a:lnTo>
                <a:close/>
                <a:moveTo>
                  <a:pt x="1407338" y="3332115"/>
                </a:moveTo>
                <a:lnTo>
                  <a:pt x="1407338" y="3497972"/>
                </a:lnTo>
                <a:lnTo>
                  <a:pt x="1595829" y="3497972"/>
                </a:lnTo>
                <a:lnTo>
                  <a:pt x="1778241" y="3332115"/>
                </a:lnTo>
                <a:close/>
                <a:moveTo>
                  <a:pt x="365350" y="3332115"/>
                </a:moveTo>
                <a:lnTo>
                  <a:pt x="365350" y="3497972"/>
                </a:lnTo>
                <a:lnTo>
                  <a:pt x="553841" y="3497972"/>
                </a:lnTo>
                <a:lnTo>
                  <a:pt x="736253" y="3332115"/>
                </a:lnTo>
                <a:close/>
                <a:moveTo>
                  <a:pt x="4527845" y="2560122"/>
                </a:moveTo>
                <a:lnTo>
                  <a:pt x="4527845" y="2732358"/>
                </a:lnTo>
                <a:lnTo>
                  <a:pt x="4716336" y="2732358"/>
                </a:lnTo>
                <a:lnTo>
                  <a:pt x="4898746" y="2560122"/>
                </a:lnTo>
                <a:close/>
                <a:moveTo>
                  <a:pt x="3485857" y="2560122"/>
                </a:moveTo>
                <a:lnTo>
                  <a:pt x="3485857" y="2732358"/>
                </a:lnTo>
                <a:lnTo>
                  <a:pt x="3674348" y="2732358"/>
                </a:lnTo>
                <a:lnTo>
                  <a:pt x="3856758" y="2560122"/>
                </a:lnTo>
                <a:close/>
                <a:moveTo>
                  <a:pt x="2443870" y="2560122"/>
                </a:moveTo>
                <a:lnTo>
                  <a:pt x="2443870" y="2732358"/>
                </a:lnTo>
                <a:lnTo>
                  <a:pt x="2635134" y="2732358"/>
                </a:lnTo>
                <a:lnTo>
                  <a:pt x="2820227" y="2560122"/>
                </a:lnTo>
                <a:close/>
                <a:moveTo>
                  <a:pt x="1407336" y="2560122"/>
                </a:moveTo>
                <a:lnTo>
                  <a:pt x="1407336" y="2732358"/>
                </a:lnTo>
                <a:lnTo>
                  <a:pt x="1595827" y="2732358"/>
                </a:lnTo>
                <a:lnTo>
                  <a:pt x="1778237" y="2560122"/>
                </a:lnTo>
                <a:close/>
                <a:moveTo>
                  <a:pt x="365348" y="2560122"/>
                </a:moveTo>
                <a:lnTo>
                  <a:pt x="365348" y="2732357"/>
                </a:lnTo>
                <a:lnTo>
                  <a:pt x="553839" y="2732357"/>
                </a:lnTo>
                <a:lnTo>
                  <a:pt x="736249" y="2560122"/>
                </a:lnTo>
                <a:close/>
                <a:moveTo>
                  <a:pt x="4527845" y="1788129"/>
                </a:moveTo>
                <a:lnTo>
                  <a:pt x="4527845" y="1960365"/>
                </a:lnTo>
                <a:lnTo>
                  <a:pt x="4716336" y="1960365"/>
                </a:lnTo>
                <a:lnTo>
                  <a:pt x="4898746" y="1788129"/>
                </a:lnTo>
                <a:close/>
                <a:moveTo>
                  <a:pt x="3485857" y="1788129"/>
                </a:moveTo>
                <a:lnTo>
                  <a:pt x="3485857" y="1960365"/>
                </a:lnTo>
                <a:lnTo>
                  <a:pt x="3674348" y="1960365"/>
                </a:lnTo>
                <a:lnTo>
                  <a:pt x="3856758" y="1788129"/>
                </a:lnTo>
                <a:close/>
                <a:moveTo>
                  <a:pt x="2443870" y="1788129"/>
                </a:moveTo>
                <a:lnTo>
                  <a:pt x="2443870" y="1960365"/>
                </a:lnTo>
                <a:lnTo>
                  <a:pt x="2635134" y="1960365"/>
                </a:lnTo>
                <a:lnTo>
                  <a:pt x="2820227" y="1788129"/>
                </a:lnTo>
                <a:close/>
                <a:moveTo>
                  <a:pt x="1407336" y="1788129"/>
                </a:moveTo>
                <a:lnTo>
                  <a:pt x="1407336" y="1960365"/>
                </a:lnTo>
                <a:lnTo>
                  <a:pt x="1595827" y="1960365"/>
                </a:lnTo>
                <a:lnTo>
                  <a:pt x="1778237" y="1788129"/>
                </a:lnTo>
                <a:close/>
                <a:moveTo>
                  <a:pt x="365348" y="1788128"/>
                </a:moveTo>
                <a:lnTo>
                  <a:pt x="365348" y="1960364"/>
                </a:lnTo>
                <a:lnTo>
                  <a:pt x="553839" y="1960364"/>
                </a:lnTo>
                <a:lnTo>
                  <a:pt x="736249" y="1788128"/>
                </a:lnTo>
                <a:close/>
                <a:moveTo>
                  <a:pt x="4527845" y="1022516"/>
                </a:moveTo>
                <a:lnTo>
                  <a:pt x="4527845" y="1194753"/>
                </a:lnTo>
                <a:lnTo>
                  <a:pt x="4716336" y="1194753"/>
                </a:lnTo>
                <a:lnTo>
                  <a:pt x="4898746" y="1022516"/>
                </a:lnTo>
                <a:close/>
                <a:moveTo>
                  <a:pt x="3485857" y="1022516"/>
                </a:moveTo>
                <a:lnTo>
                  <a:pt x="3485857" y="1194753"/>
                </a:lnTo>
                <a:lnTo>
                  <a:pt x="3674348" y="1194753"/>
                </a:lnTo>
                <a:lnTo>
                  <a:pt x="3856758" y="1022516"/>
                </a:lnTo>
                <a:close/>
                <a:moveTo>
                  <a:pt x="2443870" y="1022516"/>
                </a:moveTo>
                <a:lnTo>
                  <a:pt x="2443870" y="1194753"/>
                </a:lnTo>
                <a:lnTo>
                  <a:pt x="2635134" y="1194753"/>
                </a:lnTo>
                <a:lnTo>
                  <a:pt x="2820227" y="1022516"/>
                </a:lnTo>
                <a:close/>
                <a:moveTo>
                  <a:pt x="1407336" y="1022516"/>
                </a:moveTo>
                <a:lnTo>
                  <a:pt x="1407336" y="1194753"/>
                </a:lnTo>
                <a:lnTo>
                  <a:pt x="1595827" y="1194753"/>
                </a:lnTo>
                <a:lnTo>
                  <a:pt x="1778237" y="1022516"/>
                </a:lnTo>
                <a:close/>
                <a:moveTo>
                  <a:pt x="365348" y="1022515"/>
                </a:moveTo>
                <a:lnTo>
                  <a:pt x="365348" y="1194751"/>
                </a:lnTo>
                <a:lnTo>
                  <a:pt x="553839" y="1194751"/>
                </a:lnTo>
                <a:lnTo>
                  <a:pt x="736249" y="1022515"/>
                </a:lnTo>
                <a:close/>
                <a:moveTo>
                  <a:pt x="4527845" y="250524"/>
                </a:moveTo>
                <a:lnTo>
                  <a:pt x="4527845" y="422759"/>
                </a:lnTo>
                <a:lnTo>
                  <a:pt x="4716336" y="422759"/>
                </a:lnTo>
                <a:lnTo>
                  <a:pt x="4898746" y="250524"/>
                </a:lnTo>
                <a:close/>
                <a:moveTo>
                  <a:pt x="3485857" y="250524"/>
                </a:moveTo>
                <a:lnTo>
                  <a:pt x="3485857" y="422759"/>
                </a:lnTo>
                <a:lnTo>
                  <a:pt x="3674348" y="422759"/>
                </a:lnTo>
                <a:lnTo>
                  <a:pt x="3856758" y="250524"/>
                </a:lnTo>
                <a:close/>
                <a:moveTo>
                  <a:pt x="2443870" y="250524"/>
                </a:moveTo>
                <a:lnTo>
                  <a:pt x="2443870" y="422759"/>
                </a:lnTo>
                <a:lnTo>
                  <a:pt x="2635134" y="422759"/>
                </a:lnTo>
                <a:lnTo>
                  <a:pt x="2820227" y="250524"/>
                </a:lnTo>
                <a:close/>
                <a:moveTo>
                  <a:pt x="1407336" y="250524"/>
                </a:moveTo>
                <a:lnTo>
                  <a:pt x="1407336" y="422759"/>
                </a:lnTo>
                <a:lnTo>
                  <a:pt x="1595827" y="422759"/>
                </a:lnTo>
                <a:lnTo>
                  <a:pt x="1778237" y="250524"/>
                </a:lnTo>
                <a:close/>
                <a:moveTo>
                  <a:pt x="365348" y="250522"/>
                </a:moveTo>
                <a:lnTo>
                  <a:pt x="365348" y="422758"/>
                </a:lnTo>
                <a:lnTo>
                  <a:pt x="553839" y="422758"/>
                </a:lnTo>
                <a:lnTo>
                  <a:pt x="736249" y="250522"/>
                </a:lnTo>
                <a:close/>
                <a:moveTo>
                  <a:pt x="0" y="0"/>
                </a:moveTo>
                <a:lnTo>
                  <a:pt x="4923065" y="0"/>
                </a:lnTo>
                <a:lnTo>
                  <a:pt x="5092917" y="0"/>
                </a:lnTo>
                <a:lnTo>
                  <a:pt x="5271861" y="0"/>
                </a:lnTo>
                <a:lnTo>
                  <a:pt x="5271861" y="6858000"/>
                </a:lnTo>
                <a:lnTo>
                  <a:pt x="5092917" y="6858000"/>
                </a:lnTo>
                <a:lnTo>
                  <a:pt x="4923065" y="6858000"/>
                </a:lnTo>
                <a:lnTo>
                  <a:pt x="0" y="6858000"/>
                </a:lnTo>
                <a:close/>
              </a:path>
            </a:pathLst>
          </a:custGeom>
          <a:solidFill>
            <a:srgbClr val="89D1FF"/>
          </a:solidFill>
          <a:ln w="28575" algn="ctr">
            <a:noFill/>
            <a:miter lim="800000"/>
            <a:headEnd/>
            <a:tailEnd/>
          </a:ln>
        </p:spPr>
        <p:txBody>
          <a:bodyPr wrap="square" lIns="90000" tIns="72000" rIns="90000" bIns="72000" rtlCol="0" anchor="ctr">
            <a:noAutofit/>
          </a:bodyP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400" b="0" i="0" u="none" strike="noStrike" kern="0" cap="none" spc="0" normalizeH="0" baseline="0" noProof="0" err="1">
              <a:ln>
                <a:noFill/>
              </a:ln>
              <a:effectLst/>
              <a:uLnTx/>
              <a:uFillTx/>
              <a:latin typeface="+mn-lt"/>
              <a:ea typeface="72 Brand" pitchFamily="34" charset="-128"/>
              <a:cs typeface="72 Brand" pitchFamily="34" charset="-128"/>
            </a:endParaRPr>
          </a:p>
        </p:txBody>
      </p:sp>
    </p:spTree>
    <p:extLst>
      <p:ext uri="{BB962C8B-B14F-4D97-AF65-F5344CB8AC3E}">
        <p14:creationId xmlns:p14="http://schemas.microsoft.com/office/powerpoint/2010/main" val="3944710680"/>
      </p:ext>
    </p:extLst>
  </p:cSld>
  <p:clrMapOvr>
    <a:masterClrMapping/>
  </p:clrMapOvr>
  <p:extLst>
    <p:ext uri="{DCECCB84-F9BA-43D5-87BE-67443E8EF086}">
      <p15:sldGuideLst xmlns:p15="http://schemas.microsoft.com/office/powerpoint/2012/main">
        <p15:guide id="2" orient="horz" pos="1701">
          <p15:clr>
            <a:srgbClr val="FBAE40"/>
          </p15:clr>
        </p15:guide>
        <p15:guide id="3" orient="horz" pos="2688">
          <p15:clr>
            <a:srgbClr val="FBAE40"/>
          </p15:clr>
        </p15:guide>
        <p15:guide id="4" orient="horz" pos="2341">
          <p15:clr>
            <a:srgbClr val="FBAE40"/>
          </p15:clr>
        </p15:guide>
        <p15:guide id="5" orient="horz" pos="2999">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A">
    <p:spTree>
      <p:nvGrpSpPr>
        <p:cNvPr id="1" name=""/>
        <p:cNvGrpSpPr/>
        <p:nvPr/>
      </p:nvGrpSpPr>
      <p:grpSpPr>
        <a:xfrm>
          <a:off x="0" y="0"/>
          <a:ext cx="0" cy="0"/>
          <a:chOff x="0" y="0"/>
          <a:chExt cx="0" cy="0"/>
        </a:xfrm>
      </p:grpSpPr>
      <p:sp>
        <p:nvSpPr>
          <p:cNvPr id="3" name="Agenda title"/>
          <p:cNvSpPr>
            <a:spLocks noGrp="1"/>
          </p:cNvSpPr>
          <p:nvPr>
            <p:ph type="title" hasCustomPrompt="1"/>
          </p:nvPr>
        </p:nvSpPr>
        <p:spPr>
          <a:xfrm>
            <a:off x="504000" y="505381"/>
            <a:ext cx="11186476" cy="369332"/>
          </a:xfrm>
        </p:spPr>
        <p:txBody>
          <a:bodyPr/>
          <a:lstStyle>
            <a:lvl1pPr>
              <a:defRPr b="0" i="0">
                <a:latin typeface="72 Brand Medium" panose="020B0504030603020204" pitchFamily="34" charset="0"/>
              </a:defRPr>
            </a:lvl1pPr>
          </a:lstStyle>
          <a:p>
            <a:r>
              <a:rPr lang="en-US"/>
              <a:t>Agenda</a:t>
            </a:r>
          </a:p>
        </p:txBody>
      </p:sp>
      <p:sp>
        <p:nvSpPr>
          <p:cNvPr id="5" name="Text placeholder">
            <a:extLst>
              <a:ext uri="{FF2B5EF4-FFF2-40B4-BE49-F238E27FC236}">
                <a16:creationId xmlns:a16="http://schemas.microsoft.com/office/drawing/2014/main" id="{8E82BE2B-69B2-5121-2AA4-8473C53F0CF1}"/>
              </a:ext>
            </a:extLst>
          </p:cNvPr>
          <p:cNvSpPr>
            <a:spLocks noGrp="1"/>
          </p:cNvSpPr>
          <p:nvPr>
            <p:ph type="body" sz="quarter" idx="11" hasCustomPrompt="1"/>
          </p:nvPr>
        </p:nvSpPr>
        <p:spPr>
          <a:xfrm>
            <a:off x="504000" y="1548000"/>
            <a:ext cx="11186477" cy="4804619"/>
          </a:xfrm>
        </p:spPr>
        <p:txBody>
          <a:bodyPr/>
          <a:lstStyle>
            <a:lvl1pPr marL="0" indent="0">
              <a:buFont typeface="Arial" panose="020B0604020202020204" pitchFamily="34" charset="0"/>
              <a:buChar char="​"/>
              <a:defRPr lang="en-US" sz="1400" b="0" i="0" kern="1200" dirty="0" smtClean="0">
                <a:solidFill>
                  <a:schemeClr val="tx1"/>
                </a:solidFill>
                <a:latin typeface="+mn-lt"/>
                <a:ea typeface="+mn-ea"/>
                <a:cs typeface="+mn-cs"/>
              </a:defRPr>
            </a:lvl1pPr>
            <a:lvl2pPr marL="252000">
              <a:defRPr lang="en-US" sz="1400" b="0" i="0" kern="1200" dirty="0" smtClean="0">
                <a:solidFill>
                  <a:schemeClr val="tx1"/>
                </a:solidFill>
                <a:latin typeface="+mn-lt"/>
                <a:ea typeface="+mn-ea"/>
                <a:cs typeface="+mn-cs"/>
              </a:defRPr>
            </a:lvl2pPr>
            <a:lvl3pPr marL="285750" indent="-285750">
              <a:defRPr/>
            </a:lvl3pPr>
            <a:lvl4pPr marL="252000" indent="-252000">
              <a:defRPr/>
            </a:lvl4pPr>
            <a:lvl5pPr marL="285750" indent="-285750">
              <a:defRPr/>
            </a:lvl5pPr>
            <a:lvl6pPr marL="252000" indent="-252000">
              <a:defRPr/>
            </a:lvl6pPr>
            <a:lvl7pPr marL="171450" indent="-171450">
              <a:defRPr/>
            </a:lvl7pPr>
            <a:lvl8pPr marL="252000" indent="-252000">
              <a:defRPr/>
            </a:lvl8pPr>
            <a:lvl9pPr marL="857250" indent="-857250">
              <a:defRPr/>
            </a:lvl9pPr>
          </a:lstStyle>
          <a:p>
            <a:pPr lvl="0"/>
            <a:r>
              <a:rPr lang="en-US"/>
              <a:t>Agenda Item/Divider Headline</a:t>
            </a:r>
          </a:p>
        </p:txBody>
      </p:sp>
    </p:spTree>
    <p:extLst>
      <p:ext uri="{BB962C8B-B14F-4D97-AF65-F5344CB8AC3E}">
        <p14:creationId xmlns:p14="http://schemas.microsoft.com/office/powerpoint/2010/main" val="1859360619"/>
      </p:ext>
    </p:extLst>
  </p:cSld>
  <p:clrMapOvr>
    <a:masterClrMapping/>
  </p:clrMapOvr>
  <p:extLst>
    <p:ext uri="{DCECCB84-F9BA-43D5-87BE-67443E8EF086}">
      <p15:sldGuideLst xmlns:p15="http://schemas.microsoft.com/office/powerpoint/2012/main">
        <p15:guide id="2" orient="horz" pos="970" userDrawn="1">
          <p15:clr>
            <a:srgbClr val="FBAE40"/>
          </p15:clr>
        </p15:guide>
        <p15:guide id="4" orient="horz" pos="316" userDrawn="1">
          <p15:clr>
            <a:srgbClr val="FBAE40"/>
          </p15:clr>
        </p15:guide>
        <p15:guide id="5" orient="horz" pos="551" userDrawn="1">
          <p15:clr>
            <a:srgbClr val="FBAE40"/>
          </p15:clr>
        </p15:guide>
        <p15:guide id="6" orient="horz" pos="3997"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B">
    <p:spTree>
      <p:nvGrpSpPr>
        <p:cNvPr id="1" name=""/>
        <p:cNvGrpSpPr/>
        <p:nvPr/>
      </p:nvGrpSpPr>
      <p:grpSpPr>
        <a:xfrm>
          <a:off x="0" y="0"/>
          <a:ext cx="0" cy="0"/>
          <a:chOff x="0" y="0"/>
          <a:chExt cx="0" cy="0"/>
        </a:xfrm>
      </p:grpSpPr>
      <p:sp>
        <p:nvSpPr>
          <p:cNvPr id="3" name="Agenda title"/>
          <p:cNvSpPr>
            <a:spLocks noGrp="1"/>
          </p:cNvSpPr>
          <p:nvPr>
            <p:ph type="title" hasCustomPrompt="1"/>
          </p:nvPr>
        </p:nvSpPr>
        <p:spPr>
          <a:xfrm>
            <a:off x="504001" y="505381"/>
            <a:ext cx="7373174" cy="369332"/>
          </a:xfrm>
        </p:spPr>
        <p:txBody>
          <a:bodyPr/>
          <a:lstStyle>
            <a:lvl1pPr>
              <a:defRPr b="0" i="0">
                <a:latin typeface="72 Brand Medium" panose="020B0504030603020204" pitchFamily="34" charset="0"/>
              </a:defRPr>
            </a:lvl1pPr>
          </a:lstStyle>
          <a:p>
            <a:r>
              <a:rPr lang="en-US"/>
              <a:t>Agenda</a:t>
            </a:r>
          </a:p>
        </p:txBody>
      </p:sp>
      <p:sp>
        <p:nvSpPr>
          <p:cNvPr id="5" name="Text placeholder">
            <a:extLst>
              <a:ext uri="{FF2B5EF4-FFF2-40B4-BE49-F238E27FC236}">
                <a16:creationId xmlns:a16="http://schemas.microsoft.com/office/drawing/2014/main" id="{8E82BE2B-69B2-5121-2AA4-8473C53F0CF1}"/>
              </a:ext>
            </a:extLst>
          </p:cNvPr>
          <p:cNvSpPr>
            <a:spLocks noGrp="1"/>
          </p:cNvSpPr>
          <p:nvPr>
            <p:ph type="body" sz="quarter" idx="11" hasCustomPrompt="1"/>
          </p:nvPr>
        </p:nvSpPr>
        <p:spPr>
          <a:xfrm>
            <a:off x="504001" y="1548000"/>
            <a:ext cx="7373174" cy="4805175"/>
          </a:xfrm>
        </p:spPr>
        <p:txBody>
          <a:bodyPr/>
          <a:lstStyle>
            <a:lvl1pPr marL="0" indent="0">
              <a:buFont typeface="Arial" panose="020B0604020202020204" pitchFamily="34" charset="0"/>
              <a:buChar char="​"/>
              <a:defRPr lang="en-US" sz="1400" b="0" i="0" kern="1200" dirty="0" smtClean="0">
                <a:solidFill>
                  <a:schemeClr val="tx1"/>
                </a:solidFill>
                <a:latin typeface="+mn-lt"/>
                <a:ea typeface="+mn-ea"/>
                <a:cs typeface="+mn-cs"/>
              </a:defRPr>
            </a:lvl1pPr>
            <a:lvl2pPr marL="252000">
              <a:defRPr lang="en-US" sz="1400" b="0" i="0" kern="1200" dirty="0" smtClean="0">
                <a:solidFill>
                  <a:schemeClr val="tx1"/>
                </a:solidFill>
                <a:latin typeface="+mn-lt"/>
                <a:ea typeface="+mn-ea"/>
                <a:cs typeface="+mn-cs"/>
              </a:defRPr>
            </a:lvl2pPr>
            <a:lvl3pPr marL="285750" indent="-285750">
              <a:defRPr/>
            </a:lvl3pPr>
            <a:lvl4pPr marL="252000" indent="-252000">
              <a:defRPr/>
            </a:lvl4pPr>
            <a:lvl5pPr marL="285750" indent="-285750">
              <a:defRPr/>
            </a:lvl5pPr>
            <a:lvl6pPr marL="252000" indent="-252000">
              <a:defRPr/>
            </a:lvl6pPr>
            <a:lvl7pPr marL="171450" indent="-171450">
              <a:defRPr/>
            </a:lvl7pPr>
            <a:lvl8pPr marL="252000" indent="-252000">
              <a:defRPr/>
            </a:lvl8pPr>
            <a:lvl9pPr marL="857250" indent="-857250">
              <a:defRPr/>
            </a:lvl9pPr>
          </a:lstStyle>
          <a:p>
            <a:pPr lvl="0"/>
            <a:r>
              <a:rPr lang="en-US"/>
              <a:t>Agenda Item/Divider Headline</a:t>
            </a:r>
          </a:p>
        </p:txBody>
      </p:sp>
    </p:spTree>
    <p:extLst>
      <p:ext uri="{BB962C8B-B14F-4D97-AF65-F5344CB8AC3E}">
        <p14:creationId xmlns:p14="http://schemas.microsoft.com/office/powerpoint/2010/main" val="2145801048"/>
      </p:ext>
    </p:extLst>
  </p:cSld>
  <p:clrMapOvr>
    <a:masterClrMapping/>
  </p:clrMapOvr>
  <p:extLst>
    <p:ext uri="{DCECCB84-F9BA-43D5-87BE-67443E8EF086}">
      <p15:sldGuideLst xmlns:p15="http://schemas.microsoft.com/office/powerpoint/2012/main">
        <p15:guide id="2" orient="horz" pos="970">
          <p15:clr>
            <a:srgbClr val="FBAE40"/>
          </p15:clr>
        </p15:guide>
        <p15:guide id="4" orient="horz" pos="316">
          <p15:clr>
            <a:srgbClr val="FBAE40"/>
          </p15:clr>
        </p15:guide>
        <p15:guide id="5" orient="horz" pos="551">
          <p15:clr>
            <a:srgbClr val="FBAE40"/>
          </p15:clr>
        </p15:guide>
        <p15:guide id="6" orient="horz" pos="3997">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Page A">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black">
          <a:xfrm>
            <a:off x="504000" y="3090446"/>
            <a:ext cx="11185200" cy="677108"/>
          </a:xfrm>
        </p:spPr>
        <p:txBody>
          <a:bodyPr anchor="ctr" anchorCtr="0">
            <a:noAutofit/>
          </a:bodyPr>
          <a:lstStyle>
            <a:lvl1pPr>
              <a:defRPr sz="4400" b="0" i="0">
                <a:solidFill>
                  <a:schemeClr val="tx1"/>
                </a:solidFill>
                <a:latin typeface="72 Brand Medium" panose="020B0504030603020204" pitchFamily="34" charset="0"/>
              </a:defRPr>
            </a:lvl1pPr>
          </a:lstStyle>
          <a:p>
            <a:r>
              <a:rPr lang="en-US"/>
              <a:t>Divider page</a:t>
            </a:r>
            <a:endParaRPr lang="de-DE"/>
          </a:p>
        </p:txBody>
      </p:sp>
    </p:spTree>
    <p:extLst>
      <p:ext uri="{BB962C8B-B14F-4D97-AF65-F5344CB8AC3E}">
        <p14:creationId xmlns:p14="http://schemas.microsoft.com/office/powerpoint/2010/main" val="4109527874"/>
      </p:ext>
    </p:extLst>
  </p:cSld>
  <p:clrMapOvr>
    <a:masterClrMapping/>
  </p:clrMapOvr>
  <p:hf sldNum="0" hdr="0" ftr="0" dt="0"/>
  <p:extLst>
    <p:ext uri="{DCECCB84-F9BA-43D5-87BE-67443E8EF086}">
      <p15:sldGuideLst xmlns:p15="http://schemas.microsoft.com/office/powerpoint/2012/main">
        <p15:guide id="2" orient="horz" pos="216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Page B">
    <p:bg>
      <p:bgPr>
        <a:solidFill>
          <a:srgbClr val="1B90FF"/>
        </a:solidFill>
        <a:effectLst/>
      </p:bgPr>
    </p:bg>
    <p:spTree>
      <p:nvGrpSpPr>
        <p:cNvPr id="1" name=""/>
        <p:cNvGrpSpPr/>
        <p:nvPr/>
      </p:nvGrpSpPr>
      <p:grpSpPr>
        <a:xfrm>
          <a:off x="0" y="0"/>
          <a:ext cx="0" cy="0"/>
          <a:chOff x="0" y="0"/>
          <a:chExt cx="0" cy="0"/>
        </a:xfrm>
      </p:grpSpPr>
      <p:sp>
        <p:nvSpPr>
          <p:cNvPr id="3" name="Text Placeholder 8">
            <a:extLst>
              <a:ext uri="{FF2B5EF4-FFF2-40B4-BE49-F238E27FC236}">
                <a16:creationId xmlns:a16="http://schemas.microsoft.com/office/drawing/2014/main" id="{FF6F4229-C80F-03D8-379E-5395A9D91051}"/>
              </a:ext>
            </a:extLst>
          </p:cNvPr>
          <p:cNvSpPr>
            <a:spLocks noGrp="1"/>
          </p:cNvSpPr>
          <p:nvPr>
            <p:ph type="body" sz="quarter" idx="10" hasCustomPrompt="1"/>
          </p:nvPr>
        </p:nvSpPr>
        <p:spPr>
          <a:xfrm>
            <a:off x="503239" y="2305050"/>
            <a:ext cx="4745037" cy="685800"/>
          </a:xfrm>
        </p:spPr>
        <p:txBody>
          <a:bodyPr>
            <a:noAutofit/>
          </a:bodyPr>
          <a:lstStyle>
            <a:lvl1pPr marL="0" indent="0">
              <a:buNone/>
              <a:defRPr sz="3200">
                <a:solidFill>
                  <a:schemeClr val="bg1"/>
                </a:solidFill>
              </a:defRPr>
            </a:lvl1pPr>
          </a:lstStyle>
          <a:p>
            <a:pPr lvl="0"/>
            <a:r>
              <a:rPr lang="en-US"/>
              <a:t>Insert subtitle</a:t>
            </a:r>
          </a:p>
        </p:txBody>
      </p:sp>
      <p:sp>
        <p:nvSpPr>
          <p:cNvPr id="4" name="Divider text">
            <a:extLst>
              <a:ext uri="{FF2B5EF4-FFF2-40B4-BE49-F238E27FC236}">
                <a16:creationId xmlns:a16="http://schemas.microsoft.com/office/drawing/2014/main" id="{6F90880B-34A2-54BD-E54C-D9BEA8FA6891}"/>
              </a:ext>
            </a:extLst>
          </p:cNvPr>
          <p:cNvSpPr>
            <a:spLocks noGrp="1"/>
          </p:cNvSpPr>
          <p:nvPr>
            <p:ph type="ctrTitle" hasCustomPrompt="1"/>
          </p:nvPr>
        </p:nvSpPr>
        <p:spPr bwMode="black">
          <a:xfrm>
            <a:off x="504000" y="1375046"/>
            <a:ext cx="11185200" cy="677108"/>
          </a:xfrm>
        </p:spPr>
        <p:txBody>
          <a:bodyPr wrap="square" anchor="t" anchorCtr="0">
            <a:noAutofit/>
          </a:bodyPr>
          <a:lstStyle>
            <a:lvl1pPr marL="0" algn="l" defTabSz="1088558" rtl="0" eaLnBrk="1" latinLnBrk="0" hangingPunct="1">
              <a:spcBef>
                <a:spcPct val="0"/>
              </a:spcBef>
              <a:buNone/>
              <a:defRPr lang="de-DE" sz="4400" b="0" i="0" kern="1200" baseline="0" dirty="0">
                <a:solidFill>
                  <a:schemeClr val="bg1"/>
                </a:solidFill>
                <a:latin typeface="+mj-lt"/>
                <a:ea typeface="+mj-ea"/>
                <a:cs typeface="72" panose="020B0503030000000003" pitchFamily="34" charset="0"/>
              </a:defRPr>
            </a:lvl1pPr>
          </a:lstStyle>
          <a:p>
            <a:r>
              <a:rPr lang="en-US"/>
              <a:t>Divider page</a:t>
            </a:r>
            <a:endParaRPr lang="de-DE"/>
          </a:p>
        </p:txBody>
      </p:sp>
      <p:pic>
        <p:nvPicPr>
          <p:cNvPr id="5" name="Picture 4">
            <a:extLst>
              <a:ext uri="{FF2B5EF4-FFF2-40B4-BE49-F238E27FC236}">
                <a16:creationId xmlns:a16="http://schemas.microsoft.com/office/drawing/2014/main" id="{C2976558-3EEE-080B-A240-E7C3F5ABB868}"/>
              </a:ext>
            </a:extLst>
          </p:cNvPr>
          <p:cNvPicPr>
            <a:picLocks noChangeAspect="1"/>
          </p:cNvPicPr>
          <p:nvPr userDrawn="1"/>
        </p:nvPicPr>
        <p:blipFill>
          <a:blip r:embed="rId2"/>
          <a:stretch>
            <a:fillRect/>
          </a:stretch>
        </p:blipFill>
        <p:spPr>
          <a:xfrm>
            <a:off x="5600141" y="2409572"/>
            <a:ext cx="6090209" cy="3031200"/>
          </a:xfrm>
          <a:prstGeom prst="rect">
            <a:avLst/>
          </a:prstGeom>
        </p:spPr>
      </p:pic>
    </p:spTree>
    <p:extLst>
      <p:ext uri="{BB962C8B-B14F-4D97-AF65-F5344CB8AC3E}">
        <p14:creationId xmlns:p14="http://schemas.microsoft.com/office/powerpoint/2010/main" val="4162748088"/>
      </p:ext>
    </p:extLst>
  </p:cSld>
  <p:clrMapOvr>
    <a:masterClrMapping/>
  </p:clrMapOvr>
  <p:hf sldNum="0" hdr="0" ftr="0" dt="0"/>
  <p:extLst>
    <p:ext uri="{DCECCB84-F9BA-43D5-87BE-67443E8EF086}">
      <p15:sldGuideLst xmlns:p15="http://schemas.microsoft.com/office/powerpoint/2012/main">
        <p15:guide id="2" orient="horz" pos="845"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Page C">
    <p:spTree>
      <p:nvGrpSpPr>
        <p:cNvPr id="1" name=""/>
        <p:cNvGrpSpPr/>
        <p:nvPr/>
      </p:nvGrpSpPr>
      <p:grpSpPr>
        <a:xfrm>
          <a:off x="0" y="0"/>
          <a:ext cx="0" cy="0"/>
          <a:chOff x="0" y="0"/>
          <a:chExt cx="0" cy="0"/>
        </a:xfrm>
      </p:grpSpPr>
      <p:sp>
        <p:nvSpPr>
          <p:cNvPr id="4" name="Divider image placeholder"/>
          <p:cNvSpPr>
            <a:spLocks noGrp="1"/>
          </p:cNvSpPr>
          <p:nvPr>
            <p:ph type="pic" sz="quarter" idx="12" hasCustomPrompt="1"/>
          </p:nvPr>
        </p:nvSpPr>
        <p:spPr bwMode="gray">
          <a:xfrm>
            <a:off x="1" y="3427200"/>
            <a:ext cx="12195175" cy="3430800"/>
          </a:xfrm>
          <a:noFill/>
        </p:spPr>
        <p:txBody>
          <a:bodyPr tIns="324000"/>
          <a:lstStyle>
            <a:lvl1pPr marL="0" marR="0" indent="0" algn="ctr" defTabSz="1088558" rtl="0" eaLnBrk="1" fontAlgn="auto" latinLnBrk="0" hangingPunct="1">
              <a:lnSpc>
                <a:spcPct val="100000"/>
              </a:lnSpc>
              <a:spcBef>
                <a:spcPts val="1200"/>
              </a:spcBef>
              <a:spcAft>
                <a:spcPts val="0"/>
              </a:spcAft>
              <a:buClr>
                <a:schemeClr val="accent1"/>
              </a:buClr>
              <a:buSzPct val="80000"/>
              <a:buFontTx/>
              <a:buNone/>
              <a:tabLst/>
              <a:defRPr sz="1600">
                <a:solidFill>
                  <a:schemeClr val="tx1"/>
                </a:solidFill>
              </a:defRPr>
            </a:lvl1pPr>
          </a:lstStyle>
          <a:p>
            <a:pPr marL="0" marR="0" lvl="0" indent="0" algn="ctr" defTabSz="1088558" rtl="0" eaLnBrk="1" fontAlgn="auto" latinLnBrk="0" hangingPunct="1">
              <a:lnSpc>
                <a:spcPct val="100000"/>
              </a:lnSpc>
              <a:spcBef>
                <a:spcPts val="1200"/>
              </a:spcBef>
              <a:spcAft>
                <a:spcPts val="0"/>
              </a:spcAft>
              <a:buClr>
                <a:schemeClr val="accent1"/>
              </a:buClr>
              <a:buSzPct val="80000"/>
              <a:buFontTx/>
              <a:buNone/>
              <a:tabLst/>
              <a:defRPr/>
            </a:pPr>
            <a:r>
              <a:rPr lang="en-US"/>
              <a:t>Placeholder for image and illustration</a:t>
            </a:r>
          </a:p>
        </p:txBody>
      </p:sp>
      <p:sp>
        <p:nvSpPr>
          <p:cNvPr id="2" name="Divider text"/>
          <p:cNvSpPr>
            <a:spLocks noGrp="1"/>
          </p:cNvSpPr>
          <p:nvPr>
            <p:ph type="ctrTitle" hasCustomPrompt="1"/>
          </p:nvPr>
        </p:nvSpPr>
        <p:spPr bwMode="black">
          <a:xfrm>
            <a:off x="504000" y="1375046"/>
            <a:ext cx="11185200" cy="677108"/>
          </a:xfrm>
        </p:spPr>
        <p:txBody>
          <a:bodyPr anchor="t" anchorCtr="0">
            <a:noAutofit/>
          </a:bodyPr>
          <a:lstStyle>
            <a:lvl1pPr>
              <a:defRPr sz="4400" b="0" i="0">
                <a:solidFill>
                  <a:schemeClr val="tx1"/>
                </a:solidFill>
                <a:latin typeface="72 Brand Medium" panose="020B0504030603020204" pitchFamily="34" charset="0"/>
              </a:defRPr>
            </a:lvl1pPr>
          </a:lstStyle>
          <a:p>
            <a:r>
              <a:rPr lang="en-US"/>
              <a:t>Divider page</a:t>
            </a:r>
            <a:endParaRPr lang="de-DE"/>
          </a:p>
        </p:txBody>
      </p:sp>
    </p:spTree>
    <p:extLst>
      <p:ext uri="{BB962C8B-B14F-4D97-AF65-F5344CB8AC3E}">
        <p14:creationId xmlns:p14="http://schemas.microsoft.com/office/powerpoint/2010/main" val="1008985274"/>
      </p:ext>
    </p:extLst>
  </p:cSld>
  <p:clrMapOvr>
    <a:masterClrMapping/>
  </p:clrMapOvr>
  <p:hf sldNum="0" hdr="0" ftr="0" dt="0"/>
  <p:extLst>
    <p:ext uri="{DCECCB84-F9BA-43D5-87BE-67443E8EF086}">
      <p15:sldGuideLst xmlns:p15="http://schemas.microsoft.com/office/powerpoint/2012/main">
        <p15:guide id="1" orient="horz" pos="2160" userDrawn="1">
          <p15:clr>
            <a:srgbClr val="FBAE40"/>
          </p15:clr>
        </p15:guide>
        <p15:guide id="4" orient="horz" pos="865" userDrawn="1">
          <p15:clr>
            <a:srgbClr val="FBAE40"/>
          </p15:clr>
        </p15:guide>
        <p15:guide id="5" orient="horz" pos="1294"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Page D">
    <p:spTree>
      <p:nvGrpSpPr>
        <p:cNvPr id="1" name=""/>
        <p:cNvGrpSpPr/>
        <p:nvPr/>
      </p:nvGrpSpPr>
      <p:grpSpPr>
        <a:xfrm>
          <a:off x="0" y="0"/>
          <a:ext cx="0" cy="0"/>
          <a:chOff x="0" y="0"/>
          <a:chExt cx="0" cy="0"/>
        </a:xfrm>
      </p:grpSpPr>
      <p:sp>
        <p:nvSpPr>
          <p:cNvPr id="3" name="Anvil" descr="preencoded.png">
            <a:extLst>
              <a:ext uri="{FF2B5EF4-FFF2-40B4-BE49-F238E27FC236}">
                <a16:creationId xmlns:a16="http://schemas.microsoft.com/office/drawing/2014/main" id="{3DD38521-14BF-F5D9-2930-AE3A04ABFA30}"/>
              </a:ext>
            </a:extLst>
          </p:cNvPr>
          <p:cNvSpPr>
            <a:spLocks noChangeAspect="1"/>
          </p:cNvSpPr>
          <p:nvPr userDrawn="1"/>
        </p:nvSpPr>
        <p:spPr>
          <a:xfrm>
            <a:off x="2726189" y="1767938"/>
            <a:ext cx="6739622" cy="3322123"/>
          </a:xfrm>
          <a:custGeom>
            <a:avLst/>
            <a:gdLst>
              <a:gd name="connsiteX0" fmla="*/ 0 w 8851917"/>
              <a:gd name="connsiteY0" fmla="*/ 0 h 4363327"/>
              <a:gd name="connsiteX1" fmla="*/ 0 w 8851917"/>
              <a:gd name="connsiteY1" fmla="*/ 4363327 h 4363327"/>
              <a:gd name="connsiteX2" fmla="*/ 4498517 w 8851917"/>
              <a:gd name="connsiteY2" fmla="*/ 4363327 h 4363327"/>
              <a:gd name="connsiteX3" fmla="*/ 8851917 w 8851917"/>
              <a:gd name="connsiteY3" fmla="*/ 0 h 4363327"/>
              <a:gd name="connsiteX4" fmla="*/ 0 w 8851917"/>
              <a:gd name="connsiteY4" fmla="*/ 0 h 4363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1917" h="4363327">
                <a:moveTo>
                  <a:pt x="0" y="0"/>
                </a:moveTo>
                <a:lnTo>
                  <a:pt x="0" y="4363327"/>
                </a:lnTo>
                <a:lnTo>
                  <a:pt x="4498517" y="4363327"/>
                </a:lnTo>
                <a:lnTo>
                  <a:pt x="8851917" y="0"/>
                </a:lnTo>
                <a:lnTo>
                  <a:pt x="0" y="0"/>
                </a:lnTo>
                <a:close/>
              </a:path>
            </a:pathLst>
          </a:custGeom>
          <a:solidFill>
            <a:srgbClr val="D1EFFF"/>
          </a:solidFill>
          <a:ln w="25400" algn="ctr">
            <a:noFill/>
            <a:miter lim="800000"/>
            <a:headEnd/>
            <a:tailEnd/>
          </a:ln>
          <a:effectLst/>
        </p:spPr>
        <p:txBody>
          <a:bodyPr wrap="none" rtlCol="0" anchor="ctr"/>
          <a:lstStyle/>
          <a:p>
            <a:pPr algn="ctr" defTabSz="1088875">
              <a:defRPr/>
            </a:pPr>
            <a:r>
              <a:rPr lang="en-US">
                <a:noFill/>
                <a:latin typeface="72 Brand" panose="020B0504030603020204" pitchFamily="34" charset="0"/>
              </a:rPr>
              <a:t>1</a:t>
            </a:r>
          </a:p>
        </p:txBody>
      </p:sp>
      <p:sp>
        <p:nvSpPr>
          <p:cNvPr id="2" name="Divider text"/>
          <p:cNvSpPr>
            <a:spLocks noGrp="1"/>
          </p:cNvSpPr>
          <p:nvPr>
            <p:ph type="ctrTitle" hasCustomPrompt="1"/>
          </p:nvPr>
        </p:nvSpPr>
        <p:spPr bwMode="black">
          <a:xfrm>
            <a:off x="503238" y="3090446"/>
            <a:ext cx="11187112" cy="677108"/>
          </a:xfrm>
        </p:spPr>
        <p:txBody>
          <a:bodyPr anchor="ctr" anchorCtr="0">
            <a:noAutofit/>
          </a:bodyPr>
          <a:lstStyle>
            <a:lvl1pPr>
              <a:defRPr sz="4400" b="0" i="0">
                <a:solidFill>
                  <a:schemeClr val="tx1"/>
                </a:solidFill>
                <a:latin typeface="72 Brand Medium" panose="020B0504030603020204" pitchFamily="34" charset="0"/>
              </a:defRPr>
            </a:lvl1pPr>
          </a:lstStyle>
          <a:p>
            <a:r>
              <a:rPr lang="en-US"/>
              <a:t>Divider page</a:t>
            </a:r>
            <a:endParaRPr lang="de-DE"/>
          </a:p>
        </p:txBody>
      </p:sp>
    </p:spTree>
    <p:extLst>
      <p:ext uri="{BB962C8B-B14F-4D97-AF65-F5344CB8AC3E}">
        <p14:creationId xmlns:p14="http://schemas.microsoft.com/office/powerpoint/2010/main" val="3221216048"/>
      </p:ext>
    </p:extLst>
  </p:cSld>
  <p:clrMapOvr>
    <a:masterClrMapping/>
  </p:clrMapOvr>
  <p:hf sldNum="0" hdr="0" ftr="0" dt="0"/>
  <p:extLst>
    <p:ext uri="{DCECCB84-F9BA-43D5-87BE-67443E8EF086}">
      <p15:sldGuideLst xmlns:p15="http://schemas.microsoft.com/office/powerpoint/2012/main">
        <p15:guide id="2" orient="horz" pos="216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p:cNvSpPr>
            <a:spLocks noGrp="1"/>
          </p:cNvSpPr>
          <p:nvPr>
            <p:ph type="title" hasCustomPrompt="1"/>
          </p:nvPr>
        </p:nvSpPr>
        <p:spPr/>
        <p:txBody>
          <a:bodyPr/>
          <a:lstStyle>
            <a:lvl1pPr>
              <a:defRPr b="0" i="0">
                <a:latin typeface="72 Brand Medium" panose="020B0504030603020204" pitchFamily="34" charset="0"/>
              </a:defRPr>
            </a:lvl1pPr>
          </a:lstStyle>
          <a:p>
            <a:r>
              <a:rPr lang="en-US" noProof="0"/>
              <a:t>Insert page title (sentence case)</a:t>
            </a:r>
            <a:endParaRPr lang="en-US"/>
          </a:p>
        </p:txBody>
      </p:sp>
    </p:spTree>
    <p:extLst>
      <p:ext uri="{BB962C8B-B14F-4D97-AF65-F5344CB8AC3E}">
        <p14:creationId xmlns:p14="http://schemas.microsoft.com/office/powerpoint/2010/main" val="3158288816"/>
      </p:ext>
    </p:extLst>
  </p:cSld>
  <p:clrMapOvr>
    <a:masterClrMapping/>
  </p:clrMapOvr>
  <p:extLst>
    <p:ext uri="{DCECCB84-F9BA-43D5-87BE-67443E8EF086}">
      <p15:sldGuideLst xmlns:p15="http://schemas.microsoft.com/office/powerpoint/2012/main">
        <p15:guide id="2" orient="horz" pos="317">
          <p15:clr>
            <a:srgbClr val="FBAE40"/>
          </p15:clr>
        </p15:guide>
        <p15:guide id="4" orient="horz" pos="55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4" name="Text placeholder"/>
          <p:cNvSpPr>
            <a:spLocks noGrp="1"/>
          </p:cNvSpPr>
          <p:nvPr>
            <p:ph type="body" sz="quarter" idx="10" hasCustomPrompt="1"/>
          </p:nvPr>
        </p:nvSpPr>
        <p:spPr>
          <a:xfrm>
            <a:off x="504000" y="1548000"/>
            <a:ext cx="11186477" cy="4805175"/>
          </a:xfrm>
        </p:spPr>
        <p:txBody>
          <a:bodyPr/>
          <a:lstStyle>
            <a:lvl1pPr>
              <a:defRPr/>
            </a:lvl1pPr>
          </a:lstStyle>
          <a:p>
            <a:pPr lvl="0"/>
            <a:r>
              <a:rPr lang="en-GB"/>
              <a:t>Start typing to add text without a bullet point. To add a bullet point, place the cursor at the start of this line and press tab.</a:t>
            </a:r>
            <a:endParaRPr lang="en-US" noProof="0"/>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4000" y="504000"/>
            <a:ext cx="11186476" cy="369332"/>
          </a:xfrm>
        </p:spPr>
        <p:txBody>
          <a:bodyPr/>
          <a:lstStyle>
            <a:lvl1pPr>
              <a:defRPr b="0"/>
            </a:lvl1pPr>
          </a:lstStyle>
          <a:p>
            <a:r>
              <a:rPr lang="en-US" noProof="0"/>
              <a:t>Insert page title (sentence case)</a:t>
            </a:r>
            <a:endParaRPr lang="en-US"/>
          </a:p>
        </p:txBody>
      </p:sp>
    </p:spTree>
    <p:extLst>
      <p:ext uri="{BB962C8B-B14F-4D97-AF65-F5344CB8AC3E}">
        <p14:creationId xmlns:p14="http://schemas.microsoft.com/office/powerpoint/2010/main" val="2129332223"/>
      </p:ext>
    </p:extLst>
  </p:cSld>
  <p:clrMapOvr>
    <a:masterClrMapping/>
  </p:clrMapOvr>
  <p:extLst>
    <p:ext uri="{DCECCB84-F9BA-43D5-87BE-67443E8EF086}">
      <p15:sldGuideLst xmlns:p15="http://schemas.microsoft.com/office/powerpoint/2012/main">
        <p15:guide id="4" orient="horz" pos="318" userDrawn="1">
          <p15:clr>
            <a:srgbClr val="FBAE40"/>
          </p15:clr>
        </p15:guide>
        <p15:guide id="5" orient="horz" pos="552" userDrawn="1">
          <p15:clr>
            <a:srgbClr val="FBAE40"/>
          </p15:clr>
        </p15:guide>
        <p15:guide id="6" orient="horz" pos="958"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5" name="Text placeholder - column 2"/>
          <p:cNvSpPr>
            <a:spLocks noGrp="1"/>
          </p:cNvSpPr>
          <p:nvPr>
            <p:ph type="body" sz="quarter" idx="11" hasCustomPrompt="1"/>
          </p:nvPr>
        </p:nvSpPr>
        <p:spPr>
          <a:xfrm>
            <a:off x="6225477" y="1548000"/>
            <a:ext cx="5465000" cy="4805175"/>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4" name="Text placeholder - column 1"/>
          <p:cNvSpPr>
            <a:spLocks noGrp="1"/>
          </p:cNvSpPr>
          <p:nvPr>
            <p:ph type="body" sz="quarter" idx="10" hasCustomPrompt="1"/>
          </p:nvPr>
        </p:nvSpPr>
        <p:spPr>
          <a:xfrm>
            <a:off x="504000" y="1548000"/>
            <a:ext cx="5465000" cy="4805175"/>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630481451"/>
      </p:ext>
    </p:extLst>
  </p:cSld>
  <p:clrMapOvr>
    <a:masterClrMapping/>
  </p:clrMapOvr>
  <p:extLst>
    <p:ext uri="{DCECCB84-F9BA-43D5-87BE-67443E8EF086}">
      <p15:sldGuideLst xmlns:p15="http://schemas.microsoft.com/office/powerpoint/2012/main">
        <p15:guide id="6" orient="horz" pos="317" userDrawn="1">
          <p15:clr>
            <a:srgbClr val="FBAE40"/>
          </p15:clr>
        </p15:guide>
        <p15:guide id="7" orient="horz" pos="551" userDrawn="1">
          <p15:clr>
            <a:srgbClr val="FBAE40"/>
          </p15:clr>
        </p15:guide>
        <p15:guide id="8" orient="horz" pos="972"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8126477" y="1548000"/>
            <a:ext cx="3564000" cy="480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6" name="Text Placeholder - column 2"/>
          <p:cNvSpPr>
            <a:spLocks noGrp="1"/>
          </p:cNvSpPr>
          <p:nvPr>
            <p:ph type="body" sz="quarter" idx="12" hasCustomPrompt="1"/>
          </p:nvPr>
        </p:nvSpPr>
        <p:spPr>
          <a:xfrm>
            <a:off x="4315238" y="1548000"/>
            <a:ext cx="3564000" cy="480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4" name="Text Placeholder - column 1"/>
          <p:cNvSpPr>
            <a:spLocks noGrp="1"/>
          </p:cNvSpPr>
          <p:nvPr>
            <p:ph type="body" sz="quarter" idx="10" hasCustomPrompt="1"/>
          </p:nvPr>
        </p:nvSpPr>
        <p:spPr>
          <a:xfrm>
            <a:off x="504000" y="1548000"/>
            <a:ext cx="3564000" cy="480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866416376"/>
      </p:ext>
    </p:extLst>
  </p:cSld>
  <p:clrMapOvr>
    <a:masterClrMapping/>
  </p:clrMapOvr>
  <p:extLst>
    <p:ext uri="{DCECCB84-F9BA-43D5-87BE-67443E8EF086}">
      <p15:sldGuideLst xmlns:p15="http://schemas.microsoft.com/office/powerpoint/2012/main">
        <p15:guide id="2" orient="horz" pos="317" userDrawn="1">
          <p15:clr>
            <a:srgbClr val="FBAE40"/>
          </p15:clr>
        </p15:guide>
        <p15:guide id="8" orient="horz" pos="551" userDrawn="1">
          <p15:clr>
            <a:srgbClr val="FBAE40"/>
          </p15:clr>
        </p15:guide>
        <p15:guide id="9" orient="horz" pos="974"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 Columns - Text and Images">
    <p:spTree>
      <p:nvGrpSpPr>
        <p:cNvPr id="1" name=""/>
        <p:cNvGrpSpPr/>
        <p:nvPr/>
      </p:nvGrpSpPr>
      <p:grpSpPr>
        <a:xfrm>
          <a:off x="0" y="0"/>
          <a:ext cx="0" cy="0"/>
          <a:chOff x="0" y="0"/>
          <a:chExt cx="0" cy="0"/>
        </a:xfrm>
      </p:grpSpPr>
      <p:sp>
        <p:nvSpPr>
          <p:cNvPr id="17" name="Text placeholder 2"/>
          <p:cNvSpPr>
            <a:spLocks noGrp="1"/>
          </p:cNvSpPr>
          <p:nvPr>
            <p:ph type="body" sz="quarter" idx="13" hasCustomPrompt="1"/>
          </p:nvPr>
        </p:nvSpPr>
        <p:spPr>
          <a:xfrm>
            <a:off x="6221413" y="4770000"/>
            <a:ext cx="5469064" cy="1583175"/>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2"/>
          <p:cNvSpPr>
            <a:spLocks noGrp="1"/>
          </p:cNvSpPr>
          <p:nvPr>
            <p:ph type="pic" sz="quarter" idx="14" hasCustomPrompt="1"/>
          </p:nvPr>
        </p:nvSpPr>
        <p:spPr bwMode="gray">
          <a:xfrm>
            <a:off x="6225477" y="1548000"/>
            <a:ext cx="5465000" cy="279259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3" name="Text placeholder 1"/>
          <p:cNvSpPr>
            <a:spLocks noGrp="1"/>
          </p:cNvSpPr>
          <p:nvPr>
            <p:ph type="body" sz="quarter" idx="10" hasCustomPrompt="1"/>
          </p:nvPr>
        </p:nvSpPr>
        <p:spPr>
          <a:xfrm>
            <a:off x="504000" y="4770000"/>
            <a:ext cx="5465000" cy="1583175"/>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1"/>
          <p:cNvSpPr>
            <a:spLocks noGrp="1"/>
          </p:cNvSpPr>
          <p:nvPr>
            <p:ph type="pic" sz="quarter" idx="12" hasCustomPrompt="1"/>
          </p:nvPr>
        </p:nvSpPr>
        <p:spPr bwMode="gray">
          <a:xfrm>
            <a:off x="504000" y="1548000"/>
            <a:ext cx="5465000" cy="279259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504941297"/>
      </p:ext>
    </p:extLst>
  </p:cSld>
  <p:clrMapOvr>
    <a:masterClrMapping/>
  </p:clrMapOvr>
  <p:extLst>
    <p:ext uri="{DCECCB84-F9BA-43D5-87BE-67443E8EF086}">
      <p15:sldGuideLst xmlns:p15="http://schemas.microsoft.com/office/powerpoint/2012/main">
        <p15:guide id="2" orient="horz" pos="317" userDrawn="1">
          <p15:clr>
            <a:srgbClr val="FBAE40"/>
          </p15:clr>
        </p15:guide>
        <p15:guide id="3" orient="horz" pos="551" userDrawn="1">
          <p15:clr>
            <a:srgbClr val="FBAE40"/>
          </p15:clr>
        </p15:guide>
        <p15:guide id="4" orient="horz" pos="974" userDrawn="1">
          <p15:clr>
            <a:srgbClr val="FBAE40"/>
          </p15:clr>
        </p15:guide>
        <p15:guide id="5" orient="horz" pos="2750" userDrawn="1">
          <p15:clr>
            <a:srgbClr val="FBAE40"/>
          </p15:clr>
        </p15:guide>
        <p15:guide id="6" orient="horz" pos="3004"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 Columns - Text and Images">
    <p:spTree>
      <p:nvGrpSpPr>
        <p:cNvPr id="1" name=""/>
        <p:cNvGrpSpPr/>
        <p:nvPr/>
      </p:nvGrpSpPr>
      <p:grpSpPr>
        <a:xfrm>
          <a:off x="0" y="0"/>
          <a:ext cx="0" cy="0"/>
          <a:chOff x="0" y="0"/>
          <a:chExt cx="0" cy="0"/>
        </a:xfrm>
      </p:grpSpPr>
      <p:sp>
        <p:nvSpPr>
          <p:cNvPr id="17" name="Text placeholder 3"/>
          <p:cNvSpPr>
            <a:spLocks noGrp="1"/>
          </p:cNvSpPr>
          <p:nvPr>
            <p:ph type="body" sz="quarter" idx="13" hasCustomPrompt="1"/>
          </p:nvPr>
        </p:nvSpPr>
        <p:spPr>
          <a:xfrm>
            <a:off x="8128000" y="4354921"/>
            <a:ext cx="3562477" cy="1998253"/>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3"/>
          <p:cNvSpPr>
            <a:spLocks noGrp="1"/>
          </p:cNvSpPr>
          <p:nvPr>
            <p:ph type="pic" sz="quarter" idx="14" hasCustomPrompt="1"/>
          </p:nvPr>
        </p:nvSpPr>
        <p:spPr bwMode="gray">
          <a:xfrm>
            <a:off x="8128000" y="1548000"/>
            <a:ext cx="3562477" cy="2294662"/>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9" name="Text placeholder 2"/>
          <p:cNvSpPr>
            <a:spLocks noGrp="1"/>
          </p:cNvSpPr>
          <p:nvPr>
            <p:ph type="body" sz="quarter" idx="15" hasCustomPrompt="1"/>
          </p:nvPr>
        </p:nvSpPr>
        <p:spPr>
          <a:xfrm>
            <a:off x="4314824" y="4354921"/>
            <a:ext cx="3560763" cy="1998253"/>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0" name="Picture placeholder 2"/>
          <p:cNvSpPr>
            <a:spLocks noGrp="1"/>
          </p:cNvSpPr>
          <p:nvPr>
            <p:ph type="pic" sz="quarter" idx="16" hasCustomPrompt="1"/>
          </p:nvPr>
        </p:nvSpPr>
        <p:spPr bwMode="gray">
          <a:xfrm>
            <a:off x="4314826" y="1548000"/>
            <a:ext cx="3560762" cy="2294662"/>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3" name="Text placeholder 1"/>
          <p:cNvSpPr>
            <a:spLocks noGrp="1"/>
          </p:cNvSpPr>
          <p:nvPr>
            <p:ph type="body" sz="quarter" idx="10" hasCustomPrompt="1"/>
          </p:nvPr>
        </p:nvSpPr>
        <p:spPr>
          <a:xfrm>
            <a:off x="504000" y="4354921"/>
            <a:ext cx="3560000" cy="1998253"/>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1"/>
          <p:cNvSpPr>
            <a:spLocks noGrp="1"/>
          </p:cNvSpPr>
          <p:nvPr>
            <p:ph type="pic" sz="quarter" idx="12" hasCustomPrompt="1"/>
          </p:nvPr>
        </p:nvSpPr>
        <p:spPr bwMode="gray">
          <a:xfrm>
            <a:off x="504000" y="1548000"/>
            <a:ext cx="3560000" cy="2294662"/>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727667599"/>
      </p:ext>
    </p:extLst>
  </p:cSld>
  <p:clrMapOvr>
    <a:masterClrMapping/>
  </p:clrMapOvr>
  <p:extLst>
    <p:ext uri="{DCECCB84-F9BA-43D5-87BE-67443E8EF086}">
      <p15:sldGuideLst xmlns:p15="http://schemas.microsoft.com/office/powerpoint/2012/main">
        <p15:guide id="2" orient="horz" pos="317" userDrawn="1">
          <p15:clr>
            <a:srgbClr val="FBAE40"/>
          </p15:clr>
        </p15:guide>
        <p15:guide id="8" orient="horz" pos="551" userDrawn="1">
          <p15:clr>
            <a:srgbClr val="FBAE40"/>
          </p15:clr>
        </p15:guide>
        <p15:guide id="9" orient="horz" pos="970" userDrawn="1">
          <p15:clr>
            <a:srgbClr val="FBAE40"/>
          </p15:clr>
        </p15:guide>
        <p15:guide id="10" orient="horz" pos="2428" userDrawn="1">
          <p15:clr>
            <a:srgbClr val="FBAE40"/>
          </p15:clr>
        </p15:guide>
        <p15:guide id="11" orient="horz" pos="2743"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 Columns - Text and Images">
    <p:spTree>
      <p:nvGrpSpPr>
        <p:cNvPr id="1" name=""/>
        <p:cNvGrpSpPr/>
        <p:nvPr/>
      </p:nvGrpSpPr>
      <p:grpSpPr>
        <a:xfrm>
          <a:off x="0" y="0"/>
          <a:ext cx="0" cy="0"/>
          <a:chOff x="0" y="0"/>
          <a:chExt cx="0" cy="0"/>
        </a:xfrm>
      </p:grpSpPr>
      <p:sp>
        <p:nvSpPr>
          <p:cNvPr id="17" name="Text placeholder - column 2"/>
          <p:cNvSpPr>
            <a:spLocks noGrp="1"/>
          </p:cNvSpPr>
          <p:nvPr>
            <p:ph type="body" sz="quarter" idx="13" hasCustomPrompt="1"/>
          </p:nvPr>
        </p:nvSpPr>
        <p:spPr>
          <a:xfrm>
            <a:off x="9099598" y="3877200"/>
            <a:ext cx="2590879" cy="2475975"/>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4"/>
          <p:cNvSpPr>
            <a:spLocks noGrp="1"/>
          </p:cNvSpPr>
          <p:nvPr>
            <p:ph type="pic" sz="quarter" idx="14" hasCustomPrompt="1"/>
          </p:nvPr>
        </p:nvSpPr>
        <p:spPr bwMode="gray">
          <a:xfrm>
            <a:off x="9080501" y="1548000"/>
            <a:ext cx="2609976"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13" name="Text placeholder - column 2"/>
          <p:cNvSpPr>
            <a:spLocks noGrp="1"/>
          </p:cNvSpPr>
          <p:nvPr>
            <p:ph type="body" sz="quarter" idx="17" hasCustomPrompt="1"/>
          </p:nvPr>
        </p:nvSpPr>
        <p:spPr>
          <a:xfrm>
            <a:off x="6234398" y="3877200"/>
            <a:ext cx="2590879" cy="2475975"/>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4" name="Picture Placeholder 4"/>
          <p:cNvSpPr>
            <a:spLocks noGrp="1"/>
          </p:cNvSpPr>
          <p:nvPr>
            <p:ph type="pic" sz="quarter" idx="18" hasCustomPrompt="1"/>
          </p:nvPr>
        </p:nvSpPr>
        <p:spPr bwMode="gray">
          <a:xfrm>
            <a:off x="6221413" y="1548000"/>
            <a:ext cx="2606675"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9" name="Text placeholder - column 2"/>
          <p:cNvSpPr>
            <a:spLocks noGrp="1"/>
          </p:cNvSpPr>
          <p:nvPr>
            <p:ph type="body" sz="quarter" idx="15" hasCustomPrompt="1"/>
          </p:nvPr>
        </p:nvSpPr>
        <p:spPr>
          <a:xfrm>
            <a:off x="3369199" y="3877200"/>
            <a:ext cx="2590879" cy="2475975"/>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0" name="Picture Placeholder 4"/>
          <p:cNvSpPr>
            <a:spLocks noGrp="1"/>
          </p:cNvSpPr>
          <p:nvPr>
            <p:ph type="pic" sz="quarter" idx="16" hasCustomPrompt="1"/>
          </p:nvPr>
        </p:nvSpPr>
        <p:spPr bwMode="gray">
          <a:xfrm>
            <a:off x="3362325" y="1548000"/>
            <a:ext cx="2606675"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3" name="Text placeholder - column 2"/>
          <p:cNvSpPr>
            <a:spLocks noGrp="1"/>
          </p:cNvSpPr>
          <p:nvPr>
            <p:ph type="body" sz="quarter" idx="10" hasCustomPrompt="1"/>
          </p:nvPr>
        </p:nvSpPr>
        <p:spPr>
          <a:xfrm>
            <a:off x="503999" y="3877200"/>
            <a:ext cx="2590879" cy="2475975"/>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4"/>
          <p:cNvSpPr>
            <a:spLocks noGrp="1"/>
          </p:cNvSpPr>
          <p:nvPr>
            <p:ph type="pic" sz="quarter" idx="12" hasCustomPrompt="1"/>
          </p:nvPr>
        </p:nvSpPr>
        <p:spPr bwMode="gray">
          <a:xfrm>
            <a:off x="503999" y="1548000"/>
            <a:ext cx="2605913"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680594478"/>
      </p:ext>
    </p:extLst>
  </p:cSld>
  <p:clrMapOvr>
    <a:masterClrMapping/>
  </p:clrMapOvr>
  <p:extLst>
    <p:ext uri="{DCECCB84-F9BA-43D5-87BE-67443E8EF086}">
      <p15:sldGuideLst xmlns:p15="http://schemas.microsoft.com/office/powerpoint/2012/main">
        <p15:guide id="2" orient="horz" pos="317" userDrawn="1">
          <p15:clr>
            <a:srgbClr val="FBAE40"/>
          </p15:clr>
        </p15:guide>
        <p15:guide id="3" orient="horz" pos="551" userDrawn="1">
          <p15:clr>
            <a:srgbClr val="FBAE40"/>
          </p15:clr>
        </p15:guide>
        <p15:guide id="4" orient="horz" pos="974" userDrawn="1">
          <p15:clr>
            <a:srgbClr val="FBAE40"/>
          </p15:clr>
        </p15:guide>
        <p15:guide id="5" orient="horz" pos="2160" userDrawn="1">
          <p15:clr>
            <a:srgbClr val="FBAE40"/>
          </p15:clr>
        </p15:guide>
        <p15:guide id="6" orient="horz" pos="2442"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Text with Image 1/3">
    <p:spTree>
      <p:nvGrpSpPr>
        <p:cNvPr id="1" name=""/>
        <p:cNvGrpSpPr/>
        <p:nvPr/>
      </p:nvGrpSpPr>
      <p:grpSpPr>
        <a:xfrm>
          <a:off x="0" y="0"/>
          <a:ext cx="0" cy="0"/>
          <a:chOff x="0" y="0"/>
          <a:chExt cx="0" cy="0"/>
        </a:xfrm>
      </p:grpSpPr>
      <p:sp>
        <p:nvSpPr>
          <p:cNvPr id="5" name="Picture Placeholder 1/3 right"/>
          <p:cNvSpPr>
            <a:spLocks noGrp="1"/>
          </p:cNvSpPr>
          <p:nvPr>
            <p:ph type="pic" sz="quarter" idx="10" hasCustomPrompt="1"/>
          </p:nvPr>
        </p:nvSpPr>
        <p:spPr bwMode="gray">
          <a:xfrm>
            <a:off x="8127175" y="0"/>
            <a:ext cx="4068000" cy="6858000"/>
          </a:xfrm>
          <a:no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a:t>
            </a:r>
            <a:endParaRPr lang="de-DE"/>
          </a:p>
        </p:txBody>
      </p:sp>
      <p:sp>
        <p:nvSpPr>
          <p:cNvPr id="7" name="Text Placeholder"/>
          <p:cNvSpPr>
            <a:spLocks noGrp="1"/>
          </p:cNvSpPr>
          <p:nvPr>
            <p:ph type="body" sz="quarter" idx="11" hasCustomPrompt="1"/>
          </p:nvPr>
        </p:nvSpPr>
        <p:spPr bwMode="black">
          <a:xfrm>
            <a:off x="503998" y="1548000"/>
            <a:ext cx="7371589" cy="4805175"/>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endParaRPr lang="de-DE"/>
          </a:p>
        </p:txBody>
      </p:sp>
      <p:sp>
        <p:nvSpPr>
          <p:cNvPr id="3" name="Title"/>
          <p:cNvSpPr>
            <a:spLocks noGrp="1"/>
          </p:cNvSpPr>
          <p:nvPr>
            <p:ph type="title" hasCustomPrompt="1"/>
          </p:nvPr>
        </p:nvSpPr>
        <p:spPr>
          <a:xfrm>
            <a:off x="504000" y="504000"/>
            <a:ext cx="7371589"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3425020262"/>
      </p:ext>
    </p:extLst>
  </p:cSld>
  <p:clrMapOvr>
    <a:masterClrMapping/>
  </p:clrMapOvr>
  <p:extLst>
    <p:ext uri="{DCECCB84-F9BA-43D5-87BE-67443E8EF086}">
      <p15:sldGuideLst xmlns:p15="http://schemas.microsoft.com/office/powerpoint/2012/main">
        <p15:guide id="4" pos="5111" userDrawn="1">
          <p15:clr>
            <a:srgbClr val="FBAE40"/>
          </p15:clr>
        </p15:guide>
        <p15:guide id="5" orient="horz" pos="317" userDrawn="1">
          <p15:clr>
            <a:srgbClr val="FBAE40"/>
          </p15:clr>
        </p15:guide>
        <p15:guide id="6" orient="horz" pos="551" userDrawn="1">
          <p15:clr>
            <a:srgbClr val="FBAE40"/>
          </p15:clr>
        </p15:guide>
        <p15:guide id="7" orient="horz" pos="972"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ull Bleed Image ">
    <p:spTree>
      <p:nvGrpSpPr>
        <p:cNvPr id="1" name=""/>
        <p:cNvGrpSpPr/>
        <p:nvPr/>
      </p:nvGrpSpPr>
      <p:grpSpPr>
        <a:xfrm>
          <a:off x="0" y="0"/>
          <a:ext cx="0" cy="0"/>
          <a:chOff x="0" y="0"/>
          <a:chExt cx="0" cy="0"/>
        </a:xfrm>
      </p:grpSpPr>
      <p:sp>
        <p:nvSpPr>
          <p:cNvPr id="5" name="Picture Placeholder"/>
          <p:cNvSpPr>
            <a:spLocks noGrp="1"/>
          </p:cNvSpPr>
          <p:nvPr>
            <p:ph type="pic" sz="quarter" idx="10" hasCustomPrompt="1"/>
          </p:nvPr>
        </p:nvSpPr>
        <p:spPr bwMode="gray">
          <a:xfrm>
            <a:off x="1" y="0"/>
            <a:ext cx="12195175" cy="6858000"/>
          </a:xfrm>
          <a:no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a:t>
            </a:r>
            <a:endParaRPr lang="de-DE"/>
          </a:p>
        </p:txBody>
      </p:sp>
    </p:spTree>
    <p:extLst>
      <p:ext uri="{BB962C8B-B14F-4D97-AF65-F5344CB8AC3E}">
        <p14:creationId xmlns:p14="http://schemas.microsoft.com/office/powerpoint/2010/main" val="413979114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and Screenshot">
    <p:spTree>
      <p:nvGrpSpPr>
        <p:cNvPr id="1" name=""/>
        <p:cNvGrpSpPr/>
        <p:nvPr/>
      </p:nvGrpSpPr>
      <p:grpSpPr>
        <a:xfrm>
          <a:off x="0" y="0"/>
          <a:ext cx="0" cy="0"/>
          <a:chOff x="0" y="0"/>
          <a:chExt cx="0" cy="0"/>
        </a:xfrm>
      </p:grpSpPr>
      <p:sp>
        <p:nvSpPr>
          <p:cNvPr id="5" name="Picture Placeholder"/>
          <p:cNvSpPr>
            <a:spLocks noGrp="1"/>
          </p:cNvSpPr>
          <p:nvPr>
            <p:ph type="pic" sz="quarter" idx="13" hasCustomPrompt="1"/>
          </p:nvPr>
        </p:nvSpPr>
        <p:spPr bwMode="gray">
          <a:xfrm>
            <a:off x="6221413" y="1557338"/>
            <a:ext cx="5469064" cy="4795837"/>
          </a:xfrm>
          <a:noFill/>
        </p:spPr>
        <p:txBody>
          <a:bodyPr vert="horz" lIns="0" tIns="1512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screenshot</a:t>
            </a:r>
            <a:endParaRPr lang="de-DE"/>
          </a:p>
        </p:txBody>
      </p:sp>
      <p:sp>
        <p:nvSpPr>
          <p:cNvPr id="4" name="Text Placeholder"/>
          <p:cNvSpPr>
            <a:spLocks noGrp="1"/>
          </p:cNvSpPr>
          <p:nvPr>
            <p:ph type="body" sz="quarter" idx="10" hasCustomPrompt="1"/>
          </p:nvPr>
        </p:nvSpPr>
        <p:spPr>
          <a:xfrm>
            <a:off x="504000" y="1548000"/>
            <a:ext cx="5465000" cy="480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1287227243"/>
      </p:ext>
    </p:extLst>
  </p:cSld>
  <p:clrMapOvr>
    <a:masterClrMapping/>
  </p:clrMapOvr>
  <p:extLst>
    <p:ext uri="{DCECCB84-F9BA-43D5-87BE-67443E8EF086}">
      <p15:sldGuideLst xmlns:p15="http://schemas.microsoft.com/office/powerpoint/2012/main">
        <p15:guide id="2" orient="horz" pos="972" userDrawn="1">
          <p15:clr>
            <a:srgbClr val="FBAE40"/>
          </p15:clr>
        </p15:guide>
        <p15:guide id="6" orient="horz" pos="317" userDrawn="1">
          <p15:clr>
            <a:srgbClr val="FBAE40"/>
          </p15:clr>
        </p15:guide>
        <p15:guide id="7" orient="horz" pos="551"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p:cNvSpPr>
            <a:spLocks noGrp="1"/>
          </p:cNvSpPr>
          <p:nvPr>
            <p:ph idx="1" hasCustomPrompt="1"/>
          </p:nvPr>
        </p:nvSpPr>
        <p:spPr bwMode="gray">
          <a:xfrm>
            <a:off x="504000" y="1548000"/>
            <a:ext cx="11185200" cy="4805175"/>
          </a:xfrm>
          <a:noFill/>
        </p:spPr>
        <p:txBody>
          <a:bodyPr tIns="1368000"/>
          <a:lstStyle>
            <a:lvl1pPr algn="ctr">
              <a:defRPr sz="1400" b="0"/>
            </a:lvl1pPr>
          </a:lstStyle>
          <a:p>
            <a:pPr lvl="0"/>
            <a:r>
              <a:rPr lang="en-US"/>
              <a:t>Click to add content</a:t>
            </a:r>
          </a:p>
        </p:txBody>
      </p:sp>
      <p:sp>
        <p:nvSpPr>
          <p:cNvPr id="2" name="Title"/>
          <p:cNvSpPr>
            <a:spLocks noGrp="1"/>
          </p:cNvSpPr>
          <p:nvPr>
            <p:ph type="title" hasCustomPrompt="1"/>
          </p:nvPr>
        </p:nvSpPr>
        <p:spPr/>
        <p:txBody>
          <a:bodyPr/>
          <a:lstStyle/>
          <a:p>
            <a:r>
              <a:rPr lang="en-US" noProof="0"/>
              <a:t>Insert page title (sentence case)</a:t>
            </a:r>
            <a:endParaRPr lang="en-US"/>
          </a:p>
        </p:txBody>
      </p:sp>
    </p:spTree>
    <p:extLst>
      <p:ext uri="{BB962C8B-B14F-4D97-AF65-F5344CB8AC3E}">
        <p14:creationId xmlns:p14="http://schemas.microsoft.com/office/powerpoint/2010/main" val="4186098743"/>
      </p:ext>
    </p:extLst>
  </p:cSld>
  <p:clrMapOvr>
    <a:masterClrMapping/>
  </p:clrMapOvr>
  <p:extLst>
    <p:ext uri="{DCECCB84-F9BA-43D5-87BE-67443E8EF086}">
      <p15:sldGuideLst xmlns:p15="http://schemas.microsoft.com/office/powerpoint/2012/main">
        <p15:guide id="2" orient="horz" pos="317" userDrawn="1">
          <p15:clr>
            <a:srgbClr val="FBAE40"/>
          </p15:clr>
        </p15:guide>
        <p15:guide id="3" orient="horz" pos="551" userDrawn="1">
          <p15:clr>
            <a:srgbClr val="FBAE40"/>
          </p15:clr>
        </p15:guide>
        <p15:guide id="4" orient="horz" pos="972"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Quote">
    <p:bg>
      <p:bgPr>
        <a:solidFill>
          <a:srgbClr val="D1EFFF"/>
        </a:solidFill>
        <a:effectLst/>
      </p:bgPr>
    </p:bg>
    <p:spTree>
      <p:nvGrpSpPr>
        <p:cNvPr id="1" name=""/>
        <p:cNvGrpSpPr/>
        <p:nvPr/>
      </p:nvGrpSpPr>
      <p:grpSpPr>
        <a:xfrm>
          <a:off x="0" y="0"/>
          <a:ext cx="0" cy="0"/>
          <a:chOff x="0" y="0"/>
          <a:chExt cx="0" cy="0"/>
        </a:xfrm>
      </p:grpSpPr>
      <p:sp>
        <p:nvSpPr>
          <p:cNvPr id="10" name="Anvil" descr="preencoded.png">
            <a:extLst>
              <a:ext uri="{FF2B5EF4-FFF2-40B4-BE49-F238E27FC236}">
                <a16:creationId xmlns:a16="http://schemas.microsoft.com/office/drawing/2014/main" id="{C4FED2BE-6259-64CE-562B-46975C5747E1}"/>
              </a:ext>
            </a:extLst>
          </p:cNvPr>
          <p:cNvSpPr/>
          <p:nvPr userDrawn="1"/>
        </p:nvSpPr>
        <p:spPr>
          <a:xfrm>
            <a:off x="2409825" y="1543050"/>
            <a:ext cx="8061100" cy="3973513"/>
          </a:xfrm>
          <a:custGeom>
            <a:avLst/>
            <a:gdLst>
              <a:gd name="connsiteX0" fmla="*/ 0 w 8851917"/>
              <a:gd name="connsiteY0" fmla="*/ 0 h 4363327"/>
              <a:gd name="connsiteX1" fmla="*/ 0 w 8851917"/>
              <a:gd name="connsiteY1" fmla="*/ 4363327 h 4363327"/>
              <a:gd name="connsiteX2" fmla="*/ 4498517 w 8851917"/>
              <a:gd name="connsiteY2" fmla="*/ 4363327 h 4363327"/>
              <a:gd name="connsiteX3" fmla="*/ 8851917 w 8851917"/>
              <a:gd name="connsiteY3" fmla="*/ 0 h 4363327"/>
              <a:gd name="connsiteX4" fmla="*/ 0 w 8851917"/>
              <a:gd name="connsiteY4" fmla="*/ 0 h 4363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1917" h="4363327">
                <a:moveTo>
                  <a:pt x="0" y="0"/>
                </a:moveTo>
                <a:lnTo>
                  <a:pt x="0" y="4363327"/>
                </a:lnTo>
                <a:lnTo>
                  <a:pt x="4498517" y="4363327"/>
                </a:lnTo>
                <a:lnTo>
                  <a:pt x="8851917" y="0"/>
                </a:lnTo>
                <a:lnTo>
                  <a:pt x="0" y="0"/>
                </a:lnTo>
                <a:close/>
              </a:path>
            </a:pathLst>
          </a:custGeom>
          <a:solidFill>
            <a:srgbClr val="89D1FF"/>
          </a:solidFill>
          <a:ln w="15238" cap="flat">
            <a:noFill/>
            <a:prstDash val="solid"/>
            <a:miter/>
          </a:ln>
        </p:spPr>
        <p:txBody>
          <a:bodyPr rtlCol="0" anchor="ctr"/>
          <a:lstStyle/>
          <a:p>
            <a:endParaRPr lang="en-US" b="0" i="0">
              <a:latin typeface="72 Brand" panose="020B0504030603020204" pitchFamily="34" charset="0"/>
            </a:endParaRPr>
          </a:p>
        </p:txBody>
      </p:sp>
      <p:sp>
        <p:nvSpPr>
          <p:cNvPr id="6" name="Title">
            <a:extLst>
              <a:ext uri="{FF2B5EF4-FFF2-40B4-BE49-F238E27FC236}">
                <a16:creationId xmlns:a16="http://schemas.microsoft.com/office/drawing/2014/main" id="{729E6C33-847C-5792-E2BD-5963C662ECED}"/>
              </a:ext>
            </a:extLst>
          </p:cNvPr>
          <p:cNvSpPr>
            <a:spLocks noGrp="1"/>
          </p:cNvSpPr>
          <p:nvPr>
            <p:ph type="title" hasCustomPrompt="1"/>
          </p:nvPr>
        </p:nvSpPr>
        <p:spPr>
          <a:xfrm>
            <a:off x="1455738" y="3256398"/>
            <a:ext cx="9282112" cy="646112"/>
          </a:xfrm>
        </p:spPr>
        <p:txBody>
          <a:bodyPr anchor="ctr" anchorCtr="0">
            <a:noAutofit/>
          </a:bodyPr>
          <a:lstStyle>
            <a:lvl1pPr>
              <a:lnSpc>
                <a:spcPct val="100000"/>
              </a:lnSpc>
              <a:defRPr sz="3600" b="0" i="0">
                <a:solidFill>
                  <a:schemeClr val="tx1"/>
                </a:solidFill>
                <a:latin typeface="72 Brand Medium" panose="020B0504030603020204" pitchFamily="34" charset="0"/>
              </a:defRPr>
            </a:lvl1pPr>
          </a:lstStyle>
          <a:p>
            <a:pPr fontAlgn="base">
              <a:spcBef>
                <a:spcPct val="50000"/>
              </a:spcBef>
              <a:spcAft>
                <a:spcPct val="0"/>
              </a:spcAft>
              <a:buClr>
                <a:srgbClr val="F0AB00"/>
              </a:buClr>
              <a:buSzPct val="80000"/>
            </a:pPr>
            <a:r>
              <a:rPr lang="en-US"/>
              <a:t>“Add Quote”</a:t>
            </a:r>
            <a:endParaRPr lang="de-DE" sz="3600" kern="0" err="1">
              <a:ea typeface="72 Brand" pitchFamily="34" charset="-128"/>
              <a:cs typeface="72 Brand" pitchFamily="34" charset="-128"/>
            </a:endParaRPr>
          </a:p>
        </p:txBody>
      </p:sp>
      <p:sp>
        <p:nvSpPr>
          <p:cNvPr id="9" name="Text Placeholder 8">
            <a:extLst>
              <a:ext uri="{FF2B5EF4-FFF2-40B4-BE49-F238E27FC236}">
                <a16:creationId xmlns:a16="http://schemas.microsoft.com/office/drawing/2014/main" id="{6F45BB20-CC77-71AE-A785-DCD42C2AECFC}"/>
              </a:ext>
            </a:extLst>
          </p:cNvPr>
          <p:cNvSpPr>
            <a:spLocks noGrp="1"/>
          </p:cNvSpPr>
          <p:nvPr>
            <p:ph type="body" sz="quarter" idx="12" hasCustomPrompt="1"/>
          </p:nvPr>
        </p:nvSpPr>
        <p:spPr>
          <a:xfrm>
            <a:off x="2409825" y="5832475"/>
            <a:ext cx="8328025" cy="520700"/>
          </a:xfrm>
        </p:spPr>
        <p:txBody>
          <a:bodyPr/>
          <a:lstStyle>
            <a:lvl1pPr>
              <a:defRPr sz="1400"/>
            </a:lvl1pPr>
          </a:lstStyle>
          <a:p>
            <a:pPr lvl="0"/>
            <a:r>
              <a:rPr lang="en-GB"/>
              <a:t>Speaker,</a:t>
            </a:r>
          </a:p>
          <a:p>
            <a:pPr lvl="0"/>
            <a:r>
              <a:rPr lang="en-GB"/>
              <a:t>Company, Role</a:t>
            </a:r>
            <a:endParaRPr lang="en-DE"/>
          </a:p>
        </p:txBody>
      </p:sp>
      <p:sp>
        <p:nvSpPr>
          <p:cNvPr id="13" name="Text Placeholder 12">
            <a:extLst>
              <a:ext uri="{FF2B5EF4-FFF2-40B4-BE49-F238E27FC236}">
                <a16:creationId xmlns:a16="http://schemas.microsoft.com/office/drawing/2014/main" id="{E96E6B39-45BC-B141-4D4B-63CD006D461E}"/>
              </a:ext>
            </a:extLst>
          </p:cNvPr>
          <p:cNvSpPr>
            <a:spLocks noGrp="1"/>
          </p:cNvSpPr>
          <p:nvPr>
            <p:ph type="body" sz="quarter" idx="13" hasCustomPrompt="1"/>
          </p:nvPr>
        </p:nvSpPr>
        <p:spPr>
          <a:xfrm>
            <a:off x="503238" y="503238"/>
            <a:ext cx="11183937" cy="370800"/>
          </a:xfrm>
        </p:spPr>
        <p:txBody>
          <a:bodyPr/>
          <a:lstStyle>
            <a:lvl1pPr>
              <a:defRPr sz="2400">
                <a:latin typeface="72 Brand Medium" panose="020B0604030603020204" pitchFamily="34" charset="0"/>
              </a:defRPr>
            </a:lvl1pPr>
          </a:lstStyle>
          <a:p>
            <a:pPr lvl="0"/>
            <a:r>
              <a:rPr lang="en-GB"/>
              <a:t>Insert page title (sentence case)</a:t>
            </a:r>
          </a:p>
        </p:txBody>
      </p:sp>
      <p:sp>
        <p:nvSpPr>
          <p:cNvPr id="14" name="Slide number">
            <a:extLst>
              <a:ext uri="{FF2B5EF4-FFF2-40B4-BE49-F238E27FC236}">
                <a16:creationId xmlns:a16="http://schemas.microsoft.com/office/drawing/2014/main" id="{5F0AAD8A-B1FC-600E-7D99-98736F5CDDB9}"/>
              </a:ext>
            </a:extLst>
          </p:cNvP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Tree>
    <p:extLst>
      <p:ext uri="{BB962C8B-B14F-4D97-AF65-F5344CB8AC3E}">
        <p14:creationId xmlns:p14="http://schemas.microsoft.com/office/powerpoint/2010/main" val="2768701216"/>
      </p:ext>
    </p:extLst>
  </p:cSld>
  <p:clrMapOvr>
    <a:masterClrMapping/>
  </p:clrMapOvr>
  <p:extLst>
    <p:ext uri="{DCECCB84-F9BA-43D5-87BE-67443E8EF086}">
      <p15:sldGuideLst xmlns:p15="http://schemas.microsoft.com/office/powerpoint/2012/main">
        <p15:guide id="4" orient="horz" pos="2341">
          <p15:clr>
            <a:srgbClr val="FBAE40"/>
          </p15:clr>
        </p15:guide>
        <p15:guide id="7" orient="horz" pos="3475" userDrawn="1">
          <p15:clr>
            <a:srgbClr val="FBAE40"/>
          </p15:clr>
        </p15:guide>
        <p15:guide id="8" orient="horz" pos="323" userDrawn="1">
          <p15:clr>
            <a:srgbClr val="FBAE40"/>
          </p15:clr>
        </p15:guide>
        <p15:guide id="9" orient="horz" pos="55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 &amp; A">
    <p:bg>
      <p:bgPr>
        <a:solidFill>
          <a:srgbClr val="D1EF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729E6C33-847C-5792-E2BD-5963C662ECED}"/>
              </a:ext>
            </a:extLst>
          </p:cNvPr>
          <p:cNvSpPr>
            <a:spLocks noGrp="1"/>
          </p:cNvSpPr>
          <p:nvPr>
            <p:ph type="title" hasCustomPrompt="1"/>
          </p:nvPr>
        </p:nvSpPr>
        <p:spPr>
          <a:xfrm>
            <a:off x="503238" y="2781300"/>
            <a:ext cx="4765675" cy="646112"/>
          </a:xfrm>
        </p:spPr>
        <p:txBody>
          <a:bodyPr anchor="ctr" anchorCtr="0">
            <a:noAutofit/>
          </a:bodyPr>
          <a:lstStyle>
            <a:lvl1pPr>
              <a:lnSpc>
                <a:spcPct val="100000"/>
              </a:lnSpc>
              <a:defRPr sz="3600" b="0" i="0">
                <a:solidFill>
                  <a:schemeClr val="tx1"/>
                </a:solidFill>
                <a:latin typeface="72 Brand Medium" panose="020B0504030603020204" pitchFamily="34" charset="0"/>
              </a:defRPr>
            </a:lvl1pPr>
          </a:lstStyle>
          <a:p>
            <a:pPr fontAlgn="base">
              <a:spcBef>
                <a:spcPct val="50000"/>
              </a:spcBef>
              <a:spcAft>
                <a:spcPct val="0"/>
              </a:spcAft>
              <a:buClr>
                <a:srgbClr val="F0AB00"/>
              </a:buClr>
              <a:buSzPct val="80000"/>
            </a:pPr>
            <a:r>
              <a:rPr lang="en-US"/>
              <a:t>What's On Your Mind?</a:t>
            </a:r>
          </a:p>
        </p:txBody>
      </p:sp>
      <p:sp>
        <p:nvSpPr>
          <p:cNvPr id="13" name="Text Placeholder 12">
            <a:extLst>
              <a:ext uri="{FF2B5EF4-FFF2-40B4-BE49-F238E27FC236}">
                <a16:creationId xmlns:a16="http://schemas.microsoft.com/office/drawing/2014/main" id="{E96E6B39-45BC-B141-4D4B-63CD006D461E}"/>
              </a:ext>
            </a:extLst>
          </p:cNvPr>
          <p:cNvSpPr>
            <a:spLocks noGrp="1"/>
          </p:cNvSpPr>
          <p:nvPr>
            <p:ph type="body" sz="quarter" idx="13" hasCustomPrompt="1"/>
          </p:nvPr>
        </p:nvSpPr>
        <p:spPr>
          <a:xfrm>
            <a:off x="503238" y="503238"/>
            <a:ext cx="11183937" cy="370800"/>
          </a:xfrm>
        </p:spPr>
        <p:txBody>
          <a:bodyPr/>
          <a:lstStyle>
            <a:lvl1pPr>
              <a:defRPr sz="2400">
                <a:solidFill>
                  <a:schemeClr val="tx1"/>
                </a:solidFill>
                <a:latin typeface="72 Brand Medium" panose="020B0604030603020204" pitchFamily="34" charset="0"/>
              </a:defRPr>
            </a:lvl1pPr>
          </a:lstStyle>
          <a:p>
            <a:pPr lvl="0"/>
            <a:r>
              <a:rPr lang="en-GB"/>
              <a:t>Insert page title (sentence case)</a:t>
            </a:r>
          </a:p>
        </p:txBody>
      </p:sp>
      <p:sp>
        <p:nvSpPr>
          <p:cNvPr id="14" name="Slide number">
            <a:extLst>
              <a:ext uri="{FF2B5EF4-FFF2-40B4-BE49-F238E27FC236}">
                <a16:creationId xmlns:a16="http://schemas.microsoft.com/office/drawing/2014/main" id="{5F0AAD8A-B1FC-600E-7D99-98736F5CDDB9}"/>
              </a:ext>
            </a:extLst>
          </p:cNvP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
        <p:nvSpPr>
          <p:cNvPr id="12" name="Text Placeholder 11">
            <a:extLst>
              <a:ext uri="{FF2B5EF4-FFF2-40B4-BE49-F238E27FC236}">
                <a16:creationId xmlns:a16="http://schemas.microsoft.com/office/drawing/2014/main" id="{15DED969-77E2-26AA-CB6C-CBBE1D08826B}"/>
              </a:ext>
            </a:extLst>
          </p:cNvPr>
          <p:cNvSpPr>
            <a:spLocks noGrp="1"/>
          </p:cNvSpPr>
          <p:nvPr>
            <p:ph type="body" sz="quarter" idx="14" hasCustomPrompt="1"/>
          </p:nvPr>
        </p:nvSpPr>
        <p:spPr>
          <a:xfrm>
            <a:off x="503238" y="3725638"/>
            <a:ext cx="4765675" cy="393925"/>
          </a:xfrm>
        </p:spPr>
        <p:txBody>
          <a:bodyPr/>
          <a:lstStyle>
            <a:lvl1pPr>
              <a:defRPr sz="2000">
                <a:solidFill>
                  <a:schemeClr val="tx1"/>
                </a:solidFill>
              </a:defRPr>
            </a:lvl1pPr>
            <a:lvl5pPr>
              <a:defRPr/>
            </a:lvl5pPr>
          </a:lstStyle>
          <a:p>
            <a:pPr lvl="0"/>
            <a:r>
              <a:rPr lang="en-GB"/>
              <a:t>You Ask, We Answer.</a:t>
            </a:r>
          </a:p>
        </p:txBody>
      </p:sp>
      <p:sp>
        <p:nvSpPr>
          <p:cNvPr id="15" name="Freeform 139">
            <a:extLst>
              <a:ext uri="{FF2B5EF4-FFF2-40B4-BE49-F238E27FC236}">
                <a16:creationId xmlns:a16="http://schemas.microsoft.com/office/drawing/2014/main" id="{56FC0E0D-AC3F-5FC3-96B0-FC51FA509DAC}"/>
              </a:ext>
            </a:extLst>
          </p:cNvPr>
          <p:cNvSpPr>
            <a:spLocks noChangeAspect="1"/>
          </p:cNvSpPr>
          <p:nvPr userDrawn="1"/>
        </p:nvSpPr>
        <p:spPr>
          <a:xfrm>
            <a:off x="5970588" y="1931313"/>
            <a:ext cx="5660044" cy="2829600"/>
          </a:xfrm>
          <a:custGeom>
            <a:avLst/>
            <a:gdLst>
              <a:gd name="connsiteX0" fmla="*/ 3258914 w 3582451"/>
              <a:gd name="connsiteY0" fmla="*/ 133987 h 1790958"/>
              <a:gd name="connsiteX1" fmla="*/ 1735702 w 3582451"/>
              <a:gd name="connsiteY1" fmla="*/ 1656971 h 1790958"/>
              <a:gd name="connsiteX2" fmla="*/ 134007 w 3582451"/>
              <a:gd name="connsiteY2" fmla="*/ 1656971 h 1790958"/>
              <a:gd name="connsiteX3" fmla="*/ 134007 w 3582451"/>
              <a:gd name="connsiteY3" fmla="*/ 133987 h 1790958"/>
              <a:gd name="connsiteX4" fmla="*/ 3258914 w 3582451"/>
              <a:gd name="connsiteY4" fmla="*/ 133987 h 1790958"/>
              <a:gd name="connsiteX5" fmla="*/ 3582451 w 3582451"/>
              <a:gd name="connsiteY5" fmla="*/ 0 h 1790958"/>
              <a:gd name="connsiteX6" fmla="*/ 0 w 3582451"/>
              <a:gd name="connsiteY6" fmla="*/ 0 h 1790958"/>
              <a:gd name="connsiteX7" fmla="*/ 0 w 3582451"/>
              <a:gd name="connsiteY7" fmla="*/ 1790958 h 1790958"/>
              <a:gd name="connsiteX8" fmla="*/ 1791226 w 3582451"/>
              <a:gd name="connsiteY8" fmla="*/ 1790958 h 1790958"/>
              <a:gd name="connsiteX9" fmla="*/ 3582451 w 3582451"/>
              <a:gd name="connsiteY9" fmla="*/ 0 h 1790958"/>
              <a:gd name="connsiteX10" fmla="*/ 3582451 w 3582451"/>
              <a:gd name="connsiteY10" fmla="*/ 0 h 1790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82451" h="1790958">
                <a:moveTo>
                  <a:pt x="3258914" y="133987"/>
                </a:moveTo>
                <a:lnTo>
                  <a:pt x="1735702" y="1656971"/>
                </a:lnTo>
                <a:lnTo>
                  <a:pt x="134007" y="1656971"/>
                </a:lnTo>
                <a:lnTo>
                  <a:pt x="134007" y="133987"/>
                </a:lnTo>
                <a:lnTo>
                  <a:pt x="3258914" y="133987"/>
                </a:lnTo>
                <a:moveTo>
                  <a:pt x="3582451" y="0"/>
                </a:moveTo>
                <a:lnTo>
                  <a:pt x="0" y="0"/>
                </a:lnTo>
                <a:lnTo>
                  <a:pt x="0" y="1790958"/>
                </a:lnTo>
                <a:lnTo>
                  <a:pt x="1791226" y="1790958"/>
                </a:lnTo>
                <a:lnTo>
                  <a:pt x="3582451" y="0"/>
                </a:lnTo>
                <a:lnTo>
                  <a:pt x="3582451" y="0"/>
                </a:lnTo>
                <a:close/>
              </a:path>
            </a:pathLst>
          </a:custGeom>
          <a:solidFill>
            <a:srgbClr val="1B90FF"/>
          </a:solidFill>
          <a:ln w="4467" cap="flat">
            <a:noFill/>
            <a:prstDash val="solid"/>
            <a:miter/>
          </a:ln>
        </p:spPr>
        <p:txBody>
          <a:bodyPr rtlCol="0" anchor="ctr"/>
          <a:lstStyle/>
          <a:p>
            <a:pPr defTabSz="1088654"/>
            <a:endParaRPr lang="en-US" sz="2100">
              <a:solidFill>
                <a:srgbClr val="000000"/>
              </a:solidFill>
              <a:latin typeface="72 Brand" panose="020B0504030603020204" pitchFamily="34" charset="0"/>
            </a:endParaRPr>
          </a:p>
        </p:txBody>
      </p:sp>
    </p:spTree>
    <p:extLst>
      <p:ext uri="{BB962C8B-B14F-4D97-AF65-F5344CB8AC3E}">
        <p14:creationId xmlns:p14="http://schemas.microsoft.com/office/powerpoint/2010/main" val="1108744589"/>
      </p:ext>
    </p:extLst>
  </p:cSld>
  <p:clrMapOvr>
    <a:masterClrMapping/>
  </p:clrMapOvr>
  <p:extLst>
    <p:ext uri="{DCECCB84-F9BA-43D5-87BE-67443E8EF086}">
      <p15:sldGuideLst xmlns:p15="http://schemas.microsoft.com/office/powerpoint/2012/main">
        <p15:guide id="4" orient="horz" pos="2341">
          <p15:clr>
            <a:srgbClr val="FBAE40"/>
          </p15:clr>
        </p15:guide>
        <p15:guide id="7" orient="horz" pos="1752" userDrawn="1">
          <p15:clr>
            <a:srgbClr val="FBAE40"/>
          </p15:clr>
        </p15:guide>
        <p15:guide id="8" orient="horz" pos="323">
          <p15:clr>
            <a:srgbClr val="FBAE40"/>
          </p15:clr>
        </p15:guide>
        <p15:guide id="9" orient="horz" pos="55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ank You A">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33C5639-DDA2-864A-9DC3-7FC80AC852D5}"/>
              </a:ext>
            </a:extLst>
          </p:cNvPr>
          <p:cNvSpPr txBox="1"/>
          <p:nvPr userDrawn="1"/>
        </p:nvSpPr>
        <p:spPr>
          <a:xfrm>
            <a:off x="503238" y="2905125"/>
            <a:ext cx="1837041" cy="246221"/>
          </a:xfrm>
          <a:prstGeom prst="rect">
            <a:avLst/>
          </a:prstGeom>
          <a:noFill/>
        </p:spPr>
        <p:txBody>
          <a:bodyPr wrap="none" lIns="0" tIns="0" rIns="0" bIns="0" rtlCol="0">
            <a:spAutoFit/>
          </a:bodyPr>
          <a:lstStyle/>
          <a:p>
            <a:pPr marL="0" marR="0" lvl="0" indent="0" algn="l" defTabSz="1088776" rtl="0" eaLnBrk="1" fontAlgn="base" latinLnBrk="0" hangingPunct="1">
              <a:lnSpc>
                <a:spcPct val="100000"/>
              </a:lnSpc>
              <a:spcBef>
                <a:spcPct val="50000"/>
              </a:spcBef>
              <a:spcAft>
                <a:spcPct val="0"/>
              </a:spcAft>
              <a:buClr>
                <a:srgbClr val="F0AB00"/>
              </a:buClr>
              <a:buSzPct val="80000"/>
              <a:buFontTx/>
              <a:buNone/>
              <a:tabLst/>
              <a:defRPr/>
            </a:pPr>
            <a:r>
              <a:rPr lang="en-US" sz="1600" b="0" i="0">
                <a:latin typeface="+mn-lt"/>
              </a:rPr>
              <a:t>Contact information:</a:t>
            </a:r>
          </a:p>
        </p:txBody>
      </p:sp>
      <p:sp>
        <p:nvSpPr>
          <p:cNvPr id="3" name="Title 2">
            <a:extLst>
              <a:ext uri="{FF2B5EF4-FFF2-40B4-BE49-F238E27FC236}">
                <a16:creationId xmlns:a16="http://schemas.microsoft.com/office/drawing/2014/main" id="{5692DE12-4084-77D2-FD2A-8E63F6FBE7C5}"/>
              </a:ext>
            </a:extLst>
          </p:cNvPr>
          <p:cNvSpPr>
            <a:spLocks noGrp="1"/>
          </p:cNvSpPr>
          <p:nvPr>
            <p:ph type="title" hasCustomPrompt="1"/>
          </p:nvPr>
        </p:nvSpPr>
        <p:spPr>
          <a:xfrm>
            <a:off x="503238" y="1543050"/>
            <a:ext cx="5465762" cy="846386"/>
          </a:xfrm>
        </p:spPr>
        <p:txBody>
          <a:bodyPr/>
          <a:lstStyle>
            <a:lvl1pPr>
              <a:defRPr sz="5500" b="0" i="0">
                <a:latin typeface="72 Brand Medium" panose="020B0504030603020204" pitchFamily="34" charset="0"/>
              </a:defRPr>
            </a:lvl1pPr>
          </a:lstStyle>
          <a:p>
            <a:r>
              <a:rPr lang="en-GB"/>
              <a:t>Thank you.</a:t>
            </a:r>
            <a:endParaRPr lang="en-US"/>
          </a:p>
        </p:txBody>
      </p:sp>
      <p:pic>
        <p:nvPicPr>
          <p:cNvPr id="5" name="Picture 4">
            <a:extLst>
              <a:ext uri="{FF2B5EF4-FFF2-40B4-BE49-F238E27FC236}">
                <a16:creationId xmlns:a16="http://schemas.microsoft.com/office/drawing/2014/main" id="{9B2C865E-BEC1-EE4C-E61C-369AEE2DFC76}"/>
              </a:ext>
            </a:extLst>
          </p:cNvPr>
          <p:cNvPicPr>
            <a:picLocks noChangeAspect="1"/>
          </p:cNvPicPr>
          <p:nvPr userDrawn="1"/>
        </p:nvPicPr>
        <p:blipFill>
          <a:blip r:embed="rId2"/>
          <a:stretch>
            <a:fillRect/>
          </a:stretch>
        </p:blipFill>
        <p:spPr>
          <a:xfrm>
            <a:off x="8183947" y="5990000"/>
            <a:ext cx="3506403" cy="360000"/>
          </a:xfrm>
          <a:prstGeom prst="rect">
            <a:avLst/>
          </a:prstGeom>
        </p:spPr>
      </p:pic>
      <p:sp>
        <p:nvSpPr>
          <p:cNvPr id="2" name="Copyright Placeholder" descr="{&quot;templafy&quot;:{&quot;id&quot;:&quot;ba9fff8e-a26f-4604-9418-39eec7243848&quot;}}">
            <a:extLst>
              <a:ext uri="{FF2B5EF4-FFF2-40B4-BE49-F238E27FC236}">
                <a16:creationId xmlns:a16="http://schemas.microsoft.com/office/drawing/2014/main" id="{565E87ED-3DFA-D2CD-24E2-199538EC4F11}"/>
              </a:ext>
            </a:extLst>
          </p:cNvPr>
          <p:cNvSpPr txBox="1">
            <a:spLocks/>
          </p:cNvSpPr>
          <p:nvPr userDrawn="1"/>
        </p:nvSpPr>
        <p:spPr>
          <a:xfrm>
            <a:off x="504000" y="6145872"/>
            <a:ext cx="6704011" cy="208122"/>
          </a:xfrm>
          <a:prstGeom prst="rect">
            <a:avLst/>
          </a:prstGeom>
          <a:noFill/>
        </p:spPr>
        <p:txBody>
          <a:bodyPr lIns="0" tIns="0" rIns="0" bIns="0" anchor="ctr" anchorCtr="0">
            <a:noAutofit/>
          </a:bodyPr>
          <a:lstStyle>
            <a:lvl1pPr marL="0" indent="0" algn="l" defTabSz="1088558" rtl="0" eaLnBrk="1" latinLnBrk="0" hangingPunct="1">
              <a:spcBef>
                <a:spcPts val="1800"/>
              </a:spcBef>
              <a:buClr>
                <a:schemeClr val="accent1"/>
              </a:buClr>
              <a:buSzPct val="80000"/>
              <a:buFontTx/>
              <a:buNone/>
              <a:defRPr sz="6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539892" indent="0" algn="l" defTabSz="1088558" rtl="0" eaLnBrk="1" latinLnBrk="0" hangingPunct="1">
              <a:spcBef>
                <a:spcPts val="100"/>
              </a:spcBef>
              <a:buClr>
                <a:schemeClr val="tx1"/>
              </a:buClr>
              <a:buSzPct val="100000"/>
              <a:buFont typeface="Symbol" panose="05050102010706020507" pitchFamily="18" charset="2"/>
              <a:buNone/>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Font typeface="Arial" panose="020B0604020202020204" pitchFamily="34" charset="0"/>
              <a:buNone/>
            </a:pPr>
            <a:r>
              <a:rPr lang="en-US">
                <a:latin typeface="72 Brand" panose="020B0504030603020204" pitchFamily="34" charset="0"/>
                <a:cs typeface="Arial" panose="020B0604020202020204" pitchFamily="34" charset="0"/>
              </a:rPr>
              <a:t>© </a:t>
            </a:r>
            <a:fld id="{580B695F-790D-4A7B-8DB0-BF4DCB714F9E}" type="datetimeyyyy">
              <a:rPr lang="en-GB" smtClean="0">
                <a:latin typeface="72 Brand" panose="020B0504030603020204" pitchFamily="34" charset="0"/>
              </a:rPr>
              <a:t>2026</a:t>
            </a:fld>
            <a:r>
              <a:rPr lang="en-GB">
                <a:latin typeface="72 Brand" panose="020B0504030603020204" pitchFamily="34" charset="0"/>
              </a:rPr>
              <a:t> SAP SE or an SAP affiliate company. All rights reserved. See Legal Notice on www.sap.com/legal-notice for use terms, disclaimers, disclosures, or restrictions related to this material.</a:t>
            </a:r>
            <a:endParaRPr lang="en-US">
              <a:latin typeface="72 Brand" panose="020B0504030603020204" pitchFamily="34" charset="0"/>
              <a:cs typeface="Arial" panose="020B0604020202020204" pitchFamily="34" charset="0"/>
            </a:endParaRPr>
          </a:p>
        </p:txBody>
      </p:sp>
    </p:spTree>
    <p:extLst>
      <p:ext uri="{BB962C8B-B14F-4D97-AF65-F5344CB8AC3E}">
        <p14:creationId xmlns:p14="http://schemas.microsoft.com/office/powerpoint/2010/main" val="781090314"/>
      </p:ext>
    </p:extLst>
  </p:cSld>
  <p:clrMapOvr>
    <a:masterClrMapping/>
  </p:clrMapOvr>
  <p:hf sldNum="0" hdr="0" ftr="0" dt="0"/>
  <p:extLst>
    <p:ext uri="{DCECCB84-F9BA-43D5-87BE-67443E8EF086}">
      <p15:sldGuideLst xmlns:p15="http://schemas.microsoft.com/office/powerpoint/2012/main">
        <p15:guide id="2" orient="horz" pos="970" userDrawn="1">
          <p15:clr>
            <a:srgbClr val="FBAE40"/>
          </p15:clr>
        </p15:guide>
        <p15:guide id="4" orient="horz" pos="1830"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hank you B">
    <p:bg>
      <p:bgRef idx="1001">
        <a:schemeClr val="bg1"/>
      </p:bgRef>
    </p:bg>
    <p:spTree>
      <p:nvGrpSpPr>
        <p:cNvPr id="1" name=""/>
        <p:cNvGrpSpPr/>
        <p:nvPr/>
      </p:nvGrpSpPr>
      <p:grpSpPr>
        <a:xfrm>
          <a:off x="0" y="0"/>
          <a:ext cx="0" cy="0"/>
          <a:chOff x="0" y="0"/>
          <a:chExt cx="0" cy="0"/>
        </a:xfrm>
      </p:grpSpPr>
      <p:sp>
        <p:nvSpPr>
          <p:cNvPr id="3" name="Title"/>
          <p:cNvSpPr>
            <a:spLocks noGrp="1"/>
          </p:cNvSpPr>
          <p:nvPr>
            <p:ph type="title" hasCustomPrompt="1"/>
          </p:nvPr>
        </p:nvSpPr>
        <p:spPr>
          <a:xfrm>
            <a:off x="504000" y="4024430"/>
            <a:ext cx="5466588" cy="998420"/>
          </a:xfrm>
        </p:spPr>
        <p:txBody>
          <a:bodyPr vert="horz" wrap="square" lIns="0" tIns="0" rIns="0" bIns="0" rtlCol="0">
            <a:noAutofit/>
          </a:bodyPr>
          <a:lstStyle>
            <a:lvl1pPr>
              <a:lnSpc>
                <a:spcPct val="90000"/>
              </a:lnSpc>
              <a:defRPr lang="de-DE" sz="5500" b="0" i="0" dirty="0">
                <a:latin typeface="72 Brand Medium" panose="020B0504030603020204" pitchFamily="34" charset="0"/>
                <a:ea typeface="+mn-ea"/>
                <a:cs typeface="+mn-cs"/>
              </a:defRPr>
            </a:lvl1pPr>
          </a:lstStyle>
          <a:p>
            <a:pPr lvl="0"/>
            <a:r>
              <a:rPr lang="en-US"/>
              <a:t>Thank you.</a:t>
            </a:r>
          </a:p>
        </p:txBody>
      </p:sp>
      <p:sp>
        <p:nvSpPr>
          <p:cNvPr id="7" name="Picture Placeholder 6">
            <a:extLst>
              <a:ext uri="{FF2B5EF4-FFF2-40B4-BE49-F238E27FC236}">
                <a16:creationId xmlns:a16="http://schemas.microsoft.com/office/drawing/2014/main" id="{4FA78832-C268-4EC5-BB82-7F9D7F5B51B2}"/>
              </a:ext>
            </a:extLst>
          </p:cNvPr>
          <p:cNvSpPr>
            <a:spLocks noGrp="1"/>
          </p:cNvSpPr>
          <p:nvPr>
            <p:ph type="pic" sz="quarter" idx="16" hasCustomPrompt="1"/>
          </p:nvPr>
        </p:nvSpPr>
        <p:spPr>
          <a:xfrm>
            <a:off x="0" y="-1"/>
            <a:ext cx="12195175" cy="3430800"/>
          </a:xfrm>
        </p:spPr>
        <p:txBody>
          <a:bodyPr anchor="ctr" anchorCtr="0"/>
          <a:lstStyle>
            <a:lvl1pPr marL="0" marR="0" indent="0" algn="ctr" defTabSz="1088558" rtl="0" eaLnBrk="1" fontAlgn="auto" latinLnBrk="0" hangingPunct="1">
              <a:lnSpc>
                <a:spcPct val="100000"/>
              </a:lnSpc>
              <a:spcBef>
                <a:spcPts val="1800"/>
              </a:spcBef>
              <a:spcAft>
                <a:spcPts val="0"/>
              </a:spcAft>
              <a:buClr>
                <a:schemeClr val="accent1"/>
              </a:buClr>
              <a:buSzPct val="80000"/>
              <a:buFontTx/>
              <a:buNone/>
              <a:tabLst/>
              <a:defRPr/>
            </a:lvl1pPr>
          </a:lstStyle>
          <a:p>
            <a:pPr marL="0" marR="0" lvl="0" indent="0" algn="ctr" defTabSz="1088558" rtl="0" eaLnBrk="1" fontAlgn="auto" latinLnBrk="0" hangingPunct="1">
              <a:lnSpc>
                <a:spcPct val="100000"/>
              </a:lnSpc>
              <a:spcBef>
                <a:spcPts val="1800"/>
              </a:spcBef>
              <a:spcAft>
                <a:spcPts val="0"/>
              </a:spcAft>
              <a:buClr>
                <a:schemeClr val="accent1"/>
              </a:buClr>
              <a:buSzPct val="80000"/>
              <a:buFontTx/>
              <a:buNone/>
              <a:tabLst/>
              <a:defRPr/>
            </a:pPr>
            <a:r>
              <a:rPr lang="en-US"/>
              <a:t>Click to insert picture</a:t>
            </a:r>
          </a:p>
        </p:txBody>
      </p:sp>
      <p:pic>
        <p:nvPicPr>
          <p:cNvPr id="2" name="Picture 1">
            <a:extLst>
              <a:ext uri="{FF2B5EF4-FFF2-40B4-BE49-F238E27FC236}">
                <a16:creationId xmlns:a16="http://schemas.microsoft.com/office/drawing/2014/main" id="{3F8F6905-A0D4-DA0D-B1C3-892DEA90CF6B}"/>
              </a:ext>
            </a:extLst>
          </p:cNvPr>
          <p:cNvPicPr>
            <a:picLocks noChangeAspect="1"/>
          </p:cNvPicPr>
          <p:nvPr userDrawn="1"/>
        </p:nvPicPr>
        <p:blipFill>
          <a:blip r:embed="rId2"/>
          <a:stretch>
            <a:fillRect/>
          </a:stretch>
        </p:blipFill>
        <p:spPr>
          <a:xfrm>
            <a:off x="8129588" y="5990000"/>
            <a:ext cx="3506403" cy="360000"/>
          </a:xfrm>
          <a:prstGeom prst="rect">
            <a:avLst/>
          </a:prstGeom>
        </p:spPr>
      </p:pic>
      <p:sp>
        <p:nvSpPr>
          <p:cNvPr id="5" name="Copyright Placeholder" descr="{&quot;templafy&quot;:{&quot;id&quot;:&quot;ba9fff8e-a26f-4604-9418-39eec7243848&quot;}}">
            <a:extLst>
              <a:ext uri="{FF2B5EF4-FFF2-40B4-BE49-F238E27FC236}">
                <a16:creationId xmlns:a16="http://schemas.microsoft.com/office/drawing/2014/main" id="{C0F15E99-C02F-C566-8827-500E6A9C1D4E}"/>
              </a:ext>
            </a:extLst>
          </p:cNvPr>
          <p:cNvSpPr txBox="1">
            <a:spLocks/>
          </p:cNvSpPr>
          <p:nvPr userDrawn="1"/>
        </p:nvSpPr>
        <p:spPr>
          <a:xfrm>
            <a:off x="504000" y="6145872"/>
            <a:ext cx="6704011" cy="208122"/>
          </a:xfrm>
          <a:prstGeom prst="rect">
            <a:avLst/>
          </a:prstGeom>
          <a:noFill/>
        </p:spPr>
        <p:txBody>
          <a:bodyPr lIns="0" tIns="0" rIns="0" bIns="0" anchor="ctr" anchorCtr="0">
            <a:noAutofit/>
          </a:bodyPr>
          <a:lstStyle>
            <a:lvl1pPr marL="0" indent="0" algn="l" defTabSz="1088558" rtl="0" eaLnBrk="1" latinLnBrk="0" hangingPunct="1">
              <a:spcBef>
                <a:spcPts val="1800"/>
              </a:spcBef>
              <a:buClr>
                <a:schemeClr val="accent1"/>
              </a:buClr>
              <a:buSzPct val="80000"/>
              <a:buFontTx/>
              <a:buNone/>
              <a:defRPr sz="6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539892" indent="0" algn="l" defTabSz="1088558" rtl="0" eaLnBrk="1" latinLnBrk="0" hangingPunct="1">
              <a:spcBef>
                <a:spcPts val="100"/>
              </a:spcBef>
              <a:buClr>
                <a:schemeClr val="tx1"/>
              </a:buClr>
              <a:buSzPct val="100000"/>
              <a:buFont typeface="Symbol" panose="05050102010706020507" pitchFamily="18" charset="2"/>
              <a:buNone/>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Font typeface="Arial" panose="020B0604020202020204" pitchFamily="34" charset="0"/>
              <a:buNone/>
            </a:pPr>
            <a:r>
              <a:rPr lang="en-US">
                <a:latin typeface="72 Brand" panose="020B0504030603020204" pitchFamily="34" charset="0"/>
                <a:cs typeface="Arial" panose="020B0604020202020204" pitchFamily="34" charset="0"/>
              </a:rPr>
              <a:t>© </a:t>
            </a:r>
            <a:fld id="{C0321556-B0C7-40B5-B24D-A3A0B615DFFF}" type="datetimeyyyy">
              <a:rPr lang="en-GB" smtClean="0">
                <a:latin typeface="72 Brand" panose="020B0504030603020204" pitchFamily="34" charset="0"/>
              </a:rPr>
              <a:t>2026</a:t>
            </a:fld>
            <a:r>
              <a:rPr lang="en-GB">
                <a:latin typeface="72 Brand" panose="020B0504030603020204" pitchFamily="34" charset="0"/>
              </a:rPr>
              <a:t> SAP SE or an SAP affiliate company. All rights reserved. See Legal Notice on www.sap.com/legal-notice for use terms, disclaimers, disclosures, or restrictions related to this material.</a:t>
            </a:r>
            <a:endParaRPr lang="en-US">
              <a:latin typeface="72 Brand" panose="020B0504030603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9EC35C5B-3872-7864-2787-0C648AA99BB6}"/>
              </a:ext>
            </a:extLst>
          </p:cNvPr>
          <p:cNvSpPr/>
          <p:nvPr userDrawn="1"/>
        </p:nvSpPr>
        <p:spPr bwMode="gray">
          <a:xfrm>
            <a:off x="11296650" y="6494825"/>
            <a:ext cx="898525" cy="360000"/>
          </a:xfrm>
          <a:prstGeom prst="rect">
            <a:avLst/>
          </a:prstGeom>
          <a:solidFill>
            <a:schemeClr val="bg1"/>
          </a:solid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400" b="0" i="0" u="none" strike="noStrike" kern="0" cap="none" spc="0" normalizeH="0" baseline="0" noProof="0" err="1">
              <a:ln>
                <a:noFill/>
              </a:ln>
              <a:effectLst/>
              <a:uLnTx/>
              <a:uFillTx/>
              <a:latin typeface="+mn-lt"/>
              <a:ea typeface="72 Brand" pitchFamily="34" charset="-128"/>
              <a:cs typeface="72 Brand" pitchFamily="34" charset="-128"/>
            </a:endParaRPr>
          </a:p>
        </p:txBody>
      </p:sp>
    </p:spTree>
    <p:extLst>
      <p:ext uri="{BB962C8B-B14F-4D97-AF65-F5344CB8AC3E}">
        <p14:creationId xmlns:p14="http://schemas.microsoft.com/office/powerpoint/2010/main" val="153596775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orient="horz" pos="2162">
          <p15:clr>
            <a:srgbClr val="FBAE40"/>
          </p15:clr>
        </p15:guide>
        <p15:guide id="4" pos="326" userDrawn="1">
          <p15:clr>
            <a:srgbClr val="A4A3A4"/>
          </p15:clr>
        </p15:guide>
        <p15:guide id="5" orient="horz" pos="2534">
          <p15:clr>
            <a:srgbClr val="FBAE40"/>
          </p15:clr>
        </p15:guide>
        <p15:guide id="6" orient="horz" pos="3164">
          <p15:clr>
            <a:srgbClr val="FBAE40"/>
          </p15:clr>
        </p15:guide>
        <p15:guide id="7" orient="horz" pos="3232">
          <p15:clr>
            <a:srgbClr val="FBAE40"/>
          </p15:clr>
        </p15:guide>
        <p15:guide id="8" orient="horz" pos="3543">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21819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User guide TIPS &amp; TRICKS">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8A4BFCE-B81D-CBD1-C182-360E8B61B7DF}"/>
              </a:ext>
            </a:extLst>
          </p:cNvPr>
          <p:cNvPicPr>
            <a:picLocks noChangeAspect="1"/>
          </p:cNvPicPr>
          <p:nvPr userDrawn="1"/>
        </p:nvPicPr>
        <p:blipFill>
          <a:blip r:embed="rId2"/>
          <a:srcRect t="1" r="69235" b="-57172"/>
          <a:stretch/>
        </p:blipFill>
        <p:spPr>
          <a:xfrm>
            <a:off x="8283791" y="1604962"/>
            <a:ext cx="343400" cy="568302"/>
          </a:xfrm>
          <a:prstGeom prst="rect">
            <a:avLst/>
          </a:prstGeom>
        </p:spPr>
      </p:pic>
      <p:pic>
        <p:nvPicPr>
          <p:cNvPr id="26" name="Picture 25">
            <a:extLst>
              <a:ext uri="{FF2B5EF4-FFF2-40B4-BE49-F238E27FC236}">
                <a16:creationId xmlns:a16="http://schemas.microsoft.com/office/drawing/2014/main" id="{0B9183E9-C13E-58A0-4347-EB86D2AEA0FC}"/>
              </a:ext>
            </a:extLst>
          </p:cNvPr>
          <p:cNvPicPr>
            <a:picLocks noChangeAspect="1"/>
          </p:cNvPicPr>
          <p:nvPr userDrawn="1"/>
        </p:nvPicPr>
        <p:blipFill>
          <a:blip r:embed="rId2"/>
          <a:srcRect l="41606" t="3929"/>
          <a:stretch/>
        </p:blipFill>
        <p:spPr>
          <a:xfrm>
            <a:off x="8129588" y="2073216"/>
            <a:ext cx="651804" cy="347377"/>
          </a:xfrm>
          <a:prstGeom prst="rect">
            <a:avLst/>
          </a:prstGeom>
        </p:spPr>
      </p:pic>
      <p:sp>
        <p:nvSpPr>
          <p:cNvPr id="23" name="Text Box 3">
            <a:extLst>
              <a:ext uri="{FF2B5EF4-FFF2-40B4-BE49-F238E27FC236}">
                <a16:creationId xmlns:a16="http://schemas.microsoft.com/office/drawing/2014/main" id="{19798472-DC87-414E-BC4E-CFAF99EF0ED7}"/>
              </a:ext>
            </a:extLst>
          </p:cNvPr>
          <p:cNvSpPr txBox="1">
            <a:spLocks noChangeArrowheads="1"/>
          </p:cNvSpPr>
          <p:nvPr userDrawn="1"/>
        </p:nvSpPr>
        <p:spPr bwMode="auto">
          <a:xfrm>
            <a:off x="3105509" y="1142617"/>
            <a:ext cx="2177030" cy="492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GB" sz="1200">
                <a:solidFill>
                  <a:srgbClr val="000000"/>
                </a:solidFill>
                <a:latin typeface="+mn-lt"/>
                <a:cs typeface="Arial" panose="020B0604020202020204" pitchFamily="34" charset="0"/>
              </a:rPr>
              <a:t>PICTURES</a:t>
            </a:r>
            <a:endParaRPr lang="en-GB" sz="1400">
              <a:solidFill>
                <a:srgbClr val="000000"/>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GB" sz="900" b="1" noProof="1">
                <a:solidFill>
                  <a:srgbClr val="000000"/>
                </a:solidFill>
                <a:latin typeface="+mn-lt"/>
                <a:cs typeface="Arial" panose="020B0604020202020204" pitchFamily="34" charset="0"/>
              </a:rPr>
              <a:t>Insert corporate picture from Templafy</a:t>
            </a:r>
            <a:endParaRPr lang="en-GB" altLang="da-DK" sz="900" b="0" noProof="1">
              <a:solidFill>
                <a:srgbClr val="000000"/>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1" noProof="1">
                <a:solidFill>
                  <a:srgbClr val="000000"/>
                </a:solidFill>
                <a:latin typeface="+mn-lt"/>
                <a:cs typeface="Arial" panose="020B0604020202020204" pitchFamily="34" charset="0"/>
              </a:rPr>
              <a:t>1.</a:t>
            </a:r>
            <a:r>
              <a:rPr lang="en-GB" altLang="da-DK" sz="900" b="0" noProof="1">
                <a:solidFill>
                  <a:srgbClr val="000000"/>
                </a:solidFill>
                <a:latin typeface="+mn-lt"/>
                <a:cs typeface="Arial" panose="020B0604020202020204" pitchFamily="34" charset="0"/>
              </a:rPr>
              <a:t> Click the blue </a:t>
            </a:r>
            <a:r>
              <a:rPr lang="en-GB" altLang="da-DK" sz="900" b="1" baseline="0" noProof="1">
                <a:solidFill>
                  <a:srgbClr val="000000"/>
                </a:solidFill>
                <a:latin typeface="+mn-lt"/>
                <a:cs typeface="Arial" panose="020B0604020202020204" pitchFamily="34" charset="0"/>
              </a:rPr>
              <a:t>Templafy </a:t>
            </a:r>
            <a:r>
              <a:rPr lang="en-GB" altLang="da-DK" sz="900" b="0" baseline="0" noProof="1">
                <a:solidFill>
                  <a:srgbClr val="000000"/>
                </a:solidFill>
                <a:latin typeface="+mn-lt"/>
                <a:cs typeface="Arial" panose="020B0604020202020204" pitchFamily="34" charset="0"/>
              </a:rPr>
              <a:t>button to view Templafy pane on right side of the screen, if it is not already there</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1" baseline="0" noProof="1">
                <a:solidFill>
                  <a:srgbClr val="000000"/>
                </a:solidFill>
                <a:latin typeface="+mn-lt"/>
                <a:cs typeface="Arial" panose="020B0604020202020204" pitchFamily="34" charset="0"/>
              </a:rPr>
              <a:t>2. </a:t>
            </a:r>
            <a:r>
              <a:rPr lang="en-GB" altLang="da-DK" sz="900" b="0" baseline="0" noProof="1">
                <a:solidFill>
                  <a:srgbClr val="000000"/>
                </a:solidFill>
                <a:latin typeface="+mn-lt"/>
                <a:cs typeface="Arial" panose="020B0604020202020204" pitchFamily="34" charset="0"/>
              </a:rPr>
              <a:t>Select picture placeholder by clicking on the frame (at the edge)</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1" baseline="0" noProof="1">
                <a:solidFill>
                  <a:srgbClr val="000000"/>
                </a:solidFill>
                <a:latin typeface="+mn-lt"/>
                <a:cs typeface="Arial" panose="020B0604020202020204" pitchFamily="34" charset="0"/>
              </a:rPr>
              <a:t>3</a:t>
            </a:r>
            <a:r>
              <a:rPr lang="en-GB" altLang="da-DK" sz="900" b="0" baseline="0" noProof="1">
                <a:solidFill>
                  <a:srgbClr val="000000"/>
                </a:solidFill>
                <a:latin typeface="+mn-lt"/>
                <a:cs typeface="Lundbeck Display" panose="020B0402040504020204" pitchFamily="34" charset="0"/>
              </a:rPr>
              <a:t> Click the </a:t>
            </a:r>
            <a:r>
              <a:rPr lang="en-GB" altLang="da-DK" sz="900" b="1" baseline="0" noProof="1">
                <a:solidFill>
                  <a:srgbClr val="000000"/>
                </a:solidFill>
                <a:latin typeface="+mn-lt"/>
                <a:cs typeface="Lundbeck Display" panose="020B0402040504020204" pitchFamily="34" charset="0"/>
              </a:rPr>
              <a:t>Images </a:t>
            </a:r>
            <a:r>
              <a:rPr lang="en-GB" altLang="da-DK" sz="900" b="0" i="0" baseline="0" noProof="1">
                <a:solidFill>
                  <a:srgbClr val="000000"/>
                </a:solidFill>
                <a:latin typeface="+mn-lt"/>
                <a:cs typeface="Lundbeck Display" panose="020B0402040504020204" pitchFamily="34" charset="0"/>
              </a:rPr>
              <a:t>button</a:t>
            </a:r>
            <a:r>
              <a:rPr lang="en-GB" altLang="da-DK" sz="900" b="0" baseline="0" noProof="1">
                <a:solidFill>
                  <a:srgbClr val="000000"/>
                </a:solidFill>
                <a:latin typeface="+mn-lt"/>
                <a:cs typeface="Lundbeck Display" panose="020B0402040504020204" pitchFamily="34" charset="0"/>
              </a:rPr>
              <a:t> in the Templafy pane</a:t>
            </a:r>
            <a:endParaRPr lang="en-GB" altLang="da-DK" sz="900" b="0" baseline="0" noProof="1">
              <a:solidFill>
                <a:srgbClr val="000000"/>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1" baseline="0" noProof="1">
                <a:solidFill>
                  <a:srgbClr val="000000"/>
                </a:solidFill>
                <a:latin typeface="+mn-lt"/>
                <a:cs typeface="Arial" panose="020B0604020202020204" pitchFamily="34" charset="0"/>
              </a:rPr>
              <a:t>Hint: </a:t>
            </a:r>
            <a:r>
              <a:rPr lang="en-GB" altLang="da-DK" sz="900" b="0" baseline="0" noProof="1">
                <a:solidFill>
                  <a:srgbClr val="000000"/>
                </a:solidFill>
                <a:latin typeface="+mn-lt"/>
                <a:cs typeface="Arial" panose="020B0604020202020204" pitchFamily="34" charset="0"/>
              </a:rPr>
              <a:t>You can search for images in the search field.</a:t>
            </a:r>
            <a:br>
              <a:rPr lang="en-GB" altLang="da-DK" sz="900" b="0" baseline="0" noProof="1">
                <a:solidFill>
                  <a:srgbClr val="000000"/>
                </a:solidFill>
                <a:latin typeface="+mn-lt"/>
                <a:cs typeface="Arial" panose="020B0604020202020204" pitchFamily="34" charset="0"/>
              </a:rPr>
            </a:br>
            <a:endParaRPr lang="en-GB" altLang="da-DK" sz="900" noProof="1">
              <a:solidFill>
                <a:srgbClr val="000000"/>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1" baseline="0" noProof="1">
                <a:solidFill>
                  <a:srgbClr val="000000"/>
                </a:solidFill>
                <a:latin typeface="+mn-lt"/>
                <a:cs typeface="Arial" panose="020B0604020202020204" pitchFamily="34" charset="0"/>
              </a:rPr>
              <a:t>Insert picture from other location</a:t>
            </a:r>
          </a:p>
          <a:p>
            <a:pPr eaLnBrk="1" hangingPunct="1">
              <a:lnSpc>
                <a:spcPct val="100000"/>
              </a:lnSpc>
              <a:spcAft>
                <a:spcPts val="600"/>
              </a:spcAft>
              <a:defRPr/>
            </a:pPr>
            <a:r>
              <a:rPr lang="en-GB" altLang="da-DK" sz="900" b="0" noProof="1">
                <a:solidFill>
                  <a:srgbClr val="000000"/>
                </a:solidFill>
                <a:latin typeface="+mn-lt"/>
                <a:cs typeface="Arial" panose="020B0604020202020204" pitchFamily="34" charset="0"/>
              </a:rPr>
              <a:t>On slides with pictureplaceholder, click on the icon and choose </a:t>
            </a:r>
            <a:r>
              <a:rPr lang="en-GB" altLang="da-DK" sz="900" b="1" noProof="1">
                <a:solidFill>
                  <a:srgbClr val="000000"/>
                </a:solidFill>
                <a:latin typeface="+mn-lt"/>
                <a:cs typeface="Arial" panose="020B0604020202020204" pitchFamily="34" charset="0"/>
              </a:rPr>
              <a:t>Insert </a:t>
            </a:r>
            <a:r>
              <a:rPr lang="en-GB" altLang="da-DK" sz="900" b="0" noProof="1">
                <a:solidFill>
                  <a:srgbClr val="000000"/>
                </a:solidFill>
                <a:latin typeface="+mn-lt"/>
                <a:cs typeface="Arial" panose="020B0604020202020204" pitchFamily="34" charset="0"/>
              </a:rPr>
              <a:t>to browse for picture</a:t>
            </a:r>
            <a:endParaRPr lang="en-GB" altLang="da-DK" sz="900" b="1" noProof="1">
              <a:solidFill>
                <a:srgbClr val="000000"/>
              </a:solidFill>
              <a:latin typeface="+mn-lt"/>
              <a:cs typeface="Arial" panose="020B0604020202020204" pitchFamily="34" charset="0"/>
            </a:endParaRPr>
          </a:p>
          <a:p>
            <a:pPr eaLnBrk="1" hangingPunct="1">
              <a:lnSpc>
                <a:spcPct val="100000"/>
              </a:lnSpc>
              <a:spcBef>
                <a:spcPts val="1200"/>
              </a:spcBef>
              <a:spcAft>
                <a:spcPts val="600"/>
              </a:spcAft>
              <a:defRPr/>
            </a:pPr>
            <a:r>
              <a:rPr lang="en-GB" sz="900" b="1" noProof="1">
                <a:solidFill>
                  <a:srgbClr val="000000"/>
                </a:solidFill>
                <a:latin typeface="+mn-lt"/>
                <a:cs typeface="Arial" panose="020B0604020202020204" pitchFamily="34" charset="0"/>
              </a:rPr>
              <a:t>Crop picture</a:t>
            </a:r>
          </a:p>
          <a:p>
            <a:pPr eaLnBrk="1" hangingPunct="1">
              <a:lnSpc>
                <a:spcPct val="100000"/>
              </a:lnSpc>
              <a:spcAft>
                <a:spcPts val="600"/>
              </a:spcAft>
              <a:defRPr/>
            </a:pPr>
            <a:r>
              <a:rPr lang="en-GB" altLang="da-DK" sz="900" b="1" noProof="1">
                <a:solidFill>
                  <a:srgbClr val="000000"/>
                </a:solidFill>
                <a:latin typeface="+mn-lt"/>
                <a:cs typeface="Arial" panose="020B0604020202020204" pitchFamily="34" charset="0"/>
              </a:rPr>
              <a:t>1. </a:t>
            </a:r>
            <a:r>
              <a:rPr lang="en-GB" altLang="da-DK" sz="900" b="0" noProof="1">
                <a:solidFill>
                  <a:srgbClr val="000000"/>
                </a:solidFill>
                <a:latin typeface="+mn-lt"/>
                <a:cs typeface="Arial" panose="020B0604020202020204" pitchFamily="34" charset="0"/>
              </a:rPr>
              <a:t>Click </a:t>
            </a:r>
            <a:r>
              <a:rPr lang="en-GB" altLang="da-DK" sz="900" b="1" noProof="1">
                <a:solidFill>
                  <a:srgbClr val="000000"/>
                </a:solidFill>
                <a:latin typeface="+mn-lt"/>
                <a:cs typeface="Arial" panose="020B0604020202020204" pitchFamily="34" charset="0"/>
              </a:rPr>
              <a:t>Crop</a:t>
            </a:r>
            <a:r>
              <a:rPr lang="en-GB" altLang="da-DK" sz="900" b="0" noProof="1">
                <a:solidFill>
                  <a:srgbClr val="000000"/>
                </a:solidFill>
                <a:latin typeface="+mn-lt"/>
                <a:cs typeface="Arial" panose="020B0604020202020204" pitchFamily="34" charset="0"/>
              </a:rPr>
              <a:t> to change size or focus of the picture</a:t>
            </a:r>
          </a:p>
          <a:p>
            <a:pPr eaLnBrk="1" hangingPunct="1">
              <a:lnSpc>
                <a:spcPct val="100000"/>
              </a:lnSpc>
              <a:spcAft>
                <a:spcPts val="600"/>
              </a:spcAft>
              <a:defRPr/>
            </a:pPr>
            <a:r>
              <a:rPr lang="en-GB" altLang="da-DK" sz="900" b="1" noProof="1">
                <a:solidFill>
                  <a:srgbClr val="000000"/>
                </a:solidFill>
                <a:latin typeface="+mn-lt"/>
                <a:cs typeface="Arial" panose="020B0604020202020204" pitchFamily="34" charset="0"/>
              </a:rPr>
              <a:t>2. </a:t>
            </a:r>
            <a:r>
              <a:rPr lang="en-GB" altLang="da-DK" sz="900" b="0" noProof="1">
                <a:solidFill>
                  <a:srgbClr val="000000"/>
                </a:solidFill>
                <a:latin typeface="+mn-lt"/>
                <a:cs typeface="Arial" panose="020B0604020202020204" pitchFamily="34" charset="0"/>
              </a:rPr>
              <a:t>If you want to scale the picture, hold </a:t>
            </a:r>
            <a:r>
              <a:rPr lang="en-GB" altLang="da-DK" sz="900" b="1" noProof="1">
                <a:solidFill>
                  <a:srgbClr val="000000"/>
                </a:solidFill>
                <a:latin typeface="+mn-lt"/>
                <a:cs typeface="Arial" panose="020B0604020202020204" pitchFamily="34" charset="0"/>
              </a:rPr>
              <a:t>SHIFT</a:t>
            </a:r>
            <a:r>
              <a:rPr lang="en-GB" altLang="da-DK" sz="900" b="0" noProof="1">
                <a:solidFill>
                  <a:srgbClr val="000000"/>
                </a:solidFill>
                <a:latin typeface="+mn-lt"/>
                <a:cs typeface="Arial" panose="020B0604020202020204" pitchFamily="34" charset="0"/>
              </a:rPr>
              <a:t>-key down while dragging the corners of the picture</a:t>
            </a:r>
          </a:p>
          <a:p>
            <a:pPr eaLnBrk="1" hangingPunct="1">
              <a:lnSpc>
                <a:spcPct val="100000"/>
              </a:lnSpc>
              <a:spcAft>
                <a:spcPts val="600"/>
              </a:spcAft>
              <a:defRPr/>
            </a:pPr>
            <a:r>
              <a:rPr lang="en-GB" altLang="da-DK" sz="900" b="1" noProof="1">
                <a:solidFill>
                  <a:srgbClr val="000000"/>
                </a:solidFill>
                <a:latin typeface="+mn-lt"/>
                <a:cs typeface="Arial" panose="020B0604020202020204" pitchFamily="34" charset="0"/>
              </a:rPr>
              <a:t>HINT: </a:t>
            </a:r>
            <a:r>
              <a:rPr lang="en-GB" altLang="da-DK" sz="900" b="0" noProof="1">
                <a:solidFill>
                  <a:srgbClr val="000000"/>
                </a:solidFill>
                <a:latin typeface="+mn-lt"/>
                <a:cs typeface="Arial" panose="020B0604020202020204" pitchFamily="34" charset="0"/>
              </a:rPr>
              <a:t>If you delete the picture and insert a new one, the picture may lie in front of the text or graphic. If this happens, select the picture, right-click and choose </a:t>
            </a:r>
            <a:r>
              <a:rPr lang="en-GB" altLang="da-DK" sz="900" b="1" noProof="1">
                <a:solidFill>
                  <a:srgbClr val="000000"/>
                </a:solidFill>
                <a:latin typeface="+mn-lt"/>
                <a:cs typeface="Arial" panose="020B0604020202020204" pitchFamily="34" charset="0"/>
              </a:rPr>
              <a:t>Send to Back</a:t>
            </a:r>
          </a:p>
        </p:txBody>
      </p:sp>
      <p:sp>
        <p:nvSpPr>
          <p:cNvPr id="42" name="Text Box 2">
            <a:extLst>
              <a:ext uri="{FF2B5EF4-FFF2-40B4-BE49-F238E27FC236}">
                <a16:creationId xmlns:a16="http://schemas.microsoft.com/office/drawing/2014/main" id="{00AD0EBC-0A41-4B26-9D79-79E0C00BBA85}"/>
              </a:ext>
            </a:extLst>
          </p:cNvPr>
          <p:cNvSpPr txBox="1">
            <a:spLocks noChangeArrowheads="1"/>
          </p:cNvSpPr>
          <p:nvPr userDrawn="1"/>
        </p:nvSpPr>
        <p:spPr bwMode="auto">
          <a:xfrm>
            <a:off x="503238" y="1142617"/>
            <a:ext cx="1741943" cy="4795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GB" sz="1200">
                <a:solidFill>
                  <a:srgbClr val="000000"/>
                </a:solidFill>
                <a:latin typeface="+mn-lt"/>
                <a:cs typeface="Arial" panose="020B0604020202020204" pitchFamily="34" charset="0"/>
              </a:rPr>
              <a:t>TEXT STYLES</a:t>
            </a:r>
            <a:endParaRPr lang="en-GB" altLang="da-DK" sz="1200" b="0" noProof="1">
              <a:solidFill>
                <a:srgbClr val="000000"/>
              </a:solidFill>
              <a:latin typeface="+mn-lt"/>
              <a:cs typeface="Arial" panose="020B0604020202020204" pitchFamily="34" charset="0"/>
            </a:endParaRPr>
          </a:p>
          <a:p>
            <a:pPr eaLnBrk="1" hangingPunct="1">
              <a:spcAft>
                <a:spcPts val="600"/>
              </a:spcAft>
              <a:defRPr/>
            </a:pPr>
            <a:r>
              <a:rPr lang="en-GB" altLang="da-DK" sz="900" b="0" noProof="1">
                <a:solidFill>
                  <a:srgbClr val="000000"/>
                </a:solidFill>
                <a:latin typeface="+mn-lt"/>
                <a:cs typeface="Arial" panose="020B0604020202020204" pitchFamily="34" charset="0"/>
              </a:rPr>
              <a:t>Use the </a:t>
            </a:r>
            <a:r>
              <a:rPr lang="en-GB" altLang="da-DK" sz="900" b="1" noProof="1">
                <a:solidFill>
                  <a:srgbClr val="000000"/>
                </a:solidFill>
                <a:latin typeface="+mn-lt"/>
                <a:cs typeface="Arial" panose="020B0604020202020204" pitchFamily="34" charset="0"/>
              </a:rPr>
              <a:t>TAB</a:t>
            </a:r>
            <a:r>
              <a:rPr lang="en-GB" altLang="da-DK" sz="900" b="0" noProof="1">
                <a:solidFill>
                  <a:srgbClr val="000000"/>
                </a:solidFill>
                <a:latin typeface="+mn-lt"/>
                <a:cs typeface="Arial" panose="020B0604020202020204" pitchFamily="34" charset="0"/>
              </a:rPr>
              <a:t>-key</a:t>
            </a:r>
            <a:r>
              <a:rPr lang="en-GB" altLang="da-DK" sz="900" b="0" baseline="0" noProof="1">
                <a:solidFill>
                  <a:srgbClr val="000000"/>
                </a:solidFill>
                <a:latin typeface="+mn-lt"/>
                <a:cs typeface="Arial" panose="020B0604020202020204" pitchFamily="34" charset="0"/>
              </a:rPr>
              <a:t> to jump through levels. Click </a:t>
            </a:r>
            <a:r>
              <a:rPr lang="en-GB" altLang="da-DK" sz="900" b="1" baseline="0" noProof="1">
                <a:solidFill>
                  <a:srgbClr val="000000"/>
                </a:solidFill>
                <a:latin typeface="+mn-lt"/>
                <a:cs typeface="Arial" panose="020B0604020202020204" pitchFamily="34" charset="0"/>
              </a:rPr>
              <a:t>ENTER</a:t>
            </a:r>
            <a:r>
              <a:rPr lang="en-GB" altLang="da-DK" sz="900" b="0" baseline="0" noProof="1">
                <a:solidFill>
                  <a:srgbClr val="000000"/>
                </a:solidFill>
                <a:latin typeface="+mn-lt"/>
                <a:cs typeface="Arial" panose="020B0604020202020204" pitchFamily="34" charset="0"/>
              </a:rPr>
              <a:t>, then </a:t>
            </a:r>
            <a:r>
              <a:rPr lang="en-GB" altLang="da-DK" sz="900" b="1" baseline="0" noProof="1">
                <a:solidFill>
                  <a:srgbClr val="000000"/>
                </a:solidFill>
                <a:latin typeface="+mn-lt"/>
                <a:cs typeface="Arial" panose="020B0604020202020204" pitchFamily="34" charset="0"/>
              </a:rPr>
              <a:t>TAB</a:t>
            </a:r>
            <a:r>
              <a:rPr lang="en-GB" altLang="da-DK" sz="900" b="0" baseline="0" noProof="1">
                <a:solidFill>
                  <a:srgbClr val="000000"/>
                </a:solidFill>
                <a:latin typeface="+mn-lt"/>
                <a:cs typeface="Arial" panose="020B0604020202020204" pitchFamily="34" charset="0"/>
              </a:rPr>
              <a:t> to switch from one level to the next level</a:t>
            </a:r>
          </a:p>
          <a:p>
            <a:pPr eaLnBrk="1" hangingPunct="1">
              <a:spcAft>
                <a:spcPts val="600"/>
              </a:spcAft>
              <a:defRPr/>
            </a:pPr>
            <a:r>
              <a:rPr lang="en-GB" altLang="da-DK" sz="900" b="0" baseline="0" noProof="1">
                <a:solidFill>
                  <a:srgbClr val="000000"/>
                </a:solidFill>
                <a:latin typeface="+mn-lt"/>
                <a:cs typeface="Arial" panose="020B0604020202020204" pitchFamily="34" charset="0"/>
              </a:rPr>
              <a:t>To go back in levels use </a:t>
            </a:r>
            <a:r>
              <a:rPr lang="en-GB" altLang="da-DK" sz="900" b="1" baseline="0" noProof="1">
                <a:solidFill>
                  <a:srgbClr val="000000"/>
                </a:solidFill>
                <a:latin typeface="+mn-lt"/>
                <a:cs typeface="Arial" panose="020B0604020202020204" pitchFamily="34" charset="0"/>
              </a:rPr>
              <a:t>SHIFT+TAB</a:t>
            </a:r>
            <a:endParaRPr lang="en-GB" sz="900" b="1" noProof="1">
              <a:solidFill>
                <a:srgbClr val="000000"/>
              </a:solidFill>
              <a:latin typeface="+mn-lt"/>
              <a:cs typeface="Arial" panose="020B0604020202020204" pitchFamily="34" charset="0"/>
            </a:endParaRPr>
          </a:p>
          <a:p>
            <a:pPr eaLnBrk="1" hangingPunct="1">
              <a:spcAft>
                <a:spcPts val="600"/>
              </a:spcAft>
              <a:defRPr/>
            </a:pPr>
            <a:r>
              <a:rPr lang="en-GB" sz="900" noProof="1">
                <a:solidFill>
                  <a:srgbClr val="000000"/>
                </a:solidFill>
                <a:latin typeface="+mn-lt"/>
                <a:cs typeface="Arial" panose="020B0604020202020204" pitchFamily="34" charset="0"/>
              </a:rPr>
              <a:t>Alternatively, </a:t>
            </a:r>
            <a:r>
              <a:rPr lang="en-GB" sz="900" b="1" noProof="1">
                <a:solidFill>
                  <a:srgbClr val="000000"/>
                </a:solidFill>
                <a:latin typeface="+mn-lt"/>
                <a:cs typeface="Arial" panose="020B0604020202020204" pitchFamily="34" charset="0"/>
              </a:rPr>
              <a:t>Increase</a:t>
            </a:r>
            <a:r>
              <a:rPr lang="en-GB" sz="900" baseline="0" noProof="1">
                <a:solidFill>
                  <a:srgbClr val="000000"/>
                </a:solidFill>
                <a:latin typeface="+mn-lt"/>
                <a:cs typeface="Arial" panose="020B0604020202020204" pitchFamily="34" charset="0"/>
              </a:rPr>
              <a:t> and </a:t>
            </a:r>
            <a:r>
              <a:rPr lang="en-GB" sz="900" b="1" baseline="0" noProof="1">
                <a:solidFill>
                  <a:srgbClr val="000000"/>
                </a:solidFill>
                <a:latin typeface="+mn-lt"/>
                <a:cs typeface="Arial" panose="020B0604020202020204" pitchFamily="34" charset="0"/>
              </a:rPr>
              <a:t>Decrease </a:t>
            </a:r>
            <a:r>
              <a:rPr lang="en-GB" sz="900" baseline="0" noProof="1">
                <a:solidFill>
                  <a:srgbClr val="000000"/>
                </a:solidFill>
                <a:latin typeface="+mn-lt"/>
                <a:cs typeface="Arial" panose="020B0604020202020204" pitchFamily="34" charset="0"/>
              </a:rPr>
              <a:t>list level can be used</a:t>
            </a:r>
          </a:p>
          <a:p>
            <a:pPr eaLnBrk="1" hangingPunct="1">
              <a:spcAft>
                <a:spcPts val="600"/>
              </a:spcAft>
              <a:defRPr/>
            </a:pPr>
            <a:r>
              <a:rPr lang="en-GB" altLang="da-DK" sz="900" b="1" noProof="1">
                <a:solidFill>
                  <a:srgbClr val="000000"/>
                </a:solidFill>
                <a:latin typeface="+mn-lt"/>
                <a:cs typeface="Arial" panose="020B0604020202020204" pitchFamily="34" charset="0"/>
              </a:rPr>
              <a:t>HINT: </a:t>
            </a:r>
            <a:r>
              <a:rPr lang="en-GB" sz="900" b="1" noProof="1">
                <a:solidFill>
                  <a:srgbClr val="000000"/>
                </a:solidFill>
                <a:latin typeface="+mn-lt"/>
                <a:cs typeface="Arial" panose="020B0604020202020204" pitchFamily="34" charset="0"/>
              </a:rPr>
              <a:t>Use bullet button</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0" noProof="1">
                <a:solidFill>
                  <a:srgbClr val="000000"/>
                </a:solidFill>
                <a:latin typeface="+mn-lt"/>
                <a:cs typeface="Arial" panose="020B0604020202020204" pitchFamily="34" charset="0"/>
              </a:rPr>
              <a:t>Delete bullet for regular text.</a:t>
            </a:r>
            <a:br>
              <a:rPr lang="en-GB" altLang="da-DK" sz="900" b="0" noProof="1">
                <a:solidFill>
                  <a:srgbClr val="000000"/>
                </a:solidFill>
                <a:latin typeface="+mn-lt"/>
                <a:cs typeface="Arial" panose="020B0604020202020204" pitchFamily="34" charset="0"/>
              </a:rPr>
            </a:br>
            <a:r>
              <a:rPr lang="en-GB" altLang="da-DK" sz="900" b="0" noProof="1">
                <a:solidFill>
                  <a:srgbClr val="000000"/>
                </a:solidFill>
                <a:latin typeface="+mn-lt"/>
                <a:cs typeface="Arial" panose="020B0604020202020204" pitchFamily="34" charset="0"/>
              </a:rPr>
              <a:t>Click on the bullet button to reaply the correct bullet again</a:t>
            </a:r>
          </a:p>
          <a:p>
            <a:pPr marL="0" marR="0" lvl="0" indent="0" algn="l" defTabSz="914400" rtl="0" eaLnBrk="1" fontAlgn="auto" latinLnBrk="0" hangingPunct="1">
              <a:lnSpc>
                <a:spcPct val="100000"/>
              </a:lnSpc>
              <a:spcBef>
                <a:spcPts val="0"/>
              </a:spcBef>
              <a:spcAft>
                <a:spcPts val="600"/>
              </a:spcAft>
              <a:buClrTx/>
              <a:buSzTx/>
              <a:buFontTx/>
              <a:buNone/>
              <a:tabLst/>
              <a:defRPr/>
            </a:pPr>
            <a:br>
              <a:rPr lang="en-GB" altLang="da-DK" sz="900" b="0" noProof="1">
                <a:solidFill>
                  <a:srgbClr val="000000"/>
                </a:solidFill>
                <a:latin typeface="+mn-lt"/>
                <a:cs typeface="Arial" panose="020B0604020202020204" pitchFamily="34" charset="0"/>
              </a:rPr>
            </a:br>
            <a:r>
              <a:rPr lang="en-GB" sz="1200">
                <a:solidFill>
                  <a:srgbClr val="000000"/>
                </a:solidFill>
                <a:latin typeface="+mn-lt"/>
                <a:cs typeface="Arial" panose="020B0604020202020204" pitchFamily="34" charset="0"/>
              </a:rPr>
              <a:t>SLIDES &amp; LAYOUTS</a:t>
            </a:r>
            <a:endParaRPr lang="en-GB" sz="1200" b="1" noProof="1">
              <a:solidFill>
                <a:srgbClr val="000000"/>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0" noProof="1">
                <a:solidFill>
                  <a:srgbClr val="000000"/>
                </a:solidFill>
                <a:latin typeface="+mn-lt"/>
                <a:cs typeface="Arial" panose="020B0604020202020204" pitchFamily="34" charset="0"/>
              </a:rPr>
              <a:t>Click on the menu </a:t>
            </a:r>
            <a:r>
              <a:rPr lang="en-GB" altLang="da-DK" sz="900" b="1" noProof="1">
                <a:solidFill>
                  <a:srgbClr val="000000"/>
                </a:solidFill>
                <a:latin typeface="+mn-lt"/>
                <a:cs typeface="Arial" panose="020B0604020202020204" pitchFamily="34" charset="0"/>
              </a:rPr>
              <a:t>New Slide </a:t>
            </a:r>
            <a:r>
              <a:rPr lang="en-GB" altLang="da-DK" sz="900" b="0" noProof="1">
                <a:solidFill>
                  <a:srgbClr val="000000"/>
                </a:solidFill>
                <a:latin typeface="+mn-lt"/>
                <a:cs typeface="Arial" panose="020B0604020202020204" pitchFamily="34" charset="0"/>
              </a:rPr>
              <a:t>in the </a:t>
            </a:r>
            <a:r>
              <a:rPr lang="en-GB" altLang="da-DK" sz="900" b="1" noProof="1">
                <a:solidFill>
                  <a:srgbClr val="000000"/>
                </a:solidFill>
                <a:latin typeface="+mn-lt"/>
                <a:cs typeface="Arial" panose="020B0604020202020204" pitchFamily="34" charset="0"/>
              </a:rPr>
              <a:t>Home</a:t>
            </a:r>
            <a:r>
              <a:rPr lang="en-GB" altLang="da-DK" sz="900" b="0" noProof="1">
                <a:solidFill>
                  <a:srgbClr val="000000"/>
                </a:solidFill>
                <a:latin typeface="+mn-lt"/>
                <a:cs typeface="Arial" panose="020B0604020202020204" pitchFamily="34" charset="0"/>
              </a:rPr>
              <a:t> tab to insert a new slide</a:t>
            </a:r>
            <a:br>
              <a:rPr lang="en-GB" altLang="da-DK" sz="900" b="0" noProof="1">
                <a:solidFill>
                  <a:srgbClr val="000000"/>
                </a:solidFill>
                <a:latin typeface="+mn-lt"/>
                <a:cs typeface="Arial" panose="020B0604020202020204" pitchFamily="34" charset="0"/>
              </a:rPr>
            </a:br>
            <a:br>
              <a:rPr lang="en-GB" altLang="da-DK" sz="900" b="0" noProof="1">
                <a:solidFill>
                  <a:srgbClr val="000000"/>
                </a:solidFill>
                <a:latin typeface="+mn-lt"/>
                <a:cs typeface="Arial" panose="020B0604020202020204" pitchFamily="34" charset="0"/>
              </a:rPr>
            </a:br>
            <a:r>
              <a:rPr lang="en-GB" altLang="da-DK" sz="900" b="1" noProof="1">
                <a:solidFill>
                  <a:srgbClr val="000000"/>
                </a:solidFill>
                <a:latin typeface="+mn-lt"/>
                <a:cs typeface="Arial" panose="020B0604020202020204" pitchFamily="34" charset="0"/>
              </a:rPr>
              <a:t>Change layout</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sz="900" noProof="1">
                <a:solidFill>
                  <a:srgbClr val="000000"/>
                </a:solidFill>
                <a:latin typeface="+mn-lt"/>
                <a:ea typeface="Arial" panose="020B0604020202020204" pitchFamily="34" charset="0"/>
                <a:cs typeface="Arial" panose="020B0604020202020204" pitchFamily="34" charset="0"/>
              </a:rPr>
              <a:t>Click on the arrow next to </a:t>
            </a:r>
            <a:r>
              <a:rPr lang="en-GB" sz="900" b="1" noProof="1">
                <a:solidFill>
                  <a:srgbClr val="000000"/>
                </a:solidFill>
                <a:latin typeface="+mn-lt"/>
                <a:ea typeface="Arial" panose="020B0604020202020204" pitchFamily="34" charset="0"/>
                <a:cs typeface="Arial" panose="020B0604020202020204" pitchFamily="34" charset="0"/>
              </a:rPr>
              <a:t>Layout </a:t>
            </a:r>
            <a:r>
              <a:rPr lang="en-GB" sz="900" noProof="1">
                <a:solidFill>
                  <a:srgbClr val="000000"/>
                </a:solidFill>
                <a:latin typeface="+mn-lt"/>
                <a:ea typeface="Arial" panose="020B0604020202020204" pitchFamily="34" charset="0"/>
                <a:cs typeface="Arial" panose="020B0604020202020204" pitchFamily="34" charset="0"/>
              </a:rPr>
              <a:t>to view a dropdown menu of possible slide layouts</a:t>
            </a:r>
            <a:br>
              <a:rPr lang="en-GB" altLang="da-DK" sz="900" b="0" baseline="0" noProof="1">
                <a:solidFill>
                  <a:srgbClr val="000000"/>
                </a:solidFill>
                <a:latin typeface="+mn-lt"/>
                <a:cs typeface="Arial" panose="020B0604020202020204" pitchFamily="34" charset="0"/>
              </a:rPr>
            </a:br>
            <a:br>
              <a:rPr lang="en-GB" altLang="da-DK" sz="900" b="0" baseline="0" noProof="1">
                <a:solidFill>
                  <a:srgbClr val="000000"/>
                </a:solidFill>
                <a:latin typeface="+mn-lt"/>
                <a:cs typeface="Arial" panose="020B0604020202020204" pitchFamily="34" charset="0"/>
              </a:rPr>
            </a:br>
            <a:r>
              <a:rPr lang="en-GB" sz="900" b="1" noProof="1">
                <a:solidFill>
                  <a:srgbClr val="000000"/>
                </a:solidFill>
                <a:latin typeface="+mn-lt"/>
                <a:cs typeface="Arial" panose="020B0604020202020204" pitchFamily="34" charset="0"/>
              </a:rPr>
              <a:t>Reset slide</a:t>
            </a:r>
          </a:p>
          <a:p>
            <a:pPr marL="0" marR="0" indent="0" algn="l" defTabSz="914400" rtl="0" eaLnBrk="1" fontAlgn="auto" latinLnBrk="0" hangingPunct="1">
              <a:lnSpc>
                <a:spcPct val="100000"/>
              </a:lnSpc>
              <a:spcBef>
                <a:spcPts val="0"/>
              </a:spcBef>
              <a:spcAft>
                <a:spcPts val="600"/>
              </a:spcAft>
              <a:buClrTx/>
              <a:buSzTx/>
              <a:buFont typeface="+mj-lt"/>
              <a:buNone/>
              <a:tabLst/>
              <a:defRPr/>
            </a:pPr>
            <a:r>
              <a:rPr lang="en-GB" altLang="da-DK" sz="900" b="1" noProof="1">
                <a:solidFill>
                  <a:srgbClr val="000000"/>
                </a:solidFill>
                <a:latin typeface="+mn-lt"/>
                <a:cs typeface="Arial" panose="020B0604020202020204" pitchFamily="34" charset="0"/>
              </a:rPr>
              <a:t>1. </a:t>
            </a:r>
            <a:r>
              <a:rPr lang="en-GB" altLang="da-DK" sz="900" noProof="1">
                <a:solidFill>
                  <a:srgbClr val="000000"/>
                </a:solidFill>
                <a:latin typeface="+mn-lt"/>
                <a:cs typeface="Arial" panose="020B0604020202020204" pitchFamily="34" charset="0"/>
              </a:rPr>
              <a:t>Click the </a:t>
            </a:r>
            <a:r>
              <a:rPr lang="en-GB" altLang="da-DK" sz="900" b="1" noProof="1">
                <a:solidFill>
                  <a:srgbClr val="000000"/>
                </a:solidFill>
                <a:latin typeface="+mn-lt"/>
                <a:cs typeface="Arial" panose="020B0604020202020204" pitchFamily="34" charset="0"/>
              </a:rPr>
              <a:t>Home</a:t>
            </a:r>
            <a:r>
              <a:rPr lang="en-GB" altLang="da-DK" sz="900" noProof="1">
                <a:solidFill>
                  <a:srgbClr val="000000"/>
                </a:solidFill>
                <a:latin typeface="+mn-lt"/>
                <a:cs typeface="Arial" panose="020B0604020202020204" pitchFamily="34" charset="0"/>
              </a:rPr>
              <a:t> tab</a:t>
            </a:r>
          </a:p>
          <a:p>
            <a:pPr marL="0" marR="0" indent="0" algn="l" defTabSz="914400" rtl="0" eaLnBrk="1" fontAlgn="auto" latinLnBrk="0" hangingPunct="1">
              <a:lnSpc>
                <a:spcPct val="100000"/>
              </a:lnSpc>
              <a:spcBef>
                <a:spcPts val="0"/>
              </a:spcBef>
              <a:spcAft>
                <a:spcPts val="600"/>
              </a:spcAft>
              <a:buClrTx/>
              <a:buSzTx/>
              <a:buFont typeface="+mj-lt"/>
              <a:buNone/>
              <a:tabLst/>
              <a:defRPr/>
            </a:pPr>
            <a:r>
              <a:rPr lang="en-GB" altLang="da-DK" sz="900" b="1" noProof="1">
                <a:solidFill>
                  <a:srgbClr val="000000"/>
                </a:solidFill>
                <a:latin typeface="+mn-lt"/>
                <a:cs typeface="Arial" panose="020B0604020202020204" pitchFamily="34" charset="0"/>
              </a:rPr>
              <a:t>2. </a:t>
            </a:r>
            <a:r>
              <a:rPr lang="en-GB" altLang="da-DK" sz="900" noProof="1">
                <a:solidFill>
                  <a:srgbClr val="000000"/>
                </a:solidFill>
                <a:latin typeface="+mn-lt"/>
                <a:cs typeface="Arial" panose="020B0604020202020204" pitchFamily="34" charset="0"/>
              </a:rPr>
              <a:t>Click the </a:t>
            </a:r>
            <a:r>
              <a:rPr lang="en-GB" altLang="da-DK" sz="900" b="1" noProof="1">
                <a:solidFill>
                  <a:srgbClr val="000000"/>
                </a:solidFill>
                <a:latin typeface="+mn-lt"/>
                <a:cs typeface="Arial" panose="020B0604020202020204" pitchFamily="34" charset="0"/>
              </a:rPr>
              <a:t>Reset</a:t>
            </a:r>
            <a:r>
              <a:rPr lang="en-GB" altLang="da-DK" sz="900" noProof="1">
                <a:solidFill>
                  <a:srgbClr val="000000"/>
                </a:solidFill>
                <a:latin typeface="+mn-lt"/>
                <a:cs typeface="Arial" panose="020B0604020202020204" pitchFamily="34" charset="0"/>
              </a:rPr>
              <a:t> menu to reset position, size and formatting of the slide placeholders to their default settings</a:t>
            </a:r>
          </a:p>
          <a:p>
            <a:pPr eaLnBrk="1" hangingPunct="1">
              <a:spcAft>
                <a:spcPts val="600"/>
              </a:spcAft>
              <a:defRPr/>
            </a:pPr>
            <a:endParaRPr lang="en-GB" altLang="da-DK" sz="900" b="0" noProof="1">
              <a:solidFill>
                <a:srgbClr val="000000"/>
              </a:solidFill>
              <a:latin typeface="+mn-lt"/>
              <a:cs typeface="Arial" panose="020B0604020202020204" pitchFamily="34" charset="0"/>
            </a:endParaRPr>
          </a:p>
        </p:txBody>
      </p:sp>
      <p:pic>
        <p:nvPicPr>
          <p:cNvPr id="46" name="Picture 29">
            <a:extLst>
              <a:ext uri="{FF2B5EF4-FFF2-40B4-BE49-F238E27FC236}">
                <a16:creationId xmlns:a16="http://schemas.microsoft.com/office/drawing/2014/main" id="{6B35B93D-CCEE-48AF-A769-8729CC05BE8A}"/>
              </a:ext>
            </a:extLst>
          </p:cNvPr>
          <p:cNvPicPr>
            <a:picLocks noChangeAspect="1"/>
          </p:cNvPicPr>
          <p:nvPr userDrawn="1"/>
        </p:nvPicPr>
        <p:blipFill>
          <a:blip r:embed="rId3"/>
          <a:stretch>
            <a:fillRect/>
          </a:stretch>
        </p:blipFill>
        <p:spPr>
          <a:xfrm>
            <a:off x="2251212" y="2382611"/>
            <a:ext cx="457262" cy="257143"/>
          </a:xfrm>
          <a:prstGeom prst="rect">
            <a:avLst/>
          </a:prstGeom>
        </p:spPr>
      </p:pic>
      <p:pic>
        <p:nvPicPr>
          <p:cNvPr id="55" name="Picture 16">
            <a:extLst>
              <a:ext uri="{FF2B5EF4-FFF2-40B4-BE49-F238E27FC236}">
                <a16:creationId xmlns:a16="http://schemas.microsoft.com/office/drawing/2014/main" id="{A13B127D-1BE4-4C8F-96F6-59C8D10D8F4E}"/>
              </a:ext>
            </a:extLst>
          </p:cNvPr>
          <p:cNvPicPr>
            <a:picLocks noChangeAspect="1"/>
          </p:cNvPicPr>
          <p:nvPr userDrawn="1"/>
        </p:nvPicPr>
        <p:blipFill>
          <a:blip r:embed="rId4"/>
          <a:stretch>
            <a:fillRect/>
          </a:stretch>
        </p:blipFill>
        <p:spPr>
          <a:xfrm>
            <a:off x="2251212" y="3852636"/>
            <a:ext cx="328967" cy="505501"/>
          </a:xfrm>
          <a:prstGeom prst="rect">
            <a:avLst/>
          </a:prstGeom>
        </p:spPr>
      </p:pic>
      <p:pic>
        <p:nvPicPr>
          <p:cNvPr id="56" name="Picture 20">
            <a:extLst>
              <a:ext uri="{FF2B5EF4-FFF2-40B4-BE49-F238E27FC236}">
                <a16:creationId xmlns:a16="http://schemas.microsoft.com/office/drawing/2014/main" id="{5730DD9A-26F6-4C14-AE7D-221D2B3F38DD}"/>
              </a:ext>
            </a:extLst>
          </p:cNvPr>
          <p:cNvPicPr>
            <a:picLocks noChangeAspect="1"/>
          </p:cNvPicPr>
          <p:nvPr userDrawn="1"/>
        </p:nvPicPr>
        <p:blipFill>
          <a:blip r:embed="rId5"/>
          <a:stretch>
            <a:fillRect/>
          </a:stretch>
        </p:blipFill>
        <p:spPr>
          <a:xfrm>
            <a:off x="2251212" y="5922364"/>
            <a:ext cx="538605" cy="172841"/>
          </a:xfrm>
          <a:prstGeom prst="rect">
            <a:avLst/>
          </a:prstGeom>
        </p:spPr>
      </p:pic>
      <p:pic>
        <p:nvPicPr>
          <p:cNvPr id="57" name="Picture 19">
            <a:extLst>
              <a:ext uri="{FF2B5EF4-FFF2-40B4-BE49-F238E27FC236}">
                <a16:creationId xmlns:a16="http://schemas.microsoft.com/office/drawing/2014/main" id="{E210FBD4-B8B9-4AFA-9670-2FEBAA1CF374}"/>
              </a:ext>
            </a:extLst>
          </p:cNvPr>
          <p:cNvPicPr>
            <a:picLocks noChangeAspect="1"/>
          </p:cNvPicPr>
          <p:nvPr userDrawn="1"/>
        </p:nvPicPr>
        <p:blipFill>
          <a:blip r:embed="rId6"/>
          <a:stretch>
            <a:fillRect/>
          </a:stretch>
        </p:blipFill>
        <p:spPr>
          <a:xfrm>
            <a:off x="5259301" y="4485830"/>
            <a:ext cx="313870" cy="543900"/>
          </a:xfrm>
          <a:prstGeom prst="rect">
            <a:avLst/>
          </a:prstGeom>
        </p:spPr>
      </p:pic>
      <p:sp>
        <p:nvSpPr>
          <p:cNvPr id="61" name="Text Box 4">
            <a:extLst>
              <a:ext uri="{FF2B5EF4-FFF2-40B4-BE49-F238E27FC236}">
                <a16:creationId xmlns:a16="http://schemas.microsoft.com/office/drawing/2014/main" id="{DD6A81B7-1FEE-46CF-A623-23E99CFEAFBC}"/>
              </a:ext>
            </a:extLst>
          </p:cNvPr>
          <p:cNvSpPr txBox="1">
            <a:spLocks noChangeArrowheads="1"/>
          </p:cNvSpPr>
          <p:nvPr userDrawn="1"/>
        </p:nvSpPr>
        <p:spPr bwMode="auto">
          <a:xfrm>
            <a:off x="6238181" y="1142617"/>
            <a:ext cx="2176236" cy="2769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GB" sz="1200">
                <a:solidFill>
                  <a:srgbClr val="000000"/>
                </a:solidFill>
                <a:latin typeface="+mn-lt"/>
                <a:cs typeface="Arial" panose="020B0604020202020204" pitchFamily="34" charset="0"/>
              </a:rPr>
              <a:t>SLIDES &amp; SLIDE ELEMENTS</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0" noProof="1">
                <a:solidFill>
                  <a:srgbClr val="000000"/>
                </a:solidFill>
                <a:latin typeface="+mn-lt"/>
                <a:cs typeface="Lundbeck Display" panose="020B0402040504020204" pitchFamily="34" charset="0"/>
              </a:rPr>
              <a:t>Insert predefined slides and elements using the Templafy pane. Choose </a:t>
            </a:r>
            <a:r>
              <a:rPr lang="en-GB" altLang="da-DK" sz="900" b="1" noProof="1">
                <a:solidFill>
                  <a:srgbClr val="000000"/>
                </a:solidFill>
                <a:latin typeface="+mn-lt"/>
                <a:cs typeface="Lundbeck Display" panose="020B0402040504020204" pitchFamily="34" charset="0"/>
              </a:rPr>
              <a:t>Slides</a:t>
            </a:r>
            <a:r>
              <a:rPr lang="en-GB" altLang="da-DK" sz="900" b="0" noProof="1">
                <a:solidFill>
                  <a:srgbClr val="000000"/>
                </a:solidFill>
                <a:latin typeface="+mn-lt"/>
                <a:cs typeface="Lundbeck Display" panose="020B0402040504020204" pitchFamily="34" charset="0"/>
              </a:rPr>
              <a:t> or </a:t>
            </a:r>
            <a:r>
              <a:rPr lang="en-GB" altLang="da-DK" sz="900" b="1" noProof="1">
                <a:solidFill>
                  <a:srgbClr val="000000"/>
                </a:solidFill>
                <a:latin typeface="+mn-lt"/>
                <a:cs typeface="Lundbeck Display" panose="020B0402040504020204" pitchFamily="34" charset="0"/>
              </a:rPr>
              <a:t>Slide elements </a:t>
            </a:r>
            <a:r>
              <a:rPr lang="en-GB" altLang="da-DK" sz="900" b="0" noProof="1">
                <a:solidFill>
                  <a:srgbClr val="000000"/>
                </a:solidFill>
                <a:latin typeface="+mn-lt"/>
                <a:cs typeface="Lundbeck Display" panose="020B0402040504020204" pitchFamily="34" charset="0"/>
              </a:rPr>
              <a:t>from the buttons in the Templafy pane on the right side of the screen</a:t>
            </a:r>
            <a:endParaRPr lang="en-GB" altLang="da-DK" sz="900" b="1" noProof="1">
              <a:solidFill>
                <a:srgbClr val="000000"/>
              </a:solidFill>
              <a:latin typeface="+mn-lt"/>
              <a:cs typeface="Lundbeck Display" panose="020B0402040504020204" pitchFamily="34" charset="0"/>
            </a:endParaRPr>
          </a:p>
          <a:p>
            <a:pPr marL="0" marR="0" lvl="0" indent="0" algn="l" defTabSz="914400" rtl="0" eaLnBrk="1" fontAlgn="auto" latinLnBrk="0" hangingPunct="1">
              <a:lnSpc>
                <a:spcPct val="100000"/>
              </a:lnSpc>
              <a:spcBef>
                <a:spcPts val="1200"/>
              </a:spcBef>
              <a:spcAft>
                <a:spcPts val="600"/>
              </a:spcAft>
              <a:buClrTx/>
              <a:buSzTx/>
              <a:buFontTx/>
              <a:buNone/>
              <a:tabLst/>
              <a:defRPr/>
            </a:pPr>
            <a:r>
              <a:rPr lang="en-GB" sz="1200">
                <a:solidFill>
                  <a:srgbClr val="000000"/>
                </a:solidFill>
                <a:latin typeface="+mn-lt"/>
                <a:cs typeface="Arial" panose="020B0604020202020204" pitchFamily="34" charset="0"/>
              </a:rPr>
              <a:t>GUIDES</a:t>
            </a:r>
            <a:endParaRPr lang="en-GB" sz="1600" b="1" noProof="1">
              <a:solidFill>
                <a:srgbClr val="000000"/>
              </a:solidFill>
              <a:latin typeface="+mn-lt"/>
              <a:cs typeface="Arial" panose="020B0604020202020204" pitchFamily="34" charset="0"/>
            </a:endParaRPr>
          </a:p>
          <a:p>
            <a:pPr eaLnBrk="1" hangingPunct="1">
              <a:lnSpc>
                <a:spcPct val="100000"/>
              </a:lnSpc>
              <a:spcAft>
                <a:spcPts val="600"/>
              </a:spcAft>
              <a:defRPr/>
            </a:pPr>
            <a:r>
              <a:rPr lang="en-GB" altLang="da-DK" sz="900" b="0" noProof="1">
                <a:solidFill>
                  <a:srgbClr val="000000"/>
                </a:solidFill>
                <a:latin typeface="+mn-lt"/>
                <a:cs typeface="Arial" panose="020B0604020202020204" pitchFamily="34" charset="0"/>
              </a:rPr>
              <a:t>Click the </a:t>
            </a:r>
            <a:r>
              <a:rPr lang="en-GB" altLang="da-DK" sz="900" b="1" noProof="1">
                <a:solidFill>
                  <a:srgbClr val="000000"/>
                </a:solidFill>
                <a:latin typeface="+mn-lt"/>
                <a:cs typeface="Arial" panose="020B0604020202020204" pitchFamily="34" charset="0"/>
              </a:rPr>
              <a:t>View</a:t>
            </a:r>
            <a:r>
              <a:rPr lang="en-GB" altLang="da-DK" sz="900" b="0" noProof="1">
                <a:solidFill>
                  <a:srgbClr val="000000"/>
                </a:solidFill>
                <a:latin typeface="+mn-lt"/>
                <a:cs typeface="Arial" panose="020B0604020202020204" pitchFamily="34" charset="0"/>
              </a:rPr>
              <a:t> tab and set tick mark next to </a:t>
            </a:r>
            <a:r>
              <a:rPr lang="en-GB" altLang="da-DK" sz="900" b="1" noProof="1">
                <a:solidFill>
                  <a:srgbClr val="000000"/>
                </a:solidFill>
                <a:latin typeface="+mn-lt"/>
                <a:cs typeface="Arial" panose="020B0604020202020204" pitchFamily="34" charset="0"/>
              </a:rPr>
              <a:t>Guides</a:t>
            </a:r>
            <a:endParaRPr lang="en-GB" altLang="da-DK" sz="900" b="0" noProof="1">
              <a:solidFill>
                <a:srgbClr val="000000"/>
              </a:solidFill>
              <a:latin typeface="+mn-lt"/>
              <a:cs typeface="Arial" panose="020B0604020202020204" pitchFamily="34" charset="0"/>
            </a:endParaRPr>
          </a:p>
          <a:p>
            <a:pPr eaLnBrk="1" hangingPunct="1">
              <a:lnSpc>
                <a:spcPct val="100000"/>
              </a:lnSpc>
              <a:spcAft>
                <a:spcPts val="600"/>
              </a:spcAft>
              <a:defRPr/>
            </a:pPr>
            <a:r>
              <a:rPr lang="en-GB" altLang="da-DK" sz="900" b="1" noProof="1">
                <a:solidFill>
                  <a:srgbClr val="000000"/>
                </a:solidFill>
                <a:latin typeface="+mn-lt"/>
                <a:cs typeface="Arial" panose="020B0604020202020204" pitchFamily="34" charset="0"/>
              </a:rPr>
              <a:t>HINT: Alt + F9 </a:t>
            </a:r>
            <a:r>
              <a:rPr lang="en-GB" altLang="da-DK" sz="900" b="0" noProof="1">
                <a:solidFill>
                  <a:srgbClr val="000000"/>
                </a:solidFill>
                <a:latin typeface="+mn-lt"/>
                <a:cs typeface="Arial" panose="020B0604020202020204" pitchFamily="34" charset="0"/>
              </a:rPr>
              <a:t>for quick view of guides</a:t>
            </a:r>
            <a:br>
              <a:rPr lang="en-GB" altLang="da-DK" sz="900" b="0" noProof="1">
                <a:solidFill>
                  <a:srgbClr val="000000"/>
                </a:solidFill>
                <a:latin typeface="+mn-lt"/>
                <a:cs typeface="Arial" panose="020B0604020202020204" pitchFamily="34" charset="0"/>
              </a:rPr>
            </a:br>
            <a:r>
              <a:rPr lang="en-GB" altLang="da-DK" sz="900" b="1" noProof="1">
                <a:solidFill>
                  <a:srgbClr val="000000"/>
                </a:solidFill>
                <a:latin typeface="+mn-lt"/>
                <a:cs typeface="Arial" panose="020B0604020202020204" pitchFamily="34" charset="0"/>
              </a:rPr>
              <a:t>Mac: </a:t>
            </a:r>
            <a:r>
              <a:rPr lang="en-GB" sz="900" b="0" i="0">
                <a:solidFill>
                  <a:srgbClr val="000000"/>
                </a:solidFill>
                <a:effectLst/>
                <a:latin typeface="+mn-lt"/>
              </a:rPr>
              <a:t>⌘ </a:t>
            </a:r>
            <a:r>
              <a:rPr lang="en-GB" altLang="da-DK" sz="900" b="0" noProof="1">
                <a:solidFill>
                  <a:srgbClr val="000000"/>
                </a:solidFill>
                <a:latin typeface="+mn-lt"/>
                <a:cs typeface="Arial" panose="020B0604020202020204" pitchFamily="34" charset="0"/>
              </a:rPr>
              <a:t>+ option + ctrl + G</a:t>
            </a:r>
            <a:r>
              <a:rPr lang="en-GB" altLang="da-DK" sz="898" b="0" kern="1200" noProof="1">
                <a:solidFill>
                  <a:srgbClr val="000000"/>
                </a:solidFill>
                <a:latin typeface="+mn-lt"/>
                <a:ea typeface="+mn-ea"/>
                <a:cs typeface="Arial" panose="020B0604020202020204" pitchFamily="34" charset="0"/>
              </a:rPr>
              <a:t>.</a:t>
            </a:r>
            <a:endParaRPr lang="en-GB" altLang="da-DK" sz="900" b="0" noProof="1">
              <a:solidFill>
                <a:srgbClr val="000000"/>
              </a:solidFill>
              <a:latin typeface="+mn-lt"/>
              <a:cs typeface="Arial" panose="020B0604020202020204" pitchFamily="34" charset="0"/>
            </a:endParaRPr>
          </a:p>
          <a:p>
            <a:pPr marL="0" marR="0" lvl="0" indent="0" algn="l" defTabSz="914400" rtl="0" eaLnBrk="1" fontAlgn="auto" latinLnBrk="0" hangingPunct="1">
              <a:lnSpc>
                <a:spcPct val="100000"/>
              </a:lnSpc>
              <a:spcBef>
                <a:spcPts val="1200"/>
              </a:spcBef>
              <a:spcAft>
                <a:spcPts val="600"/>
              </a:spcAft>
              <a:buClrTx/>
              <a:buSzTx/>
              <a:buFontTx/>
              <a:buNone/>
              <a:tabLst/>
              <a:defRPr/>
            </a:pPr>
            <a:r>
              <a:rPr lang="en-GB" sz="1200">
                <a:solidFill>
                  <a:srgbClr val="000000"/>
                </a:solidFill>
                <a:latin typeface="+mn-lt"/>
                <a:cs typeface="Arial" panose="020B0604020202020204" pitchFamily="34" charset="0"/>
              </a:rPr>
              <a:t>COLOR</a:t>
            </a:r>
            <a:br>
              <a:rPr lang="en-GB" sz="1200">
                <a:solidFill>
                  <a:srgbClr val="000000"/>
                </a:solidFill>
                <a:latin typeface="+mn-lt"/>
                <a:cs typeface="Arial" panose="020B0604020202020204" pitchFamily="34" charset="0"/>
              </a:rPr>
            </a:br>
            <a:r>
              <a:rPr lang="en-GB" sz="900" b="0" kern="1200">
                <a:solidFill>
                  <a:srgbClr val="000000"/>
                </a:solidFill>
                <a:latin typeface="+mn-lt"/>
                <a:ea typeface="+mn-ea"/>
                <a:cs typeface="Arial" panose="020B0604020202020204" pitchFamily="34" charset="0"/>
              </a:rPr>
              <a:t>Use the top colors in the Theme Colors or from the Custom Colors</a:t>
            </a:r>
            <a:endParaRPr lang="en-GB" altLang="da-DK" sz="900" b="0" kern="1200" noProof="1">
              <a:solidFill>
                <a:srgbClr val="000000"/>
              </a:solidFill>
              <a:latin typeface="+mn-lt"/>
              <a:ea typeface="+mn-ea"/>
              <a:cs typeface="Arial" panose="020B0604020202020204" pitchFamily="34" charset="0"/>
            </a:endParaRPr>
          </a:p>
        </p:txBody>
      </p:sp>
      <p:pic>
        <p:nvPicPr>
          <p:cNvPr id="25" name="Picture 24">
            <a:extLst>
              <a:ext uri="{FF2B5EF4-FFF2-40B4-BE49-F238E27FC236}">
                <a16:creationId xmlns:a16="http://schemas.microsoft.com/office/drawing/2014/main" id="{6D83AD9C-98AE-450E-B202-15860002D528}"/>
              </a:ext>
            </a:extLst>
          </p:cNvPr>
          <p:cNvPicPr>
            <a:picLocks noChangeAspect="1"/>
          </p:cNvPicPr>
          <p:nvPr userDrawn="1"/>
        </p:nvPicPr>
        <p:blipFill>
          <a:blip r:embed="rId7"/>
          <a:stretch>
            <a:fillRect/>
          </a:stretch>
        </p:blipFill>
        <p:spPr>
          <a:xfrm>
            <a:off x="2251212" y="4832123"/>
            <a:ext cx="475552" cy="176762"/>
          </a:xfrm>
          <a:prstGeom prst="rect">
            <a:avLst/>
          </a:prstGeom>
        </p:spPr>
      </p:pic>
      <p:sp>
        <p:nvSpPr>
          <p:cNvPr id="20" name="Date Placeholder 6" hidden="1">
            <a:extLst>
              <a:ext uri="{FF2B5EF4-FFF2-40B4-BE49-F238E27FC236}">
                <a16:creationId xmlns:a16="http://schemas.microsoft.com/office/drawing/2014/main" id="{56AA1691-6753-45B8-AB77-1105989467F7}"/>
              </a:ext>
            </a:extLst>
          </p:cNvPr>
          <p:cNvSpPr>
            <a:spLocks noGrp="1"/>
          </p:cNvSpPr>
          <p:nvPr>
            <p:ph type="dt" sz="half" idx="15"/>
          </p:nvPr>
        </p:nvSpPr>
        <p:spPr>
          <a:xfrm>
            <a:off x="540000" y="6433200"/>
            <a:ext cx="2743200" cy="180000"/>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27BBD34-DD59-49E1-9776-D67684F06344}" type="datetime4">
              <a:rPr lang="en-GB" smtClean="0"/>
              <a:pPr/>
              <a:t>23 October 2026</a:t>
            </a:fld>
            <a:endParaRPr lang="en-GB"/>
          </a:p>
        </p:txBody>
      </p:sp>
      <p:sp>
        <p:nvSpPr>
          <p:cNvPr id="21" name="Footer Placeholder 8" hidden="1">
            <a:extLst>
              <a:ext uri="{FF2B5EF4-FFF2-40B4-BE49-F238E27FC236}">
                <a16:creationId xmlns:a16="http://schemas.microsoft.com/office/drawing/2014/main" id="{2F8C9320-E8BF-471F-8DD3-1BC479021917}"/>
              </a:ext>
            </a:extLst>
          </p:cNvPr>
          <p:cNvSpPr>
            <a:spLocks noGrp="1"/>
          </p:cNvSpPr>
          <p:nvPr>
            <p:ph type="ftr" sz="quarter" idx="16"/>
          </p:nvPr>
        </p:nvSpPr>
        <p:spPr>
          <a:xfrm>
            <a:off x="4038600" y="6433200"/>
            <a:ext cx="4114800" cy="180000"/>
          </a:xfrm>
          <a:prstGeom prst="rect">
            <a:avLst/>
          </a:prstGeom>
        </p:spPr>
        <p:txBody>
          <a:bodyPr vert="horz" lIns="0" tIns="0" rIns="0" bIns="0" rtlCol="0" anchor="b" anchorCtr="0"/>
          <a:lstStyle>
            <a:defPPr>
              <a:defRPr lang="en-US"/>
            </a:defPPr>
            <a:lvl1pPr marL="0" algn="ct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22" name="Slide Number Placeholder 10" hidden="1">
            <a:extLst>
              <a:ext uri="{FF2B5EF4-FFF2-40B4-BE49-F238E27FC236}">
                <a16:creationId xmlns:a16="http://schemas.microsoft.com/office/drawing/2014/main" id="{B01A309B-80AB-481C-AE3F-3C56C2C92EE2}"/>
              </a:ext>
            </a:extLst>
          </p:cNvPr>
          <p:cNvSpPr>
            <a:spLocks noGrp="1"/>
          </p:cNvSpPr>
          <p:nvPr>
            <p:ph type="sldNum" sz="quarter" idx="17"/>
          </p:nvPr>
        </p:nvSpPr>
        <p:spPr>
          <a:xfrm>
            <a:off x="11313553" y="6433200"/>
            <a:ext cx="335521" cy="180000"/>
          </a:xfrm>
          <a:prstGeom prst="rect">
            <a:avLst/>
          </a:prstGeom>
        </p:spPr>
        <p:txBody>
          <a:bodyPr vert="horz" lIns="0" tIns="0" rIns="0" bIns="0" rtlCol="0" anchor="b" anchorCtr="0"/>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AA811B-2EBD-4900-905E-5BE206449611}" type="slidenum">
              <a:rPr lang="en-GB" smtClean="0"/>
              <a:pPr/>
              <a:t>‹#›</a:t>
            </a:fld>
            <a:endParaRPr lang="en-GB"/>
          </a:p>
        </p:txBody>
      </p:sp>
      <p:pic>
        <p:nvPicPr>
          <p:cNvPr id="6" name="Picture 2">
            <a:extLst>
              <a:ext uri="{FF2B5EF4-FFF2-40B4-BE49-F238E27FC236}">
                <a16:creationId xmlns:a16="http://schemas.microsoft.com/office/drawing/2014/main" id="{06599777-CEE9-4330-8A6A-3069D39183B6}"/>
              </a:ext>
            </a:extLst>
          </p:cNvPr>
          <p:cNvPicPr>
            <a:picLocks noChangeAspect="1"/>
          </p:cNvPicPr>
          <p:nvPr userDrawn="1"/>
        </p:nvPicPr>
        <p:blipFill>
          <a:blip r:embed="rId8"/>
          <a:stretch>
            <a:fillRect/>
          </a:stretch>
        </p:blipFill>
        <p:spPr>
          <a:xfrm>
            <a:off x="2251212" y="3134689"/>
            <a:ext cx="257210" cy="285714"/>
          </a:xfrm>
          <a:prstGeom prst="rect">
            <a:avLst/>
          </a:prstGeom>
        </p:spPr>
      </p:pic>
      <p:pic>
        <p:nvPicPr>
          <p:cNvPr id="9" name="Picture 33">
            <a:extLst>
              <a:ext uri="{FF2B5EF4-FFF2-40B4-BE49-F238E27FC236}">
                <a16:creationId xmlns:a16="http://schemas.microsoft.com/office/drawing/2014/main" id="{B03E872F-21DD-423D-B6DE-4945F155FB87}"/>
              </a:ext>
            </a:extLst>
          </p:cNvPr>
          <p:cNvPicPr>
            <a:picLocks noChangeAspect="1"/>
          </p:cNvPicPr>
          <p:nvPr userDrawn="1"/>
        </p:nvPicPr>
        <p:blipFill rotWithShape="1">
          <a:blip r:embed="rId9"/>
          <a:srcRect l="3901" t="45142" r="62601" b="9046"/>
          <a:stretch/>
        </p:blipFill>
        <p:spPr>
          <a:xfrm>
            <a:off x="5245589" y="3691782"/>
            <a:ext cx="341293" cy="321707"/>
          </a:xfrm>
          <a:prstGeom prst="rect">
            <a:avLst/>
          </a:prstGeom>
        </p:spPr>
      </p:pic>
      <p:sp>
        <p:nvSpPr>
          <p:cNvPr id="28" name="Text Box 3">
            <a:extLst>
              <a:ext uri="{FF2B5EF4-FFF2-40B4-BE49-F238E27FC236}">
                <a16:creationId xmlns:a16="http://schemas.microsoft.com/office/drawing/2014/main" id="{DDCB523A-48A3-4250-B4C1-AF02601BB1BD}"/>
              </a:ext>
            </a:extLst>
          </p:cNvPr>
          <p:cNvSpPr txBox="1">
            <a:spLocks noChangeArrowheads="1"/>
          </p:cNvSpPr>
          <p:nvPr userDrawn="1"/>
        </p:nvSpPr>
        <p:spPr bwMode="auto">
          <a:xfrm>
            <a:off x="9082088" y="1142616"/>
            <a:ext cx="2239735" cy="2431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100000"/>
              </a:lnSpc>
              <a:spcAft>
                <a:spcPts val="600"/>
              </a:spcAft>
              <a:defRPr/>
            </a:pPr>
            <a:r>
              <a:rPr lang="en-GB" altLang="da-DK" sz="1200" b="0" noProof="1">
                <a:solidFill>
                  <a:srgbClr val="000000"/>
                </a:solidFill>
                <a:latin typeface="+mn-lt"/>
                <a:cs typeface="Arial" panose="020B0604020202020204" pitchFamily="34" charset="0"/>
              </a:rPr>
              <a:t>COPY/PASTE CONTENT</a:t>
            </a:r>
          </a:p>
          <a:p>
            <a:pPr eaLnBrk="1" hangingPunct="1">
              <a:lnSpc>
                <a:spcPct val="100000"/>
              </a:lnSpc>
              <a:spcAft>
                <a:spcPts val="600"/>
              </a:spcAft>
              <a:defRPr/>
            </a:pPr>
            <a:r>
              <a:rPr lang="en-GB" altLang="da-DK" sz="900" b="0" noProof="1">
                <a:solidFill>
                  <a:srgbClr val="000000"/>
                </a:solidFill>
                <a:latin typeface="+mn-lt"/>
                <a:cs typeface="Arial" panose="020B0604020202020204" pitchFamily="34" charset="0"/>
              </a:rPr>
              <a:t>When copying old content to your new presentation, 2 options are available:</a:t>
            </a:r>
          </a:p>
          <a:p>
            <a:pPr eaLnBrk="1" hangingPunct="1">
              <a:lnSpc>
                <a:spcPct val="100000"/>
              </a:lnSpc>
              <a:spcAft>
                <a:spcPts val="600"/>
              </a:spcAft>
              <a:defRPr/>
            </a:pPr>
            <a:r>
              <a:rPr lang="en-GB" altLang="da-DK" sz="900" b="1" noProof="1">
                <a:solidFill>
                  <a:srgbClr val="000000"/>
                </a:solidFill>
                <a:latin typeface="+mn-lt"/>
                <a:cs typeface="Arial" panose="020B0604020202020204" pitchFamily="34" charset="0"/>
              </a:rPr>
              <a:t>1. Best practice: </a:t>
            </a:r>
            <a:r>
              <a:rPr lang="en-GB" altLang="da-DK" sz="900" b="0" noProof="1">
                <a:solidFill>
                  <a:srgbClr val="000000"/>
                </a:solidFill>
                <a:latin typeface="+mn-lt"/>
                <a:cs typeface="Arial" panose="020B0604020202020204" pitchFamily="34" charset="0"/>
              </a:rPr>
              <a:t>Create a slide in your new presentation and copy </a:t>
            </a:r>
            <a:r>
              <a:rPr lang="en-GB" altLang="da-DK" sz="900" b="0" i="0" u="sng" noProof="1">
                <a:solidFill>
                  <a:srgbClr val="000000"/>
                </a:solidFill>
                <a:latin typeface="+mn-lt"/>
                <a:cs typeface="Arial" panose="020B0604020202020204" pitchFamily="34" charset="0"/>
              </a:rPr>
              <a:t>one</a:t>
            </a:r>
            <a:r>
              <a:rPr lang="en-GB" altLang="da-DK" sz="900" b="0" i="0" u="none" noProof="1">
                <a:solidFill>
                  <a:srgbClr val="000000"/>
                </a:solidFill>
                <a:latin typeface="+mn-lt"/>
                <a:cs typeface="Arial" panose="020B0604020202020204" pitchFamily="34" charset="0"/>
              </a:rPr>
              <a:t> piece of content at a time (e.g. copy all text from </a:t>
            </a:r>
            <a:r>
              <a:rPr lang="en-GB" altLang="da-DK" sz="900" b="0" i="0" u="sng" noProof="1">
                <a:solidFill>
                  <a:srgbClr val="000000"/>
                </a:solidFill>
                <a:latin typeface="+mn-lt"/>
                <a:cs typeface="Arial" panose="020B0604020202020204" pitchFamily="34" charset="0"/>
              </a:rPr>
              <a:t>one</a:t>
            </a:r>
            <a:r>
              <a:rPr lang="en-GB" altLang="da-DK" sz="900" b="0" i="0" u="none" noProof="1">
                <a:solidFill>
                  <a:srgbClr val="000000"/>
                </a:solidFill>
                <a:latin typeface="+mn-lt"/>
                <a:cs typeface="Arial" panose="020B0604020202020204" pitchFamily="34" charset="0"/>
              </a:rPr>
              <a:t> textbox)</a:t>
            </a:r>
            <a:endParaRPr lang="en-GB" altLang="da-DK" sz="900" b="1" i="0" u="sng" noProof="1">
              <a:solidFill>
                <a:srgbClr val="000000"/>
              </a:solidFill>
              <a:latin typeface="+mn-lt"/>
              <a:cs typeface="Arial" panose="020B0604020202020204" pitchFamily="34" charset="0"/>
            </a:endParaRPr>
          </a:p>
          <a:p>
            <a:pPr eaLnBrk="1" hangingPunct="1">
              <a:lnSpc>
                <a:spcPct val="100000"/>
              </a:lnSpc>
              <a:spcAft>
                <a:spcPts val="600"/>
              </a:spcAft>
              <a:defRPr/>
            </a:pPr>
            <a:r>
              <a:rPr lang="en-GB" altLang="da-DK" sz="900" b="1" noProof="1">
                <a:solidFill>
                  <a:srgbClr val="000000"/>
                </a:solidFill>
                <a:latin typeface="+mn-lt"/>
                <a:cs typeface="Arial" panose="020B0604020202020204" pitchFamily="34" charset="0"/>
              </a:rPr>
              <a:t>2. </a:t>
            </a:r>
            <a:r>
              <a:rPr lang="en-GB" altLang="da-DK" sz="900" b="0" noProof="1">
                <a:solidFill>
                  <a:srgbClr val="000000"/>
                </a:solidFill>
                <a:latin typeface="+mn-lt"/>
                <a:cs typeface="Arial" panose="020B0604020202020204" pitchFamily="34" charset="0"/>
              </a:rPr>
              <a:t>Or copy an entire slide into your new presentation and then choose a fitting layout. When presentation is done, open an empty presentation (press Ctrl+N). Copy all slides from presentation, paste them into empty one. This will ensure that there are no extra layouts</a:t>
            </a:r>
          </a:p>
          <a:p>
            <a:pPr eaLnBrk="1" hangingPunct="1">
              <a:lnSpc>
                <a:spcPct val="100000"/>
              </a:lnSpc>
              <a:spcAft>
                <a:spcPts val="600"/>
              </a:spcAft>
              <a:defRPr/>
            </a:pPr>
            <a:endParaRPr lang="en-GB" altLang="da-DK" sz="900" b="0" noProof="1">
              <a:solidFill>
                <a:srgbClr val="000000"/>
              </a:solidFill>
              <a:latin typeface="+mn-lt"/>
              <a:cs typeface="Arial" panose="020B0604020202020204" pitchFamily="34" charset="0"/>
            </a:endParaRPr>
          </a:p>
        </p:txBody>
      </p:sp>
      <p:grpSp>
        <p:nvGrpSpPr>
          <p:cNvPr id="13" name="Group 12">
            <a:extLst>
              <a:ext uri="{FF2B5EF4-FFF2-40B4-BE49-F238E27FC236}">
                <a16:creationId xmlns:a16="http://schemas.microsoft.com/office/drawing/2014/main" id="{E066EECC-2461-0C49-FFE7-C164DD64926E}"/>
              </a:ext>
            </a:extLst>
          </p:cNvPr>
          <p:cNvGrpSpPr/>
          <p:nvPr userDrawn="1"/>
        </p:nvGrpSpPr>
        <p:grpSpPr>
          <a:xfrm>
            <a:off x="6251270" y="4056806"/>
            <a:ext cx="1322734" cy="2015520"/>
            <a:chOff x="6199540" y="4122121"/>
            <a:chExt cx="1322734" cy="2015520"/>
          </a:xfrm>
        </p:grpSpPr>
        <p:pic>
          <p:nvPicPr>
            <p:cNvPr id="12" name="Picture 11">
              <a:extLst>
                <a:ext uri="{FF2B5EF4-FFF2-40B4-BE49-F238E27FC236}">
                  <a16:creationId xmlns:a16="http://schemas.microsoft.com/office/drawing/2014/main" id="{BDFE5DB9-990F-7667-F2A7-10A554709507}"/>
                </a:ext>
              </a:extLst>
            </p:cNvPr>
            <p:cNvPicPr>
              <a:picLocks noChangeAspect="1"/>
            </p:cNvPicPr>
            <p:nvPr userDrawn="1"/>
          </p:nvPicPr>
          <p:blipFill>
            <a:blip r:embed="rId10"/>
            <a:stretch>
              <a:fillRect/>
            </a:stretch>
          </p:blipFill>
          <p:spPr>
            <a:xfrm>
              <a:off x="6221970" y="4122121"/>
              <a:ext cx="1265349" cy="2015520"/>
            </a:xfrm>
            <a:prstGeom prst="rect">
              <a:avLst/>
            </a:prstGeom>
          </p:spPr>
        </p:pic>
        <p:sp>
          <p:nvSpPr>
            <p:cNvPr id="32" name="Rectangle 31">
              <a:extLst>
                <a:ext uri="{FF2B5EF4-FFF2-40B4-BE49-F238E27FC236}">
                  <a16:creationId xmlns:a16="http://schemas.microsoft.com/office/drawing/2014/main" id="{B67F39F8-AFAA-4F1A-823C-3AD53FA01A6C}"/>
                </a:ext>
              </a:extLst>
            </p:cNvPr>
            <p:cNvSpPr/>
            <p:nvPr userDrawn="1"/>
          </p:nvSpPr>
          <p:spPr>
            <a:xfrm>
              <a:off x="6199540" y="4135123"/>
              <a:ext cx="1322734" cy="322462"/>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796" err="1"/>
            </a:p>
          </p:txBody>
        </p:sp>
        <p:grpSp>
          <p:nvGrpSpPr>
            <p:cNvPr id="16" name="Group 15">
              <a:extLst>
                <a:ext uri="{FF2B5EF4-FFF2-40B4-BE49-F238E27FC236}">
                  <a16:creationId xmlns:a16="http://schemas.microsoft.com/office/drawing/2014/main" id="{71F8064C-EA32-2695-A62E-0FD19E6488D2}"/>
                </a:ext>
              </a:extLst>
            </p:cNvPr>
            <p:cNvGrpSpPr/>
            <p:nvPr userDrawn="1"/>
          </p:nvGrpSpPr>
          <p:grpSpPr>
            <a:xfrm>
              <a:off x="6264683" y="4489006"/>
              <a:ext cx="1227581" cy="430507"/>
              <a:chOff x="9633073" y="4865213"/>
              <a:chExt cx="1340678" cy="543868"/>
            </a:xfrm>
          </p:grpSpPr>
          <p:cxnSp>
            <p:nvCxnSpPr>
              <p:cNvPr id="33" name="Straight Connector 32">
                <a:extLst>
                  <a:ext uri="{FF2B5EF4-FFF2-40B4-BE49-F238E27FC236}">
                    <a16:creationId xmlns:a16="http://schemas.microsoft.com/office/drawing/2014/main" id="{275A4E6E-E1F4-43FD-B8CF-26E4922501BE}"/>
                  </a:ext>
                </a:extLst>
              </p:cNvPr>
              <p:cNvCxnSpPr>
                <a:cxnSpLocks/>
              </p:cNvCxnSpPr>
              <p:nvPr userDrawn="1"/>
            </p:nvCxnSpPr>
            <p:spPr>
              <a:xfrm>
                <a:off x="9633073" y="4865213"/>
                <a:ext cx="1340678" cy="54386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1D1501F-27A0-4700-9931-9C3FAB584CBF}"/>
                  </a:ext>
                </a:extLst>
              </p:cNvPr>
              <p:cNvCxnSpPr>
                <a:cxnSpLocks/>
              </p:cNvCxnSpPr>
              <p:nvPr userDrawn="1"/>
            </p:nvCxnSpPr>
            <p:spPr>
              <a:xfrm flipV="1">
                <a:off x="9638376" y="4871464"/>
                <a:ext cx="1325413" cy="53761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A5D02872-5612-DE62-3C76-69A4C63D6028}"/>
                </a:ext>
              </a:extLst>
            </p:cNvPr>
            <p:cNvGrpSpPr/>
            <p:nvPr userDrawn="1"/>
          </p:nvGrpSpPr>
          <p:grpSpPr>
            <a:xfrm>
              <a:off x="6272862" y="5981737"/>
              <a:ext cx="1210972" cy="131714"/>
              <a:chOff x="9641250" y="5721348"/>
              <a:chExt cx="1322539" cy="131714"/>
            </a:xfrm>
          </p:grpSpPr>
          <p:cxnSp>
            <p:nvCxnSpPr>
              <p:cNvPr id="35" name="Straight Connector 34">
                <a:extLst>
                  <a:ext uri="{FF2B5EF4-FFF2-40B4-BE49-F238E27FC236}">
                    <a16:creationId xmlns:a16="http://schemas.microsoft.com/office/drawing/2014/main" id="{3B373B96-DCE8-4A3E-B352-6213002B76DB}"/>
                  </a:ext>
                </a:extLst>
              </p:cNvPr>
              <p:cNvCxnSpPr>
                <a:cxnSpLocks/>
              </p:cNvCxnSpPr>
              <p:nvPr userDrawn="1"/>
            </p:nvCxnSpPr>
            <p:spPr>
              <a:xfrm>
                <a:off x="9644154" y="5721348"/>
                <a:ext cx="1319634" cy="131713"/>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1E09DDC-6C4A-434B-BFC0-03680F334496}"/>
                  </a:ext>
                </a:extLst>
              </p:cNvPr>
              <p:cNvCxnSpPr>
                <a:cxnSpLocks/>
              </p:cNvCxnSpPr>
              <p:nvPr userDrawn="1"/>
            </p:nvCxnSpPr>
            <p:spPr>
              <a:xfrm flipV="1">
                <a:off x="9641250" y="5721349"/>
                <a:ext cx="1322539" cy="131713"/>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8" name="Rectangle 17">
              <a:extLst>
                <a:ext uri="{FF2B5EF4-FFF2-40B4-BE49-F238E27FC236}">
                  <a16:creationId xmlns:a16="http://schemas.microsoft.com/office/drawing/2014/main" id="{7D6A5B63-704C-D12A-FEDD-DDC178A0A966}"/>
                </a:ext>
              </a:extLst>
            </p:cNvPr>
            <p:cNvSpPr/>
            <p:nvPr userDrawn="1"/>
          </p:nvSpPr>
          <p:spPr>
            <a:xfrm>
              <a:off x="6199540" y="5068106"/>
              <a:ext cx="1322734" cy="784053"/>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796" err="1"/>
            </a:p>
          </p:txBody>
        </p:sp>
      </p:grpSp>
      <p:pic>
        <p:nvPicPr>
          <p:cNvPr id="37" name="Picture 36">
            <a:extLst>
              <a:ext uri="{FF2B5EF4-FFF2-40B4-BE49-F238E27FC236}">
                <a16:creationId xmlns:a16="http://schemas.microsoft.com/office/drawing/2014/main" id="{B7425079-9463-D918-BC58-9BB2E4C1F1F7}"/>
              </a:ext>
            </a:extLst>
          </p:cNvPr>
          <p:cNvPicPr>
            <a:picLocks noChangeAspect="1"/>
          </p:cNvPicPr>
          <p:nvPr userDrawn="1"/>
        </p:nvPicPr>
        <p:blipFill>
          <a:blip r:embed="rId11"/>
          <a:stretch>
            <a:fillRect/>
          </a:stretch>
        </p:blipFill>
        <p:spPr>
          <a:xfrm>
            <a:off x="5207406" y="2480919"/>
            <a:ext cx="417662" cy="410818"/>
          </a:xfrm>
          <a:prstGeom prst="rect">
            <a:avLst/>
          </a:prstGeom>
        </p:spPr>
      </p:pic>
      <p:pic>
        <p:nvPicPr>
          <p:cNvPr id="27" name="Picture 26">
            <a:extLst>
              <a:ext uri="{FF2B5EF4-FFF2-40B4-BE49-F238E27FC236}">
                <a16:creationId xmlns:a16="http://schemas.microsoft.com/office/drawing/2014/main" id="{875D611D-0D6D-59ED-1752-C7417ADF4A76}"/>
              </a:ext>
            </a:extLst>
          </p:cNvPr>
          <p:cNvPicPr>
            <a:picLocks noChangeAspect="1"/>
          </p:cNvPicPr>
          <p:nvPr userDrawn="1"/>
        </p:nvPicPr>
        <p:blipFill>
          <a:blip r:embed="rId12"/>
          <a:stretch>
            <a:fillRect/>
          </a:stretch>
        </p:blipFill>
        <p:spPr>
          <a:xfrm>
            <a:off x="5229878" y="1718612"/>
            <a:ext cx="372718" cy="501344"/>
          </a:xfrm>
          <a:prstGeom prst="rect">
            <a:avLst/>
          </a:prstGeom>
        </p:spPr>
      </p:pic>
      <p:sp>
        <p:nvSpPr>
          <p:cNvPr id="15" name="TextBox 14">
            <a:extLst>
              <a:ext uri="{FF2B5EF4-FFF2-40B4-BE49-F238E27FC236}">
                <a16:creationId xmlns:a16="http://schemas.microsoft.com/office/drawing/2014/main" id="{7801A068-E3DD-7FA1-3B63-14C6C3EFB0AB}"/>
              </a:ext>
            </a:extLst>
          </p:cNvPr>
          <p:cNvSpPr txBox="1"/>
          <p:nvPr userDrawn="1"/>
        </p:nvSpPr>
        <p:spPr>
          <a:xfrm>
            <a:off x="504001" y="309985"/>
            <a:ext cx="5560809" cy="193899"/>
          </a:xfrm>
          <a:prstGeom prst="rect">
            <a:avLst/>
          </a:prstGeom>
          <a:noFill/>
        </p:spPr>
        <p:txBody>
          <a:bodyPr wrap="square" lIns="0" tIns="0" rIns="0" bIns="0" rtlCol="0">
            <a:spAutoFit/>
          </a:bodyPr>
          <a:lstStyle/>
          <a:p>
            <a:pPr>
              <a:lnSpc>
                <a:spcPct val="90000"/>
              </a:lnSpc>
            </a:pPr>
            <a:r>
              <a:rPr lang="en-GB" sz="1400">
                <a:latin typeface="72 Brand" panose="020B0504030603020204" pitchFamily="34" charset="0"/>
              </a:rPr>
              <a:t>Delete this slide after reading</a:t>
            </a:r>
          </a:p>
        </p:txBody>
      </p:sp>
      <p:cxnSp>
        <p:nvCxnSpPr>
          <p:cNvPr id="30" name="Straight Connector 29">
            <a:extLst>
              <a:ext uri="{FF2B5EF4-FFF2-40B4-BE49-F238E27FC236}">
                <a16:creationId xmlns:a16="http://schemas.microsoft.com/office/drawing/2014/main" id="{B0FFC81C-DE75-1214-530C-10EC7C6CE1D9}"/>
              </a:ext>
            </a:extLst>
          </p:cNvPr>
          <p:cNvCxnSpPr/>
          <p:nvPr userDrawn="1"/>
        </p:nvCxnSpPr>
        <p:spPr>
          <a:xfrm>
            <a:off x="2863780" y="1142616"/>
            <a:ext cx="0" cy="5210559"/>
          </a:xfrm>
          <a:prstGeom prst="line">
            <a:avLst/>
          </a:prstGeom>
          <a:ln w="12700">
            <a:solidFill>
              <a:srgbClr val="D1EF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8E604B8-AFBB-5795-1B7C-568E9E9D9EF4}"/>
              </a:ext>
            </a:extLst>
          </p:cNvPr>
          <p:cNvCxnSpPr/>
          <p:nvPr userDrawn="1"/>
        </p:nvCxnSpPr>
        <p:spPr>
          <a:xfrm>
            <a:off x="5970588" y="1142616"/>
            <a:ext cx="0" cy="5210559"/>
          </a:xfrm>
          <a:prstGeom prst="line">
            <a:avLst/>
          </a:prstGeom>
          <a:ln w="12700">
            <a:solidFill>
              <a:srgbClr val="D1EF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2DB3B3D-C6F0-D7B9-3B2E-EFBC939A7A54}"/>
              </a:ext>
            </a:extLst>
          </p:cNvPr>
          <p:cNvCxnSpPr/>
          <p:nvPr userDrawn="1"/>
        </p:nvCxnSpPr>
        <p:spPr>
          <a:xfrm>
            <a:off x="8829781" y="1142616"/>
            <a:ext cx="0" cy="5210559"/>
          </a:xfrm>
          <a:prstGeom prst="line">
            <a:avLst/>
          </a:prstGeom>
          <a:ln w="12700">
            <a:solidFill>
              <a:srgbClr val="D1EF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C95C9E5E-6280-581F-FC2E-BF17F0A6F2DE}"/>
              </a:ext>
            </a:extLst>
          </p:cNvPr>
          <p:cNvSpPr txBox="1"/>
          <p:nvPr userDrawn="1"/>
        </p:nvSpPr>
        <p:spPr>
          <a:xfrm>
            <a:off x="505575" y="537299"/>
            <a:ext cx="10728000" cy="332399"/>
          </a:xfrm>
          <a:prstGeom prst="rect">
            <a:avLst/>
          </a:prstGeom>
          <a:noFill/>
        </p:spPr>
        <p:txBody>
          <a:bodyPr wrap="square" lIns="0" tIns="0" rIns="0" bIns="0" rtlCol="0" anchor="ctr">
            <a:spAutoFit/>
          </a:bodyPr>
          <a:lstStyle/>
          <a:p>
            <a:pPr>
              <a:lnSpc>
                <a:spcPct val="90000"/>
              </a:lnSpc>
            </a:pPr>
            <a:r>
              <a:rPr lang="en-GB" sz="2400">
                <a:latin typeface="72 Brand Medium" panose="020B0604030603020204" pitchFamily="34" charset="0"/>
              </a:rPr>
              <a:t>Tips &amp; tricks – your user guide</a:t>
            </a:r>
          </a:p>
        </p:txBody>
      </p:sp>
      <p:sp>
        <p:nvSpPr>
          <p:cNvPr id="49" name="Slide number">
            <a:extLst>
              <a:ext uri="{FF2B5EF4-FFF2-40B4-BE49-F238E27FC236}">
                <a16:creationId xmlns:a16="http://schemas.microsoft.com/office/drawing/2014/main" id="{08E6B7AB-6B75-1AD1-90E9-9F668FFE5B71}"/>
              </a:ext>
            </a:extLst>
          </p:cNvP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pic>
        <p:nvPicPr>
          <p:cNvPr id="50" name="Picture 49">
            <a:extLst>
              <a:ext uri="{FF2B5EF4-FFF2-40B4-BE49-F238E27FC236}">
                <a16:creationId xmlns:a16="http://schemas.microsoft.com/office/drawing/2014/main" id="{E41DC4AD-29D6-BA7E-0AC2-2D78A458DFDB}"/>
              </a:ext>
            </a:extLst>
          </p:cNvPr>
          <p:cNvPicPr>
            <a:picLocks noChangeAspect="1"/>
          </p:cNvPicPr>
          <p:nvPr userDrawn="1"/>
        </p:nvPicPr>
        <p:blipFill>
          <a:blip r:embed="rId13"/>
          <a:stretch>
            <a:fillRect/>
          </a:stretch>
        </p:blipFill>
        <p:spPr>
          <a:xfrm>
            <a:off x="9082088" y="6085528"/>
            <a:ext cx="2606884" cy="267647"/>
          </a:xfrm>
          <a:prstGeom prst="rect">
            <a:avLst/>
          </a:prstGeom>
        </p:spPr>
      </p:pic>
    </p:spTree>
    <p:extLst>
      <p:ext uri="{BB962C8B-B14F-4D97-AF65-F5344CB8AC3E}">
        <p14:creationId xmlns:p14="http://schemas.microsoft.com/office/powerpoint/2010/main" val="400210884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User guide SAP BRAND SITE">
    <p:spTree>
      <p:nvGrpSpPr>
        <p:cNvPr id="1" name=""/>
        <p:cNvGrpSpPr/>
        <p:nvPr/>
      </p:nvGrpSpPr>
      <p:grpSpPr>
        <a:xfrm>
          <a:off x="0" y="0"/>
          <a:ext cx="0" cy="0"/>
          <a:chOff x="0" y="0"/>
          <a:chExt cx="0" cy="0"/>
        </a:xfrm>
      </p:grpSpPr>
      <p:sp>
        <p:nvSpPr>
          <p:cNvPr id="20" name="Date Placeholder 6" hidden="1">
            <a:extLst>
              <a:ext uri="{FF2B5EF4-FFF2-40B4-BE49-F238E27FC236}">
                <a16:creationId xmlns:a16="http://schemas.microsoft.com/office/drawing/2014/main" id="{56AA1691-6753-45B8-AB77-1105989467F7}"/>
              </a:ext>
            </a:extLst>
          </p:cNvPr>
          <p:cNvSpPr>
            <a:spLocks noGrp="1"/>
          </p:cNvSpPr>
          <p:nvPr>
            <p:ph type="dt" sz="half" idx="15"/>
          </p:nvPr>
        </p:nvSpPr>
        <p:spPr>
          <a:xfrm>
            <a:off x="540000" y="6433200"/>
            <a:ext cx="2743200" cy="180000"/>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27BBD34-DD59-49E1-9776-D67684F06344}" type="datetime4">
              <a:rPr lang="en-GB" smtClean="0"/>
              <a:pPr/>
              <a:t>23 October 2026</a:t>
            </a:fld>
            <a:endParaRPr lang="en-GB"/>
          </a:p>
        </p:txBody>
      </p:sp>
      <p:sp>
        <p:nvSpPr>
          <p:cNvPr id="21" name="Footer Placeholder 8" hidden="1">
            <a:extLst>
              <a:ext uri="{FF2B5EF4-FFF2-40B4-BE49-F238E27FC236}">
                <a16:creationId xmlns:a16="http://schemas.microsoft.com/office/drawing/2014/main" id="{2F8C9320-E8BF-471F-8DD3-1BC479021917}"/>
              </a:ext>
            </a:extLst>
          </p:cNvPr>
          <p:cNvSpPr>
            <a:spLocks noGrp="1"/>
          </p:cNvSpPr>
          <p:nvPr>
            <p:ph type="ftr" sz="quarter" idx="16"/>
          </p:nvPr>
        </p:nvSpPr>
        <p:spPr>
          <a:xfrm>
            <a:off x="4038600" y="6433200"/>
            <a:ext cx="4114800" cy="180000"/>
          </a:xfrm>
          <a:prstGeom prst="rect">
            <a:avLst/>
          </a:prstGeom>
        </p:spPr>
        <p:txBody>
          <a:bodyPr vert="horz" lIns="0" tIns="0" rIns="0" bIns="0" rtlCol="0" anchor="b" anchorCtr="0"/>
          <a:lstStyle>
            <a:defPPr>
              <a:defRPr lang="en-US"/>
            </a:defPPr>
            <a:lvl1pPr marL="0" algn="ct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22" name="Slide Number Placeholder 10" hidden="1">
            <a:extLst>
              <a:ext uri="{FF2B5EF4-FFF2-40B4-BE49-F238E27FC236}">
                <a16:creationId xmlns:a16="http://schemas.microsoft.com/office/drawing/2014/main" id="{B01A309B-80AB-481C-AE3F-3C56C2C92EE2}"/>
              </a:ext>
            </a:extLst>
          </p:cNvPr>
          <p:cNvSpPr>
            <a:spLocks noGrp="1"/>
          </p:cNvSpPr>
          <p:nvPr>
            <p:ph type="sldNum" sz="quarter" idx="17"/>
          </p:nvPr>
        </p:nvSpPr>
        <p:spPr>
          <a:xfrm>
            <a:off x="11313553" y="6433200"/>
            <a:ext cx="335521" cy="180000"/>
          </a:xfrm>
          <a:prstGeom prst="rect">
            <a:avLst/>
          </a:prstGeom>
        </p:spPr>
        <p:txBody>
          <a:bodyPr vert="horz" lIns="0" tIns="0" rIns="0" bIns="0" rtlCol="0" anchor="b" anchorCtr="0"/>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AA811B-2EBD-4900-905E-5BE206449611}" type="slidenum">
              <a:rPr lang="en-GB" smtClean="0"/>
              <a:pPr/>
              <a:t>‹#›</a:t>
            </a:fld>
            <a:endParaRPr lang="en-GB"/>
          </a:p>
        </p:txBody>
      </p:sp>
      <p:sp>
        <p:nvSpPr>
          <p:cNvPr id="15" name="TextBox 14">
            <a:extLst>
              <a:ext uri="{FF2B5EF4-FFF2-40B4-BE49-F238E27FC236}">
                <a16:creationId xmlns:a16="http://schemas.microsoft.com/office/drawing/2014/main" id="{7801A068-E3DD-7FA1-3B63-14C6C3EFB0AB}"/>
              </a:ext>
            </a:extLst>
          </p:cNvPr>
          <p:cNvSpPr txBox="1"/>
          <p:nvPr userDrawn="1"/>
        </p:nvSpPr>
        <p:spPr>
          <a:xfrm>
            <a:off x="504001" y="309985"/>
            <a:ext cx="5560809" cy="193899"/>
          </a:xfrm>
          <a:prstGeom prst="rect">
            <a:avLst/>
          </a:prstGeom>
          <a:noFill/>
        </p:spPr>
        <p:txBody>
          <a:bodyPr wrap="square" lIns="0" tIns="0" rIns="0" bIns="0" rtlCol="0">
            <a:spAutoFit/>
          </a:bodyPr>
          <a:lstStyle/>
          <a:p>
            <a:pPr>
              <a:lnSpc>
                <a:spcPct val="90000"/>
              </a:lnSpc>
            </a:pPr>
            <a:r>
              <a:rPr lang="en-GB" sz="1400">
                <a:latin typeface="72 Brand" panose="020B0504030603020204" pitchFamily="34" charset="0"/>
              </a:rPr>
              <a:t>Delete this slide after reading</a:t>
            </a:r>
          </a:p>
        </p:txBody>
      </p:sp>
      <p:sp>
        <p:nvSpPr>
          <p:cNvPr id="48" name="TextBox 47">
            <a:extLst>
              <a:ext uri="{FF2B5EF4-FFF2-40B4-BE49-F238E27FC236}">
                <a16:creationId xmlns:a16="http://schemas.microsoft.com/office/drawing/2014/main" id="{C95C9E5E-6280-581F-FC2E-BF17F0A6F2DE}"/>
              </a:ext>
            </a:extLst>
          </p:cNvPr>
          <p:cNvSpPr txBox="1"/>
          <p:nvPr userDrawn="1"/>
        </p:nvSpPr>
        <p:spPr>
          <a:xfrm>
            <a:off x="505575" y="537299"/>
            <a:ext cx="10728000" cy="332399"/>
          </a:xfrm>
          <a:prstGeom prst="rect">
            <a:avLst/>
          </a:prstGeom>
          <a:noFill/>
        </p:spPr>
        <p:txBody>
          <a:bodyPr wrap="square" lIns="0" tIns="0" rIns="0" bIns="0" rtlCol="0" anchor="ctr">
            <a:spAutoFit/>
          </a:bodyPr>
          <a:lstStyle/>
          <a:p>
            <a:pPr>
              <a:lnSpc>
                <a:spcPct val="90000"/>
              </a:lnSpc>
            </a:pPr>
            <a:r>
              <a:rPr lang="en-GB" sz="2400">
                <a:latin typeface="72 Brand Medium" panose="020B0604030603020204" pitchFamily="34" charset="0"/>
              </a:rPr>
              <a:t>Tips &amp; tricks – your user guide – SAP brand site</a:t>
            </a:r>
          </a:p>
        </p:txBody>
      </p:sp>
      <p:sp>
        <p:nvSpPr>
          <p:cNvPr id="49" name="Slide number">
            <a:extLst>
              <a:ext uri="{FF2B5EF4-FFF2-40B4-BE49-F238E27FC236}">
                <a16:creationId xmlns:a16="http://schemas.microsoft.com/office/drawing/2014/main" id="{08E6B7AB-6B75-1AD1-90E9-9F668FFE5B71}"/>
              </a:ext>
            </a:extLst>
          </p:cNvP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
        <p:nvSpPr>
          <p:cNvPr id="2" name="TextBox 1">
            <a:extLst>
              <a:ext uri="{FF2B5EF4-FFF2-40B4-BE49-F238E27FC236}">
                <a16:creationId xmlns:a16="http://schemas.microsoft.com/office/drawing/2014/main" id="{36943137-62A8-B3EC-D111-2BA192EF3065}"/>
              </a:ext>
            </a:extLst>
          </p:cNvPr>
          <p:cNvSpPr txBox="1"/>
          <p:nvPr userDrawn="1"/>
        </p:nvSpPr>
        <p:spPr>
          <a:xfrm>
            <a:off x="3375642" y="2402037"/>
            <a:ext cx="2607498" cy="1477328"/>
          </a:xfrm>
          <a:prstGeom prst="rect">
            <a:avLst/>
          </a:prstGeom>
          <a:noFill/>
        </p:spPr>
        <p:txBody>
          <a:bodyPr wrap="square" lIns="0" tIns="0" rIns="0" bIns="0" rtlCol="0">
            <a:spAutoFit/>
          </a:bodyPr>
          <a:lstStyle/>
          <a:p>
            <a:pPr marL="222250" indent="-222250" fontAlgn="base">
              <a:spcBef>
                <a:spcPct val="50000"/>
              </a:spcBef>
              <a:spcAft>
                <a:spcPct val="0"/>
              </a:spcAft>
              <a:buClr>
                <a:schemeClr val="tx1"/>
              </a:buClr>
              <a:buSzPct val="100000"/>
              <a:buFont typeface="Arial" panose="020B0604020202020204" pitchFamily="34" charset="0"/>
              <a:buChar char="•"/>
            </a:pPr>
            <a:r>
              <a:rPr lang="en-US" sz="1600">
                <a:latin typeface="72 Brand" panose="020B0504030603020204" pitchFamily="34" charset="0"/>
              </a:rPr>
              <a:t>Download and request licensed and approved photographs, videos, pictograms, icons, and sounds for use in SAP assets</a:t>
            </a:r>
          </a:p>
        </p:txBody>
      </p:sp>
      <p:sp>
        <p:nvSpPr>
          <p:cNvPr id="3" name="TextBox 2">
            <a:extLst>
              <a:ext uri="{FF2B5EF4-FFF2-40B4-BE49-F238E27FC236}">
                <a16:creationId xmlns:a16="http://schemas.microsoft.com/office/drawing/2014/main" id="{82C7D176-86E4-BAA4-EAFA-777197DB11FB}"/>
              </a:ext>
            </a:extLst>
          </p:cNvPr>
          <p:cNvSpPr txBox="1"/>
          <p:nvPr userDrawn="1"/>
        </p:nvSpPr>
        <p:spPr>
          <a:xfrm>
            <a:off x="4066177" y="1881656"/>
            <a:ext cx="1296830" cy="246221"/>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1600" kern="0">
                <a:latin typeface="72 Brand Medium" panose="020B0504030603020204" pitchFamily="34" charset="0"/>
                <a:ea typeface="Arial Unicode MS" pitchFamily="34" charset="-128"/>
                <a:cs typeface="Arial Unicode MS" pitchFamily="34" charset="-128"/>
              </a:rPr>
              <a:t>Media Library</a:t>
            </a:r>
          </a:p>
        </p:txBody>
      </p:sp>
      <p:sp>
        <p:nvSpPr>
          <p:cNvPr id="4" name="TextBox 3">
            <a:extLst>
              <a:ext uri="{FF2B5EF4-FFF2-40B4-BE49-F238E27FC236}">
                <a16:creationId xmlns:a16="http://schemas.microsoft.com/office/drawing/2014/main" id="{9FB243CE-B0B3-55AC-0615-A3583693E365}"/>
              </a:ext>
            </a:extLst>
          </p:cNvPr>
          <p:cNvSpPr txBox="1"/>
          <p:nvPr userDrawn="1"/>
        </p:nvSpPr>
        <p:spPr>
          <a:xfrm>
            <a:off x="1198576" y="1881656"/>
            <a:ext cx="570669" cy="246221"/>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1600" kern="0">
                <a:latin typeface="72 Brand Medium" panose="020B0504030603020204" pitchFamily="34" charset="0"/>
                <a:ea typeface="Arial Unicode MS" pitchFamily="34" charset="-128"/>
                <a:cs typeface="Arial Unicode MS" pitchFamily="34" charset="-128"/>
              </a:rPr>
              <a:t>Brand</a:t>
            </a:r>
          </a:p>
        </p:txBody>
      </p:sp>
      <p:sp>
        <p:nvSpPr>
          <p:cNvPr id="5" name="TextBox 4">
            <a:extLst>
              <a:ext uri="{FF2B5EF4-FFF2-40B4-BE49-F238E27FC236}">
                <a16:creationId xmlns:a16="http://schemas.microsoft.com/office/drawing/2014/main" id="{8366C5F3-F425-CE4C-8D95-04E9E9BDB6FD}"/>
              </a:ext>
            </a:extLst>
          </p:cNvPr>
          <p:cNvSpPr txBox="1"/>
          <p:nvPr userDrawn="1"/>
        </p:nvSpPr>
        <p:spPr>
          <a:xfrm>
            <a:off x="504001" y="2402037"/>
            <a:ext cx="2607498" cy="1231106"/>
          </a:xfrm>
          <a:prstGeom prst="rect">
            <a:avLst/>
          </a:prstGeom>
          <a:noFill/>
        </p:spPr>
        <p:txBody>
          <a:bodyPr wrap="square" lIns="0" tIns="0" rIns="0" bIns="0" rtlCol="0">
            <a:spAutoFit/>
          </a:bodyPr>
          <a:lstStyle/>
          <a:p>
            <a:pPr marL="222250" indent="-222250" fontAlgn="base">
              <a:spcBef>
                <a:spcPct val="50000"/>
              </a:spcBef>
              <a:spcAft>
                <a:spcPct val="0"/>
              </a:spcAft>
              <a:buClr>
                <a:schemeClr val="tx1"/>
              </a:buClr>
              <a:buSzPct val="100000"/>
              <a:buFont typeface="Arial" panose="020B0604020202020204" pitchFamily="34" charset="0"/>
              <a:buChar char="•"/>
            </a:pPr>
            <a:r>
              <a:rPr lang="en-US" sz="1600">
                <a:latin typeface="72 Brand" panose="020B0504030603020204" pitchFamily="34" charset="0"/>
              </a:rPr>
              <a:t>Find information on our brand strategy, logo, colors, tone of voice, graphics, font, and photography</a:t>
            </a:r>
          </a:p>
        </p:txBody>
      </p:sp>
      <p:sp>
        <p:nvSpPr>
          <p:cNvPr id="7" name="TextBox 6">
            <a:extLst>
              <a:ext uri="{FF2B5EF4-FFF2-40B4-BE49-F238E27FC236}">
                <a16:creationId xmlns:a16="http://schemas.microsoft.com/office/drawing/2014/main" id="{1FCF45A1-A43E-037C-50A7-9B62EBFB00BA}"/>
              </a:ext>
            </a:extLst>
          </p:cNvPr>
          <p:cNvSpPr txBox="1"/>
          <p:nvPr userDrawn="1"/>
        </p:nvSpPr>
        <p:spPr>
          <a:xfrm>
            <a:off x="6245122" y="2380971"/>
            <a:ext cx="2607498" cy="1969770"/>
          </a:xfrm>
          <a:prstGeom prst="rect">
            <a:avLst/>
          </a:prstGeom>
          <a:noFill/>
        </p:spPr>
        <p:txBody>
          <a:bodyPr wrap="square" lIns="0" tIns="0" rIns="0" bIns="0" rtlCol="0">
            <a:spAutoFit/>
          </a:bodyPr>
          <a:lstStyle/>
          <a:p>
            <a:pPr marL="222250" indent="-222250" fontAlgn="base">
              <a:spcBef>
                <a:spcPct val="50000"/>
              </a:spcBef>
              <a:spcAft>
                <a:spcPct val="0"/>
              </a:spcAft>
              <a:buClr>
                <a:schemeClr val="tx1"/>
              </a:buClr>
              <a:buSzPct val="100000"/>
              <a:buFont typeface="Arial" panose="020B0604020202020204" pitchFamily="34" charset="0"/>
              <a:buChar char="•"/>
            </a:pPr>
            <a:r>
              <a:rPr lang="en-US" sz="1600">
                <a:latin typeface="72 Brand" panose="020B0504030603020204" pitchFamily="34" charset="0"/>
              </a:rPr>
              <a:t>Learn how we name our offerings, review the naming process, and guidelines</a:t>
            </a:r>
          </a:p>
          <a:p>
            <a:pPr marL="222250" indent="-222250" fontAlgn="base">
              <a:spcBef>
                <a:spcPct val="50000"/>
              </a:spcBef>
              <a:spcAft>
                <a:spcPct val="0"/>
              </a:spcAft>
              <a:buClr>
                <a:schemeClr val="tx1"/>
              </a:buClr>
              <a:buSzPct val="100000"/>
              <a:buFont typeface="Arial" panose="020B0604020202020204" pitchFamily="34" charset="0"/>
              <a:buChar char="•"/>
            </a:pPr>
            <a:r>
              <a:rPr lang="en-US" sz="1600">
                <a:latin typeface="72 Brand" panose="020B0504030603020204" pitchFamily="34" charset="0"/>
              </a:rPr>
              <a:t>Request a name</a:t>
            </a:r>
          </a:p>
          <a:p>
            <a:pPr marL="222250" indent="-222250" fontAlgn="base">
              <a:spcBef>
                <a:spcPct val="50000"/>
              </a:spcBef>
              <a:spcAft>
                <a:spcPct val="0"/>
              </a:spcAft>
              <a:buClr>
                <a:schemeClr val="tx1"/>
              </a:buClr>
              <a:buSzPct val="100000"/>
              <a:buFont typeface="Arial" panose="020B0604020202020204" pitchFamily="34" charset="0"/>
              <a:buChar char="•"/>
            </a:pPr>
            <a:r>
              <a:rPr lang="en-US" sz="1600">
                <a:latin typeface="72 Brand" panose="020B0504030603020204" pitchFamily="34" charset="0"/>
              </a:rPr>
              <a:t>Search for approved names in real time</a:t>
            </a:r>
            <a:endParaRPr lang="en-US" sz="1600" kern="0">
              <a:latin typeface="72 Brand" panose="020B0504030603020204" pitchFamily="34" charset="0"/>
              <a:ea typeface="Arial Unicode MS" pitchFamily="34" charset="-128"/>
              <a:cs typeface="Arial Unicode MS" pitchFamily="34" charset="-128"/>
            </a:endParaRPr>
          </a:p>
        </p:txBody>
      </p:sp>
      <p:sp>
        <p:nvSpPr>
          <p:cNvPr id="10" name="TextBox 9">
            <a:extLst>
              <a:ext uri="{FF2B5EF4-FFF2-40B4-BE49-F238E27FC236}">
                <a16:creationId xmlns:a16="http://schemas.microsoft.com/office/drawing/2014/main" id="{FE0F1F97-371F-BB20-9044-8D5885634D9A}"/>
              </a:ext>
            </a:extLst>
          </p:cNvPr>
          <p:cNvSpPr txBox="1"/>
          <p:nvPr userDrawn="1"/>
        </p:nvSpPr>
        <p:spPr>
          <a:xfrm>
            <a:off x="6914073" y="1881656"/>
            <a:ext cx="1407437" cy="246221"/>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1600" kern="0">
                <a:latin typeface="72 Brand Medium" panose="020B0504030603020204" pitchFamily="34" charset="0"/>
                <a:ea typeface="Arial Unicode MS" pitchFamily="34" charset="-128"/>
                <a:cs typeface="Arial Unicode MS" pitchFamily="34" charset="-128"/>
              </a:rPr>
              <a:t>Naming Center</a:t>
            </a:r>
          </a:p>
        </p:txBody>
      </p:sp>
      <p:sp>
        <p:nvSpPr>
          <p:cNvPr id="11" name="TextBox 10">
            <a:extLst>
              <a:ext uri="{FF2B5EF4-FFF2-40B4-BE49-F238E27FC236}">
                <a16:creationId xmlns:a16="http://schemas.microsoft.com/office/drawing/2014/main" id="{FA279038-CDF3-3E09-8F1B-8E1CB8249534}"/>
              </a:ext>
            </a:extLst>
          </p:cNvPr>
          <p:cNvSpPr txBox="1"/>
          <p:nvPr userDrawn="1"/>
        </p:nvSpPr>
        <p:spPr>
          <a:xfrm>
            <a:off x="9770347" y="1881656"/>
            <a:ext cx="1572546" cy="246221"/>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1600" kern="0">
                <a:latin typeface="72 Brand Medium" panose="020B0504030603020204" pitchFamily="34" charset="0"/>
                <a:ea typeface="Arial Unicode MS" pitchFamily="34" charset="-128"/>
                <a:cs typeface="Arial Unicode MS" pitchFamily="34" charset="-128"/>
              </a:rPr>
              <a:t>Writing Assistant</a:t>
            </a:r>
          </a:p>
        </p:txBody>
      </p:sp>
      <p:sp>
        <p:nvSpPr>
          <p:cNvPr id="14" name="TextBox 13">
            <a:extLst>
              <a:ext uri="{FF2B5EF4-FFF2-40B4-BE49-F238E27FC236}">
                <a16:creationId xmlns:a16="http://schemas.microsoft.com/office/drawing/2014/main" id="{106834DC-FA81-04FD-71E7-2A06BCC314CA}"/>
              </a:ext>
            </a:extLst>
          </p:cNvPr>
          <p:cNvSpPr txBox="1"/>
          <p:nvPr userDrawn="1"/>
        </p:nvSpPr>
        <p:spPr>
          <a:xfrm>
            <a:off x="9082852" y="2402037"/>
            <a:ext cx="2607498" cy="1231106"/>
          </a:xfrm>
          <a:prstGeom prst="rect">
            <a:avLst/>
          </a:prstGeom>
          <a:noFill/>
        </p:spPr>
        <p:txBody>
          <a:bodyPr wrap="square" lIns="0" tIns="0" rIns="0" bIns="0" rtlCol="0">
            <a:spAutoFit/>
          </a:bodyPr>
          <a:lstStyle/>
          <a:p>
            <a:pPr marL="222250" indent="-222250" fontAlgn="base">
              <a:spcBef>
                <a:spcPct val="50000"/>
              </a:spcBef>
              <a:spcAft>
                <a:spcPct val="0"/>
              </a:spcAft>
              <a:buClr>
                <a:schemeClr val="tx1"/>
              </a:buClr>
              <a:buSzPct val="100000"/>
              <a:buFont typeface="Arial" panose="020B0604020202020204" pitchFamily="34" charset="0"/>
              <a:buChar char="•"/>
            </a:pPr>
            <a:r>
              <a:rPr lang="en-US" sz="1600">
                <a:latin typeface="72 Brand" panose="020B0504030603020204" pitchFamily="34" charset="0"/>
              </a:rPr>
              <a:t>Copy and paste text </a:t>
            </a:r>
            <a:br>
              <a:rPr lang="en-US" sz="1600">
                <a:latin typeface="72 Brand" panose="020B0504030603020204" pitchFamily="34" charset="0"/>
              </a:rPr>
            </a:br>
            <a:r>
              <a:rPr lang="en-US" sz="1600">
                <a:latin typeface="72 Brand" panose="020B0504030603020204" pitchFamily="34" charset="0"/>
              </a:rPr>
              <a:t>to get instant feedback on grammar, spelling, approved names, style, and tone</a:t>
            </a:r>
          </a:p>
        </p:txBody>
      </p:sp>
      <p:pic>
        <p:nvPicPr>
          <p:cNvPr id="19" name="Grafik 6">
            <a:extLst>
              <a:ext uri="{FF2B5EF4-FFF2-40B4-BE49-F238E27FC236}">
                <a16:creationId xmlns:a16="http://schemas.microsoft.com/office/drawing/2014/main" id="{52486A61-E0EB-5E0A-0E7F-A76057F037D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94874" y="1802913"/>
            <a:ext cx="406400" cy="406400"/>
          </a:xfrm>
          <a:prstGeom prst="rect">
            <a:avLst/>
          </a:prstGeom>
        </p:spPr>
      </p:pic>
      <p:pic>
        <p:nvPicPr>
          <p:cNvPr id="24" name="Grafik 12">
            <a:extLst>
              <a:ext uri="{FF2B5EF4-FFF2-40B4-BE49-F238E27FC236}">
                <a16:creationId xmlns:a16="http://schemas.microsoft.com/office/drawing/2014/main" id="{B44DB29B-4BB4-3CE3-8DF7-1725FDBE0BA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080327" y="1802913"/>
            <a:ext cx="406400" cy="406400"/>
          </a:xfrm>
          <a:prstGeom prst="rect">
            <a:avLst/>
          </a:prstGeom>
        </p:spPr>
      </p:pic>
      <p:pic>
        <p:nvPicPr>
          <p:cNvPr id="29" name="Grafik 16">
            <a:extLst>
              <a:ext uri="{FF2B5EF4-FFF2-40B4-BE49-F238E27FC236}">
                <a16:creationId xmlns:a16="http://schemas.microsoft.com/office/drawing/2014/main" id="{3212A1EA-544F-FF7B-C47D-411B0FE581BE}"/>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6223096" y="1802913"/>
            <a:ext cx="406400" cy="406400"/>
          </a:xfrm>
          <a:prstGeom prst="rect">
            <a:avLst/>
          </a:prstGeom>
        </p:spPr>
      </p:pic>
      <p:pic>
        <p:nvPicPr>
          <p:cNvPr id="39" name="Grafik 24">
            <a:extLst>
              <a:ext uri="{FF2B5EF4-FFF2-40B4-BE49-F238E27FC236}">
                <a16:creationId xmlns:a16="http://schemas.microsoft.com/office/drawing/2014/main" id="{03846BE7-EFF3-71C4-7BE3-FFB1423B275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3372970" y="1802913"/>
            <a:ext cx="406400" cy="406400"/>
          </a:xfrm>
          <a:prstGeom prst="rect">
            <a:avLst/>
          </a:prstGeom>
        </p:spPr>
      </p:pic>
      <p:sp>
        <p:nvSpPr>
          <p:cNvPr id="40" name="TextBox 39">
            <a:extLst>
              <a:ext uri="{FF2B5EF4-FFF2-40B4-BE49-F238E27FC236}">
                <a16:creationId xmlns:a16="http://schemas.microsoft.com/office/drawing/2014/main" id="{F3E3413D-190F-15AA-863F-0D61520E01E4}"/>
              </a:ext>
            </a:extLst>
          </p:cNvPr>
          <p:cNvSpPr txBox="1"/>
          <p:nvPr userDrawn="1"/>
        </p:nvSpPr>
        <p:spPr>
          <a:xfrm>
            <a:off x="504001" y="5422515"/>
            <a:ext cx="11202163" cy="338554"/>
          </a:xfrm>
          <a:prstGeom prst="rect">
            <a:avLst/>
          </a:prstGeom>
          <a:solidFill>
            <a:srgbClr val="0070F2"/>
          </a:solidFill>
          <a:ln w="28575">
            <a:noFill/>
          </a:ln>
        </p:spPr>
        <p:txBody>
          <a:bodyPr wrap="square">
            <a:spAutoFit/>
          </a:bodyPr>
          <a:lstStyle/>
          <a:p>
            <a:pPr algn="ctr"/>
            <a:r>
              <a:rPr kumimoji="0" lang="en-US" sz="1600" b="0" i="0" u="none" strike="noStrike" kern="1200" cap="none" spc="0" normalizeH="0" baseline="0" noProof="0">
                <a:ln>
                  <a:noFill/>
                </a:ln>
                <a:solidFill>
                  <a:schemeClr val="bg1"/>
                </a:solidFill>
                <a:effectLst/>
                <a:uLnTx/>
                <a:uFillTx/>
                <a:latin typeface="72 Brand Medium" panose="020B0504030603020204" pitchFamily="34" charset="0"/>
                <a:ea typeface="+mj-ea"/>
                <a:cs typeface="+mj-cs"/>
              </a:rPr>
              <a:t>The SAP Brand site has all of the resources you need to bring our brand to life! </a:t>
            </a:r>
            <a:endParaRPr lang="en-DE" sz="1600">
              <a:solidFill>
                <a:schemeClr val="bg1"/>
              </a:solidFill>
              <a:latin typeface="+mj-lt"/>
            </a:endParaRPr>
          </a:p>
        </p:txBody>
      </p:sp>
      <p:sp>
        <p:nvSpPr>
          <p:cNvPr id="6" name="Rectangle 5">
            <a:extLst>
              <a:ext uri="{FF2B5EF4-FFF2-40B4-BE49-F238E27FC236}">
                <a16:creationId xmlns:a16="http://schemas.microsoft.com/office/drawing/2014/main" id="{3A73180C-291D-F405-90B9-18910307A62C}"/>
              </a:ext>
            </a:extLst>
          </p:cNvPr>
          <p:cNvSpPr/>
          <p:nvPr userDrawn="1"/>
        </p:nvSpPr>
        <p:spPr bwMode="gray">
          <a:xfrm>
            <a:off x="3362325" y="4611087"/>
            <a:ext cx="2607498" cy="594886"/>
          </a:xfrm>
          <a:prstGeom prst="rect">
            <a:avLst/>
          </a:prstGeom>
          <a:solidFill>
            <a:srgbClr val="D1EFFF"/>
          </a:solidFill>
          <a:ln w="28575" algn="ctr">
            <a:noFill/>
            <a:miter lim="800000"/>
            <a:headEnd/>
            <a:tailEnd/>
          </a:ln>
        </p:spPr>
        <p:txBody>
          <a:bodyPr lIns="90000" tIns="72000" rIns="90000" bIns="72000" rtlCol="0" anchor="ctr"/>
          <a:lstStyle/>
          <a:p>
            <a:pPr fontAlgn="base">
              <a:spcBef>
                <a:spcPct val="50000"/>
              </a:spcBef>
              <a:spcAft>
                <a:spcPct val="0"/>
              </a:spcAft>
              <a:buClr>
                <a:schemeClr val="tx1"/>
              </a:buClr>
              <a:buSzPct val="100000"/>
            </a:pPr>
            <a:r>
              <a:rPr lang="en-US" sz="1400">
                <a:latin typeface="72 Brand" panose="020B0504030603020204" pitchFamily="34" charset="0"/>
                <a:sym typeface="Wingdings" panose="05000000000000000000" pitchFamily="2" charset="2"/>
              </a:rPr>
              <a:t> </a:t>
            </a:r>
            <a:r>
              <a:rPr lang="en-US" sz="1400">
                <a:latin typeface="72 Brand" panose="020B0504030603020204" pitchFamily="34" charset="0"/>
              </a:rPr>
              <a:t>Go to </a:t>
            </a:r>
            <a:r>
              <a:rPr lang="en-US" sz="1400">
                <a:latin typeface="72 Brand" panose="020B0504030603020204" pitchFamily="34" charset="0"/>
                <a:hlinkClick r:id="rId6"/>
              </a:rPr>
              <a:t>Media Library</a:t>
            </a:r>
            <a:endParaRPr lang="en-US" sz="1400">
              <a:latin typeface="72 Brand" panose="020B0504030603020204" pitchFamily="34" charset="0"/>
            </a:endParaRPr>
          </a:p>
        </p:txBody>
      </p:sp>
      <p:sp>
        <p:nvSpPr>
          <p:cNvPr id="8" name="Rectangle 7">
            <a:extLst>
              <a:ext uri="{FF2B5EF4-FFF2-40B4-BE49-F238E27FC236}">
                <a16:creationId xmlns:a16="http://schemas.microsoft.com/office/drawing/2014/main" id="{AEAEA906-0573-FC48-FBB0-4BC3ACE96483}"/>
              </a:ext>
            </a:extLst>
          </p:cNvPr>
          <p:cNvSpPr/>
          <p:nvPr userDrawn="1"/>
        </p:nvSpPr>
        <p:spPr bwMode="gray">
          <a:xfrm>
            <a:off x="503238" y="4600214"/>
            <a:ext cx="2607498" cy="594886"/>
          </a:xfrm>
          <a:prstGeom prst="rect">
            <a:avLst/>
          </a:prstGeom>
          <a:solidFill>
            <a:srgbClr val="D1EFFF"/>
          </a:solidFill>
          <a:ln w="28575" algn="ctr">
            <a:noFill/>
            <a:miter lim="800000"/>
            <a:headEnd/>
            <a:tailEnd/>
          </a:ln>
        </p:spPr>
        <p:txBody>
          <a:bodyPr lIns="90000" tIns="72000" rIns="90000" bIns="72000" rtlCol="0" anchor="ctr"/>
          <a:lstStyle/>
          <a:p>
            <a:pPr fontAlgn="base">
              <a:spcBef>
                <a:spcPct val="50000"/>
              </a:spcBef>
              <a:spcAft>
                <a:spcPct val="0"/>
              </a:spcAft>
              <a:buClr>
                <a:schemeClr val="tx1"/>
              </a:buClr>
              <a:buSzPct val="100000"/>
            </a:pPr>
            <a:r>
              <a:rPr lang="en-US" sz="1400">
                <a:latin typeface="72 Brand" panose="020B0504030603020204" pitchFamily="34" charset="0"/>
                <a:sym typeface="Wingdings" panose="05000000000000000000" pitchFamily="2" charset="2"/>
              </a:rPr>
              <a:t> </a:t>
            </a:r>
            <a:r>
              <a:rPr lang="en-US" sz="1400">
                <a:latin typeface="72 Brand" panose="020B0504030603020204" pitchFamily="34" charset="0"/>
              </a:rPr>
              <a:t>Go to </a:t>
            </a:r>
            <a:r>
              <a:rPr lang="en-US" sz="1400">
                <a:latin typeface="72 Brand" panose="020B0504030603020204" pitchFamily="34" charset="0"/>
                <a:hlinkClick r:id="rId7"/>
              </a:rPr>
              <a:t>Brand</a:t>
            </a:r>
            <a:endParaRPr lang="en-US" sz="1400">
              <a:latin typeface="72 Brand" panose="020B0504030603020204" pitchFamily="34" charset="0"/>
            </a:endParaRPr>
          </a:p>
        </p:txBody>
      </p:sp>
      <p:sp>
        <p:nvSpPr>
          <p:cNvPr id="9" name="Rectangle 8">
            <a:extLst>
              <a:ext uri="{FF2B5EF4-FFF2-40B4-BE49-F238E27FC236}">
                <a16:creationId xmlns:a16="http://schemas.microsoft.com/office/drawing/2014/main" id="{64FD586B-C108-1309-C995-0AA9A96F0840}"/>
              </a:ext>
            </a:extLst>
          </p:cNvPr>
          <p:cNvSpPr/>
          <p:nvPr userDrawn="1"/>
        </p:nvSpPr>
        <p:spPr bwMode="gray">
          <a:xfrm>
            <a:off x="6223765" y="4591589"/>
            <a:ext cx="2607498" cy="594886"/>
          </a:xfrm>
          <a:prstGeom prst="rect">
            <a:avLst/>
          </a:prstGeom>
          <a:solidFill>
            <a:srgbClr val="D1EFFF"/>
          </a:solidFill>
          <a:ln w="28575" algn="ctr">
            <a:noFill/>
            <a:miter lim="800000"/>
            <a:headEnd/>
            <a:tailEnd/>
          </a:ln>
        </p:spPr>
        <p:txBody>
          <a:bodyPr lIns="90000" tIns="72000" rIns="90000" bIns="72000" rtlCol="0" anchor="ctr"/>
          <a:lstStyle/>
          <a:p>
            <a:pPr fontAlgn="base">
              <a:spcBef>
                <a:spcPct val="50000"/>
              </a:spcBef>
              <a:spcAft>
                <a:spcPct val="0"/>
              </a:spcAft>
              <a:buClr>
                <a:schemeClr val="tx1"/>
              </a:buClr>
              <a:buSzPct val="100000"/>
            </a:pPr>
            <a:r>
              <a:rPr lang="en-US" sz="1400">
                <a:latin typeface="72 Brand" panose="020B0504030603020204" pitchFamily="34" charset="0"/>
                <a:sym typeface="Wingdings" panose="05000000000000000000" pitchFamily="2" charset="2"/>
              </a:rPr>
              <a:t> </a:t>
            </a:r>
            <a:r>
              <a:rPr lang="en-US" sz="1400">
                <a:latin typeface="72 Brand" panose="020B0504030603020204" pitchFamily="34" charset="0"/>
              </a:rPr>
              <a:t>Go to </a:t>
            </a:r>
            <a:r>
              <a:rPr lang="en-US" sz="1400">
                <a:latin typeface="72 Brand" panose="020B0504030603020204" pitchFamily="34" charset="0"/>
                <a:hlinkClick r:id="rId8"/>
              </a:rPr>
              <a:t>Naming Center</a:t>
            </a:r>
            <a:endParaRPr lang="en-US" sz="1400">
              <a:latin typeface="72 Brand" panose="020B0504030603020204" pitchFamily="34" charset="0"/>
            </a:endParaRPr>
          </a:p>
        </p:txBody>
      </p:sp>
      <p:sp>
        <p:nvSpPr>
          <p:cNvPr id="12" name="Rectangle 11">
            <a:extLst>
              <a:ext uri="{FF2B5EF4-FFF2-40B4-BE49-F238E27FC236}">
                <a16:creationId xmlns:a16="http://schemas.microsoft.com/office/drawing/2014/main" id="{A32E1815-E9CD-805A-4AB9-E4EFC9E839C8}"/>
              </a:ext>
            </a:extLst>
          </p:cNvPr>
          <p:cNvSpPr/>
          <p:nvPr userDrawn="1"/>
        </p:nvSpPr>
        <p:spPr bwMode="gray">
          <a:xfrm>
            <a:off x="9079677" y="4586781"/>
            <a:ext cx="2607498" cy="594886"/>
          </a:xfrm>
          <a:prstGeom prst="rect">
            <a:avLst/>
          </a:prstGeom>
          <a:solidFill>
            <a:srgbClr val="D1EFFF"/>
          </a:solidFill>
          <a:ln w="28575" algn="ctr">
            <a:noFill/>
            <a:miter lim="800000"/>
            <a:headEnd/>
            <a:tailEnd/>
          </a:ln>
        </p:spPr>
        <p:txBody>
          <a:bodyPr lIns="90000" tIns="72000" rIns="90000" bIns="72000" rtlCol="0" anchor="ctr"/>
          <a:lstStyle/>
          <a:p>
            <a:pPr fontAlgn="base">
              <a:spcBef>
                <a:spcPct val="50000"/>
              </a:spcBef>
              <a:spcAft>
                <a:spcPct val="0"/>
              </a:spcAft>
              <a:buClr>
                <a:schemeClr val="tx1"/>
              </a:buClr>
              <a:buSzPct val="100000"/>
            </a:pPr>
            <a:r>
              <a:rPr lang="en-US" sz="1400">
                <a:latin typeface="72 Brand" panose="020B0504030603020204" pitchFamily="34" charset="0"/>
                <a:sym typeface="Wingdings" panose="05000000000000000000" pitchFamily="2" charset="2"/>
              </a:rPr>
              <a:t> </a:t>
            </a:r>
            <a:r>
              <a:rPr lang="en-US" sz="1400">
                <a:latin typeface="72 Brand" panose="020B0504030603020204" pitchFamily="34" charset="0"/>
              </a:rPr>
              <a:t>Go to </a:t>
            </a:r>
            <a:r>
              <a:rPr lang="en-US" sz="1400">
                <a:latin typeface="72 Brand" panose="020B0504030603020204" pitchFamily="34" charset="0"/>
                <a:hlinkClick r:id="rId9"/>
              </a:rPr>
              <a:t>Writing </a:t>
            </a:r>
            <a:r>
              <a:rPr lang="en-US" sz="1400" err="1">
                <a:latin typeface="72 Brand" panose="020B0504030603020204" pitchFamily="34" charset="0"/>
                <a:hlinkClick r:id="rId9"/>
              </a:rPr>
              <a:t>Assitant</a:t>
            </a:r>
            <a:endParaRPr lang="en-US" sz="1400">
              <a:latin typeface="72 Brand" panose="020B0504030603020204" pitchFamily="34" charset="0"/>
            </a:endParaRPr>
          </a:p>
        </p:txBody>
      </p:sp>
    </p:spTree>
    <p:extLst>
      <p:ext uri="{BB962C8B-B14F-4D97-AF65-F5344CB8AC3E}">
        <p14:creationId xmlns:p14="http://schemas.microsoft.com/office/powerpoint/2010/main" val="167073464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User guide COLOR PALETTE">
    <p:spTree>
      <p:nvGrpSpPr>
        <p:cNvPr id="1" name=""/>
        <p:cNvGrpSpPr/>
        <p:nvPr/>
      </p:nvGrpSpPr>
      <p:grpSpPr>
        <a:xfrm>
          <a:off x="0" y="0"/>
          <a:ext cx="0" cy="0"/>
          <a:chOff x="0" y="0"/>
          <a:chExt cx="0" cy="0"/>
        </a:xfrm>
      </p:grpSpPr>
      <p:sp>
        <p:nvSpPr>
          <p:cNvPr id="2" name="Freeform 63">
            <a:extLst>
              <a:ext uri="{FF2B5EF4-FFF2-40B4-BE49-F238E27FC236}">
                <a16:creationId xmlns:a16="http://schemas.microsoft.com/office/drawing/2014/main" id="{02E2A64A-8B37-7F95-C23A-C3D93C8DEC23}"/>
              </a:ext>
            </a:extLst>
          </p:cNvPr>
          <p:cNvSpPr/>
          <p:nvPr userDrawn="1"/>
        </p:nvSpPr>
        <p:spPr>
          <a:xfrm>
            <a:off x="504001" y="114100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D1EFFF"/>
          </a:solidFill>
          <a:ln w="0" cap="flat">
            <a:noFill/>
            <a:prstDash val="solid"/>
            <a:miter/>
          </a:ln>
        </p:spPr>
        <p:txBody>
          <a:bodyPr rtlCol="0" anchor="ctr"/>
          <a:lstStyle/>
          <a:p>
            <a:pPr algn="ctr" defTabSz="1088449"/>
            <a:r>
              <a:rPr lang="en-US" sz="1200">
                <a:solidFill>
                  <a:srgbClr val="000000"/>
                </a:solidFill>
                <a:latin typeface="72 Brand"/>
              </a:rPr>
              <a:t>Blue 2</a:t>
            </a:r>
            <a:br>
              <a:rPr lang="en-US" sz="1200">
                <a:solidFill>
                  <a:srgbClr val="000000"/>
                </a:solidFill>
                <a:latin typeface="72 Brand"/>
              </a:rPr>
            </a:br>
            <a:r>
              <a:rPr lang="en-US" sz="1200">
                <a:solidFill>
                  <a:srgbClr val="000000"/>
                </a:solidFill>
                <a:latin typeface="72 Brand"/>
              </a:rPr>
              <a:t>#D1EFFF</a:t>
            </a:r>
          </a:p>
        </p:txBody>
      </p:sp>
      <p:sp>
        <p:nvSpPr>
          <p:cNvPr id="4" name="Freeform 70">
            <a:extLst>
              <a:ext uri="{FF2B5EF4-FFF2-40B4-BE49-F238E27FC236}">
                <a16:creationId xmlns:a16="http://schemas.microsoft.com/office/drawing/2014/main" id="{1F2619C0-AA6B-F516-A35F-C9F0906EB840}"/>
              </a:ext>
            </a:extLst>
          </p:cNvPr>
          <p:cNvSpPr/>
          <p:nvPr userDrawn="1"/>
        </p:nvSpPr>
        <p:spPr>
          <a:xfrm>
            <a:off x="2405161" y="114100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chemeClr val="bg2"/>
          </a:solidFill>
          <a:ln w="0" cap="flat">
            <a:noFill/>
            <a:prstDash val="solid"/>
            <a:miter/>
          </a:ln>
        </p:spPr>
        <p:txBody>
          <a:bodyPr rtlCol="0" anchor="ctr"/>
          <a:lstStyle/>
          <a:p>
            <a:pPr algn="ctr" defTabSz="1088449"/>
            <a:r>
              <a:rPr lang="en-US" sz="1200">
                <a:solidFill>
                  <a:srgbClr val="000000"/>
                </a:solidFill>
                <a:latin typeface="72 Brand"/>
              </a:rPr>
              <a:t>Blue 4</a:t>
            </a:r>
            <a:br>
              <a:rPr lang="en-US" sz="1200">
                <a:solidFill>
                  <a:srgbClr val="000000"/>
                </a:solidFill>
                <a:latin typeface="72 Brand"/>
              </a:rPr>
            </a:br>
            <a:r>
              <a:rPr lang="en-US" sz="1200">
                <a:solidFill>
                  <a:srgbClr val="000000"/>
                </a:solidFill>
                <a:latin typeface="72 Brand"/>
              </a:rPr>
              <a:t>#89D1FF</a:t>
            </a:r>
          </a:p>
        </p:txBody>
      </p:sp>
      <p:sp>
        <p:nvSpPr>
          <p:cNvPr id="5" name="Freeform 69">
            <a:extLst>
              <a:ext uri="{FF2B5EF4-FFF2-40B4-BE49-F238E27FC236}">
                <a16:creationId xmlns:a16="http://schemas.microsoft.com/office/drawing/2014/main" id="{C529F71A-E6DD-53C4-14B3-0F3BF62A05F0}"/>
              </a:ext>
            </a:extLst>
          </p:cNvPr>
          <p:cNvSpPr/>
          <p:nvPr userDrawn="1"/>
        </p:nvSpPr>
        <p:spPr>
          <a:xfrm>
            <a:off x="4306321" y="114100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chemeClr val="tx2"/>
          </a:solidFill>
          <a:ln w="0" cap="flat">
            <a:noFill/>
            <a:prstDash val="solid"/>
            <a:miter/>
          </a:ln>
        </p:spPr>
        <p:txBody>
          <a:bodyPr rtlCol="0" anchor="ctr"/>
          <a:lstStyle/>
          <a:p>
            <a:pPr algn="ctr" defTabSz="1088449"/>
            <a:r>
              <a:rPr lang="en-US" sz="1200">
                <a:latin typeface="72 Brand"/>
              </a:rPr>
              <a:t>Blue 6</a:t>
            </a:r>
            <a:br>
              <a:rPr lang="en-US" sz="1200">
                <a:latin typeface="72 Brand"/>
              </a:rPr>
            </a:br>
            <a:r>
              <a:rPr lang="en-US" sz="1200">
                <a:latin typeface="72 Brand"/>
              </a:rPr>
              <a:t>#1B90FF</a:t>
            </a:r>
          </a:p>
        </p:txBody>
      </p:sp>
      <p:sp>
        <p:nvSpPr>
          <p:cNvPr id="6" name="Freeform 68">
            <a:extLst>
              <a:ext uri="{FF2B5EF4-FFF2-40B4-BE49-F238E27FC236}">
                <a16:creationId xmlns:a16="http://schemas.microsoft.com/office/drawing/2014/main" id="{9CBF79FE-F787-9301-81AD-A56220775062}"/>
              </a:ext>
            </a:extLst>
          </p:cNvPr>
          <p:cNvSpPr/>
          <p:nvPr userDrawn="1"/>
        </p:nvSpPr>
        <p:spPr>
          <a:xfrm>
            <a:off x="6227422" y="114100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0070F2"/>
          </a:solidFill>
          <a:ln w="0" cap="flat">
            <a:noFill/>
            <a:prstDash val="solid"/>
            <a:miter/>
          </a:ln>
        </p:spPr>
        <p:txBody>
          <a:bodyPr rtlCol="0" anchor="ctr"/>
          <a:lstStyle/>
          <a:p>
            <a:pPr algn="ctr" defTabSz="1088449"/>
            <a:r>
              <a:rPr lang="en-US" sz="1200">
                <a:solidFill>
                  <a:srgbClr val="FFFFFF"/>
                </a:solidFill>
                <a:latin typeface="72 Brand"/>
              </a:rPr>
              <a:t>Blue 7</a:t>
            </a:r>
            <a:br>
              <a:rPr lang="en-US" sz="1200">
                <a:solidFill>
                  <a:srgbClr val="FFFFFF"/>
                </a:solidFill>
                <a:latin typeface="72 Brand"/>
              </a:rPr>
            </a:br>
            <a:r>
              <a:rPr lang="en-US" sz="1200">
                <a:solidFill>
                  <a:srgbClr val="FFFFFF"/>
                </a:solidFill>
                <a:latin typeface="72 Brand"/>
              </a:rPr>
              <a:t>#0070F2</a:t>
            </a:r>
          </a:p>
        </p:txBody>
      </p:sp>
      <p:sp>
        <p:nvSpPr>
          <p:cNvPr id="7" name="Freeform 67">
            <a:extLst>
              <a:ext uri="{FF2B5EF4-FFF2-40B4-BE49-F238E27FC236}">
                <a16:creationId xmlns:a16="http://schemas.microsoft.com/office/drawing/2014/main" id="{5BB0975A-0779-6CF9-4471-2FA97BA36738}"/>
              </a:ext>
            </a:extLst>
          </p:cNvPr>
          <p:cNvSpPr/>
          <p:nvPr userDrawn="1"/>
        </p:nvSpPr>
        <p:spPr>
          <a:xfrm>
            <a:off x="8129588" y="1140182"/>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002A86"/>
          </a:solidFill>
          <a:ln w="0" cap="flat">
            <a:noFill/>
            <a:prstDash val="solid"/>
            <a:miter/>
          </a:ln>
        </p:spPr>
        <p:txBody>
          <a:bodyPr rtlCol="0" anchor="ctr"/>
          <a:lstStyle/>
          <a:p>
            <a:pPr algn="ctr" defTabSz="1088449"/>
            <a:r>
              <a:rPr lang="en-US" sz="1200">
                <a:solidFill>
                  <a:srgbClr val="FFFFFF"/>
                </a:solidFill>
                <a:latin typeface="72 Brand"/>
              </a:rPr>
              <a:t>Blue 10</a:t>
            </a:r>
            <a:br>
              <a:rPr lang="en-US" sz="1200">
                <a:solidFill>
                  <a:srgbClr val="FFFFFF"/>
                </a:solidFill>
                <a:latin typeface="72 Brand"/>
              </a:rPr>
            </a:br>
            <a:r>
              <a:rPr lang="en-US" sz="1200">
                <a:solidFill>
                  <a:srgbClr val="FFFFFF"/>
                </a:solidFill>
                <a:latin typeface="72 Brand"/>
              </a:rPr>
              <a:t>#002A86</a:t>
            </a:r>
          </a:p>
        </p:txBody>
      </p:sp>
      <p:sp>
        <p:nvSpPr>
          <p:cNvPr id="8" name="Freeform 66">
            <a:extLst>
              <a:ext uri="{FF2B5EF4-FFF2-40B4-BE49-F238E27FC236}">
                <a16:creationId xmlns:a16="http://schemas.microsoft.com/office/drawing/2014/main" id="{4C6C152D-4698-69B9-D198-F3DD5C9473B5}"/>
              </a:ext>
            </a:extLst>
          </p:cNvPr>
          <p:cNvSpPr/>
          <p:nvPr userDrawn="1"/>
        </p:nvSpPr>
        <p:spPr>
          <a:xfrm>
            <a:off x="10050689" y="1140182"/>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00144A"/>
          </a:solidFill>
          <a:ln w="0" cap="flat">
            <a:noFill/>
            <a:prstDash val="solid"/>
            <a:miter/>
          </a:ln>
        </p:spPr>
        <p:txBody>
          <a:bodyPr rtlCol="0" anchor="ctr"/>
          <a:lstStyle/>
          <a:p>
            <a:pPr algn="ctr" defTabSz="1088449"/>
            <a:r>
              <a:rPr lang="en-US" sz="1200">
                <a:solidFill>
                  <a:srgbClr val="FFFFFF"/>
                </a:solidFill>
                <a:latin typeface="72 Brand"/>
              </a:rPr>
              <a:t>Blue 11</a:t>
            </a:r>
            <a:br>
              <a:rPr lang="en-US" sz="1200">
                <a:solidFill>
                  <a:srgbClr val="FFFFFF"/>
                </a:solidFill>
                <a:latin typeface="72 Brand"/>
              </a:rPr>
            </a:br>
            <a:r>
              <a:rPr lang="en-US" sz="1200">
                <a:solidFill>
                  <a:srgbClr val="FFFFFF"/>
                </a:solidFill>
                <a:latin typeface="72 Brand"/>
              </a:rPr>
              <a:t>#00144A</a:t>
            </a:r>
          </a:p>
        </p:txBody>
      </p:sp>
      <p:sp>
        <p:nvSpPr>
          <p:cNvPr id="9" name="Freeform 1">
            <a:extLst>
              <a:ext uri="{FF2B5EF4-FFF2-40B4-BE49-F238E27FC236}">
                <a16:creationId xmlns:a16="http://schemas.microsoft.com/office/drawing/2014/main" id="{B6FD5DF5-B272-7F32-7D3F-4B4DE8830832}"/>
              </a:ext>
            </a:extLst>
          </p:cNvPr>
          <p:cNvSpPr/>
          <p:nvPr userDrawn="1"/>
        </p:nvSpPr>
        <p:spPr>
          <a:xfrm>
            <a:off x="504001" y="1735645"/>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EAECEE"/>
          </a:solidFill>
          <a:ln w="0" cap="flat">
            <a:noFill/>
            <a:prstDash val="solid"/>
            <a:miter/>
          </a:ln>
        </p:spPr>
        <p:txBody>
          <a:bodyPr rtlCol="0" anchor="ctr"/>
          <a:lstStyle/>
          <a:p>
            <a:pPr algn="ctr" defTabSz="1088449"/>
            <a:r>
              <a:rPr lang="en-US" sz="1200">
                <a:solidFill>
                  <a:srgbClr val="000000"/>
                </a:solidFill>
                <a:latin typeface="72 Brand"/>
              </a:rPr>
              <a:t>Grey 2</a:t>
            </a:r>
            <a:br>
              <a:rPr lang="en-US" sz="1200">
                <a:solidFill>
                  <a:srgbClr val="000000"/>
                </a:solidFill>
                <a:latin typeface="72 Brand"/>
              </a:rPr>
            </a:br>
            <a:r>
              <a:rPr lang="en-US" sz="1200">
                <a:solidFill>
                  <a:srgbClr val="000000"/>
                </a:solidFill>
                <a:latin typeface="72 Brand"/>
              </a:rPr>
              <a:t>#EAECEE</a:t>
            </a:r>
          </a:p>
        </p:txBody>
      </p:sp>
      <p:sp>
        <p:nvSpPr>
          <p:cNvPr id="10" name="Freeform 62">
            <a:extLst>
              <a:ext uri="{FF2B5EF4-FFF2-40B4-BE49-F238E27FC236}">
                <a16:creationId xmlns:a16="http://schemas.microsoft.com/office/drawing/2014/main" id="{2A5C5A51-CFBC-CA03-038B-F25ECA420C8D}"/>
              </a:ext>
            </a:extLst>
          </p:cNvPr>
          <p:cNvSpPr/>
          <p:nvPr userDrawn="1"/>
        </p:nvSpPr>
        <p:spPr>
          <a:xfrm>
            <a:off x="2405161" y="1735645"/>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A9B4BE"/>
          </a:solidFill>
          <a:ln w="0" cap="flat">
            <a:noFill/>
            <a:prstDash val="solid"/>
            <a:miter/>
          </a:ln>
        </p:spPr>
        <p:txBody>
          <a:bodyPr rtlCol="0" anchor="ctr"/>
          <a:lstStyle/>
          <a:p>
            <a:pPr algn="ctr" defTabSz="1088449"/>
            <a:r>
              <a:rPr lang="en-US" sz="1200">
                <a:solidFill>
                  <a:srgbClr val="000000"/>
                </a:solidFill>
                <a:latin typeface="72 Brand"/>
              </a:rPr>
              <a:t>Grey 4</a:t>
            </a:r>
            <a:br>
              <a:rPr lang="en-US" sz="1200">
                <a:solidFill>
                  <a:srgbClr val="000000"/>
                </a:solidFill>
                <a:latin typeface="72 Brand"/>
              </a:rPr>
            </a:br>
            <a:r>
              <a:rPr lang="en-US" sz="1200">
                <a:solidFill>
                  <a:srgbClr val="000000"/>
                </a:solidFill>
                <a:latin typeface="72 Brand"/>
              </a:rPr>
              <a:t>#A9B4BE</a:t>
            </a:r>
          </a:p>
        </p:txBody>
      </p:sp>
      <p:sp>
        <p:nvSpPr>
          <p:cNvPr id="11" name="Freeform 61">
            <a:extLst>
              <a:ext uri="{FF2B5EF4-FFF2-40B4-BE49-F238E27FC236}">
                <a16:creationId xmlns:a16="http://schemas.microsoft.com/office/drawing/2014/main" id="{FD45E536-EBC7-3EE1-021A-E61DE17D01EB}"/>
              </a:ext>
            </a:extLst>
          </p:cNvPr>
          <p:cNvSpPr/>
          <p:nvPr userDrawn="1"/>
        </p:nvSpPr>
        <p:spPr>
          <a:xfrm>
            <a:off x="4306321" y="1735645"/>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5B738B"/>
          </a:solidFill>
          <a:ln w="0" cap="flat">
            <a:noFill/>
            <a:prstDash val="solid"/>
            <a:miter/>
          </a:ln>
        </p:spPr>
        <p:txBody>
          <a:bodyPr rtlCol="0" anchor="ctr"/>
          <a:lstStyle/>
          <a:p>
            <a:pPr algn="ctr" defTabSz="1088449"/>
            <a:r>
              <a:rPr lang="en-US" sz="1200">
                <a:solidFill>
                  <a:srgbClr val="FFFFFF"/>
                </a:solidFill>
                <a:latin typeface="72 Brand"/>
              </a:rPr>
              <a:t>Grey 6</a:t>
            </a:r>
            <a:br>
              <a:rPr lang="en-US" sz="1200">
                <a:solidFill>
                  <a:srgbClr val="FFFFFF"/>
                </a:solidFill>
                <a:latin typeface="72 Brand"/>
              </a:rPr>
            </a:br>
            <a:r>
              <a:rPr lang="en-US" sz="1200">
                <a:solidFill>
                  <a:srgbClr val="FFFFFF"/>
                </a:solidFill>
                <a:latin typeface="72 Brand"/>
              </a:rPr>
              <a:t>#5B738B</a:t>
            </a:r>
          </a:p>
        </p:txBody>
      </p:sp>
      <p:sp>
        <p:nvSpPr>
          <p:cNvPr id="12" name="Freeform 5">
            <a:extLst>
              <a:ext uri="{FF2B5EF4-FFF2-40B4-BE49-F238E27FC236}">
                <a16:creationId xmlns:a16="http://schemas.microsoft.com/office/drawing/2014/main" id="{791E1C1C-66AE-2057-3C91-8B50C4A75DCF}"/>
              </a:ext>
            </a:extLst>
          </p:cNvPr>
          <p:cNvSpPr/>
          <p:nvPr userDrawn="1"/>
        </p:nvSpPr>
        <p:spPr>
          <a:xfrm>
            <a:off x="6227422" y="1735645"/>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475E75"/>
          </a:solidFill>
          <a:ln w="0" cap="flat">
            <a:noFill/>
            <a:prstDash val="solid"/>
            <a:miter/>
          </a:ln>
        </p:spPr>
        <p:txBody>
          <a:bodyPr rtlCol="0" anchor="ctr"/>
          <a:lstStyle/>
          <a:p>
            <a:pPr algn="ctr" defTabSz="1088449"/>
            <a:r>
              <a:rPr lang="en-US" sz="1200">
                <a:solidFill>
                  <a:srgbClr val="FFFFFF"/>
                </a:solidFill>
                <a:latin typeface="72 Brand"/>
              </a:rPr>
              <a:t>Grey 7</a:t>
            </a:r>
            <a:br>
              <a:rPr lang="en-US" sz="1200">
                <a:solidFill>
                  <a:srgbClr val="FFFFFF"/>
                </a:solidFill>
                <a:latin typeface="72 Brand"/>
              </a:rPr>
            </a:br>
            <a:r>
              <a:rPr lang="en-US" sz="1200">
                <a:solidFill>
                  <a:srgbClr val="FFFFFF"/>
                </a:solidFill>
                <a:latin typeface="72 Brand"/>
              </a:rPr>
              <a:t>#475E75</a:t>
            </a:r>
          </a:p>
        </p:txBody>
      </p:sp>
      <p:sp>
        <p:nvSpPr>
          <p:cNvPr id="13" name="Freeform 4">
            <a:extLst>
              <a:ext uri="{FF2B5EF4-FFF2-40B4-BE49-F238E27FC236}">
                <a16:creationId xmlns:a16="http://schemas.microsoft.com/office/drawing/2014/main" id="{E588F81B-1126-0FBD-D1B7-6E42C034BA69}"/>
              </a:ext>
            </a:extLst>
          </p:cNvPr>
          <p:cNvSpPr/>
          <p:nvPr userDrawn="1"/>
        </p:nvSpPr>
        <p:spPr>
          <a:xfrm>
            <a:off x="8129588" y="1734820"/>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1A2733"/>
          </a:solidFill>
          <a:ln w="0" cap="flat">
            <a:noFill/>
            <a:prstDash val="solid"/>
            <a:miter/>
          </a:ln>
        </p:spPr>
        <p:txBody>
          <a:bodyPr rtlCol="0" anchor="ctr"/>
          <a:lstStyle/>
          <a:p>
            <a:pPr algn="ctr" defTabSz="1088449"/>
            <a:r>
              <a:rPr lang="en-US" sz="1200">
                <a:solidFill>
                  <a:srgbClr val="FFFFFF"/>
                </a:solidFill>
                <a:latin typeface="72 Brand"/>
              </a:rPr>
              <a:t>Grey 10</a:t>
            </a:r>
            <a:br>
              <a:rPr lang="en-US" sz="1200">
                <a:solidFill>
                  <a:srgbClr val="FFFFFF"/>
                </a:solidFill>
                <a:latin typeface="72 Brand"/>
              </a:rPr>
            </a:br>
            <a:r>
              <a:rPr lang="en-US" sz="1200">
                <a:solidFill>
                  <a:srgbClr val="FFFFFF"/>
                </a:solidFill>
                <a:latin typeface="72 Brand"/>
              </a:rPr>
              <a:t>#1A2733</a:t>
            </a:r>
          </a:p>
        </p:txBody>
      </p:sp>
      <p:sp>
        <p:nvSpPr>
          <p:cNvPr id="14" name="Freeform 3">
            <a:extLst>
              <a:ext uri="{FF2B5EF4-FFF2-40B4-BE49-F238E27FC236}">
                <a16:creationId xmlns:a16="http://schemas.microsoft.com/office/drawing/2014/main" id="{B135EB5F-EDA8-1AEE-E89C-944D272C6FDF}"/>
              </a:ext>
            </a:extLst>
          </p:cNvPr>
          <p:cNvSpPr/>
          <p:nvPr userDrawn="1"/>
        </p:nvSpPr>
        <p:spPr>
          <a:xfrm>
            <a:off x="10050689" y="1734820"/>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12171C"/>
          </a:solidFill>
          <a:ln w="0" cap="flat">
            <a:noFill/>
            <a:prstDash val="solid"/>
            <a:miter/>
          </a:ln>
        </p:spPr>
        <p:txBody>
          <a:bodyPr rtlCol="0" anchor="ctr"/>
          <a:lstStyle/>
          <a:p>
            <a:pPr algn="ctr" defTabSz="1088449"/>
            <a:r>
              <a:rPr lang="en-US" sz="1200">
                <a:solidFill>
                  <a:srgbClr val="FFFFFF"/>
                </a:solidFill>
                <a:latin typeface="72 Brand"/>
              </a:rPr>
              <a:t>Grey 11</a:t>
            </a:r>
            <a:br>
              <a:rPr lang="en-US" sz="1200">
                <a:solidFill>
                  <a:srgbClr val="FFFFFF"/>
                </a:solidFill>
                <a:latin typeface="72 Brand"/>
              </a:rPr>
            </a:br>
            <a:r>
              <a:rPr lang="en-US" sz="1200">
                <a:solidFill>
                  <a:srgbClr val="FFFFFF"/>
                </a:solidFill>
                <a:latin typeface="72 Brand"/>
              </a:rPr>
              <a:t>#12171C</a:t>
            </a:r>
          </a:p>
        </p:txBody>
      </p:sp>
      <p:sp>
        <p:nvSpPr>
          <p:cNvPr id="15" name="Freeform 71">
            <a:extLst>
              <a:ext uri="{FF2B5EF4-FFF2-40B4-BE49-F238E27FC236}">
                <a16:creationId xmlns:a16="http://schemas.microsoft.com/office/drawing/2014/main" id="{8CA86CA8-FB25-362E-AAA0-57D65C85EE8A}"/>
              </a:ext>
            </a:extLst>
          </p:cNvPr>
          <p:cNvSpPr/>
          <p:nvPr userDrawn="1"/>
        </p:nvSpPr>
        <p:spPr>
          <a:xfrm>
            <a:off x="504001" y="2330283"/>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C2FCEE"/>
          </a:solidFill>
          <a:ln w="0" cap="flat">
            <a:noFill/>
            <a:prstDash val="solid"/>
            <a:miter/>
          </a:ln>
        </p:spPr>
        <p:txBody>
          <a:bodyPr rtlCol="0" anchor="ctr"/>
          <a:lstStyle/>
          <a:p>
            <a:pPr algn="ctr" defTabSz="1088449"/>
            <a:r>
              <a:rPr lang="en-US" sz="1200">
                <a:solidFill>
                  <a:srgbClr val="000000"/>
                </a:solidFill>
                <a:latin typeface="72 Brand"/>
              </a:rPr>
              <a:t>Teal 2</a:t>
            </a:r>
            <a:br>
              <a:rPr lang="en-US" sz="1200">
                <a:solidFill>
                  <a:srgbClr val="000000"/>
                </a:solidFill>
                <a:latin typeface="72 Brand"/>
              </a:rPr>
            </a:br>
            <a:r>
              <a:rPr lang="en-US" sz="1200">
                <a:solidFill>
                  <a:srgbClr val="000000"/>
                </a:solidFill>
                <a:latin typeface="72 Brand"/>
              </a:rPr>
              <a:t>#C2FCEE</a:t>
            </a:r>
          </a:p>
        </p:txBody>
      </p:sp>
      <p:sp>
        <p:nvSpPr>
          <p:cNvPr id="16" name="Freeform 76">
            <a:extLst>
              <a:ext uri="{FF2B5EF4-FFF2-40B4-BE49-F238E27FC236}">
                <a16:creationId xmlns:a16="http://schemas.microsoft.com/office/drawing/2014/main" id="{3DF36DDD-3194-0FFA-03CE-7942BFAC4F73}"/>
              </a:ext>
            </a:extLst>
          </p:cNvPr>
          <p:cNvSpPr/>
          <p:nvPr userDrawn="1"/>
        </p:nvSpPr>
        <p:spPr>
          <a:xfrm>
            <a:off x="2405161" y="2330283"/>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2CE0BF"/>
          </a:solidFill>
          <a:ln w="0" cap="flat">
            <a:noFill/>
            <a:prstDash val="solid"/>
            <a:miter/>
          </a:ln>
        </p:spPr>
        <p:txBody>
          <a:bodyPr rtlCol="0" anchor="ctr"/>
          <a:lstStyle/>
          <a:p>
            <a:pPr algn="ctr" defTabSz="1088449"/>
            <a:r>
              <a:rPr lang="en-US" sz="1200">
                <a:solidFill>
                  <a:srgbClr val="000000"/>
                </a:solidFill>
                <a:latin typeface="72 Brand"/>
              </a:rPr>
              <a:t>Teal 4</a:t>
            </a:r>
            <a:br>
              <a:rPr lang="en-US" sz="1200">
                <a:solidFill>
                  <a:srgbClr val="000000"/>
                </a:solidFill>
                <a:latin typeface="72 Brand"/>
              </a:rPr>
            </a:br>
            <a:r>
              <a:rPr lang="en-US" sz="1200">
                <a:solidFill>
                  <a:srgbClr val="000000"/>
                </a:solidFill>
                <a:latin typeface="72 Brand"/>
              </a:rPr>
              <a:t>#2CE0BF</a:t>
            </a:r>
          </a:p>
        </p:txBody>
      </p:sp>
      <p:sp>
        <p:nvSpPr>
          <p:cNvPr id="17" name="Freeform 75">
            <a:extLst>
              <a:ext uri="{FF2B5EF4-FFF2-40B4-BE49-F238E27FC236}">
                <a16:creationId xmlns:a16="http://schemas.microsoft.com/office/drawing/2014/main" id="{DB3A75C6-40E1-8418-08FF-2615CB58D2FB}"/>
              </a:ext>
            </a:extLst>
          </p:cNvPr>
          <p:cNvSpPr/>
          <p:nvPr userDrawn="1"/>
        </p:nvSpPr>
        <p:spPr>
          <a:xfrm>
            <a:off x="4306321" y="2330283"/>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chemeClr val="accent2"/>
          </a:solidFill>
          <a:ln w="0" cap="flat">
            <a:noFill/>
            <a:prstDash val="solid"/>
            <a:miter/>
          </a:ln>
        </p:spPr>
        <p:txBody>
          <a:bodyPr rtlCol="0" anchor="ctr"/>
          <a:lstStyle/>
          <a:p>
            <a:pPr algn="ctr" defTabSz="1088449"/>
            <a:r>
              <a:rPr lang="en-US" sz="1200">
                <a:latin typeface="72 Brand"/>
              </a:rPr>
              <a:t>Teal 6</a:t>
            </a:r>
            <a:br>
              <a:rPr lang="en-US" sz="1200">
                <a:latin typeface="72 Brand"/>
              </a:rPr>
            </a:br>
            <a:r>
              <a:rPr lang="en-US" sz="1200">
                <a:latin typeface="72 Brand"/>
              </a:rPr>
              <a:t>#049F9A</a:t>
            </a:r>
          </a:p>
        </p:txBody>
      </p:sp>
      <p:sp>
        <p:nvSpPr>
          <p:cNvPr id="18" name="Freeform 74">
            <a:extLst>
              <a:ext uri="{FF2B5EF4-FFF2-40B4-BE49-F238E27FC236}">
                <a16:creationId xmlns:a16="http://schemas.microsoft.com/office/drawing/2014/main" id="{533C3A8A-C333-3134-26BC-8FDFA21FBFA9}"/>
              </a:ext>
            </a:extLst>
          </p:cNvPr>
          <p:cNvSpPr/>
          <p:nvPr userDrawn="1"/>
        </p:nvSpPr>
        <p:spPr>
          <a:xfrm>
            <a:off x="6227422" y="2330283"/>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07838F"/>
          </a:solidFill>
          <a:ln w="0" cap="flat">
            <a:noFill/>
            <a:prstDash val="solid"/>
            <a:miter/>
          </a:ln>
        </p:spPr>
        <p:txBody>
          <a:bodyPr rtlCol="0" anchor="ctr"/>
          <a:lstStyle/>
          <a:p>
            <a:pPr algn="ctr" defTabSz="1088449"/>
            <a:r>
              <a:rPr lang="en-US" sz="1200">
                <a:solidFill>
                  <a:srgbClr val="FFFFFF"/>
                </a:solidFill>
                <a:latin typeface="72 Brand"/>
              </a:rPr>
              <a:t>Teal 7</a:t>
            </a:r>
            <a:br>
              <a:rPr lang="en-US" sz="1200">
                <a:solidFill>
                  <a:srgbClr val="FFFFFF"/>
                </a:solidFill>
                <a:latin typeface="72 Brand"/>
              </a:rPr>
            </a:br>
            <a:r>
              <a:rPr lang="en-US" sz="1200">
                <a:solidFill>
                  <a:srgbClr val="FFFFFF"/>
                </a:solidFill>
                <a:latin typeface="72 Brand"/>
              </a:rPr>
              <a:t>#07838F</a:t>
            </a:r>
          </a:p>
        </p:txBody>
      </p:sp>
      <p:sp>
        <p:nvSpPr>
          <p:cNvPr id="19" name="Freeform 73">
            <a:extLst>
              <a:ext uri="{FF2B5EF4-FFF2-40B4-BE49-F238E27FC236}">
                <a16:creationId xmlns:a16="http://schemas.microsoft.com/office/drawing/2014/main" id="{B60C9F30-077E-14E2-CB14-97988F26E630}"/>
              </a:ext>
            </a:extLst>
          </p:cNvPr>
          <p:cNvSpPr/>
          <p:nvPr userDrawn="1"/>
        </p:nvSpPr>
        <p:spPr>
          <a:xfrm>
            <a:off x="8129588" y="2329458"/>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02414C"/>
          </a:solidFill>
          <a:ln w="0" cap="flat">
            <a:noFill/>
            <a:prstDash val="solid"/>
            <a:miter/>
          </a:ln>
        </p:spPr>
        <p:txBody>
          <a:bodyPr rtlCol="0" anchor="ctr"/>
          <a:lstStyle/>
          <a:p>
            <a:pPr algn="ctr" defTabSz="1088449"/>
            <a:r>
              <a:rPr lang="en-US" sz="1200">
                <a:solidFill>
                  <a:srgbClr val="FFFFFF"/>
                </a:solidFill>
                <a:latin typeface="72 Brand"/>
              </a:rPr>
              <a:t>Teal 10</a:t>
            </a:r>
            <a:br>
              <a:rPr lang="en-US" sz="1200">
                <a:solidFill>
                  <a:srgbClr val="FFFFFF"/>
                </a:solidFill>
                <a:latin typeface="72 Brand"/>
              </a:rPr>
            </a:br>
            <a:r>
              <a:rPr lang="en-US" sz="1200">
                <a:solidFill>
                  <a:srgbClr val="FFFFFF"/>
                </a:solidFill>
                <a:latin typeface="72 Brand"/>
              </a:rPr>
              <a:t>#02414C</a:t>
            </a:r>
          </a:p>
        </p:txBody>
      </p:sp>
      <p:sp>
        <p:nvSpPr>
          <p:cNvPr id="20" name="Freeform 72">
            <a:extLst>
              <a:ext uri="{FF2B5EF4-FFF2-40B4-BE49-F238E27FC236}">
                <a16:creationId xmlns:a16="http://schemas.microsoft.com/office/drawing/2014/main" id="{85E1218C-9B56-A04B-B32B-BF5584E7EB24}"/>
              </a:ext>
            </a:extLst>
          </p:cNvPr>
          <p:cNvSpPr/>
          <p:nvPr userDrawn="1"/>
        </p:nvSpPr>
        <p:spPr>
          <a:xfrm>
            <a:off x="10050689" y="2329458"/>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012931"/>
          </a:solidFill>
          <a:ln w="0" cap="flat">
            <a:noFill/>
            <a:prstDash val="solid"/>
            <a:miter/>
          </a:ln>
        </p:spPr>
        <p:txBody>
          <a:bodyPr rtlCol="0" anchor="ctr"/>
          <a:lstStyle/>
          <a:p>
            <a:pPr algn="ctr" defTabSz="1088449"/>
            <a:r>
              <a:rPr lang="en-US" sz="1200">
                <a:solidFill>
                  <a:srgbClr val="FFFFFF"/>
                </a:solidFill>
                <a:latin typeface="72 Brand"/>
              </a:rPr>
              <a:t>Teal 11</a:t>
            </a:r>
            <a:br>
              <a:rPr lang="en-US" sz="1200">
                <a:solidFill>
                  <a:srgbClr val="FFFFFF"/>
                </a:solidFill>
                <a:latin typeface="72 Brand"/>
              </a:rPr>
            </a:br>
            <a:r>
              <a:rPr lang="en-US" sz="1200">
                <a:solidFill>
                  <a:srgbClr val="FFFFFF"/>
                </a:solidFill>
                <a:latin typeface="72 Brand"/>
              </a:rPr>
              <a:t>#012931</a:t>
            </a:r>
          </a:p>
        </p:txBody>
      </p:sp>
      <p:sp>
        <p:nvSpPr>
          <p:cNvPr id="21" name="Freeform 77">
            <a:extLst>
              <a:ext uri="{FF2B5EF4-FFF2-40B4-BE49-F238E27FC236}">
                <a16:creationId xmlns:a16="http://schemas.microsoft.com/office/drawing/2014/main" id="{B96DC701-A49C-D4B6-0FAE-8C4D1FE14217}"/>
              </a:ext>
            </a:extLst>
          </p:cNvPr>
          <p:cNvSpPr/>
          <p:nvPr userDrawn="1"/>
        </p:nvSpPr>
        <p:spPr>
          <a:xfrm>
            <a:off x="504001" y="2924921"/>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EBF5CB"/>
          </a:solidFill>
          <a:ln w="0" cap="flat">
            <a:noFill/>
            <a:prstDash val="solid"/>
            <a:miter/>
          </a:ln>
        </p:spPr>
        <p:txBody>
          <a:bodyPr rtlCol="0" anchor="ctr"/>
          <a:lstStyle/>
          <a:p>
            <a:pPr algn="ctr" defTabSz="1088449"/>
            <a:r>
              <a:rPr lang="en-US" sz="1200">
                <a:solidFill>
                  <a:srgbClr val="000000"/>
                </a:solidFill>
                <a:latin typeface="72 Brand"/>
              </a:rPr>
              <a:t>Green 2</a:t>
            </a:r>
            <a:br>
              <a:rPr lang="en-US" sz="1200">
                <a:solidFill>
                  <a:srgbClr val="000000"/>
                </a:solidFill>
                <a:latin typeface="72 Brand"/>
              </a:rPr>
            </a:br>
            <a:r>
              <a:rPr lang="en-US" sz="1200">
                <a:solidFill>
                  <a:srgbClr val="000000"/>
                </a:solidFill>
                <a:latin typeface="72 Brand"/>
              </a:rPr>
              <a:t>#EBF5CB</a:t>
            </a:r>
          </a:p>
        </p:txBody>
      </p:sp>
      <p:sp>
        <p:nvSpPr>
          <p:cNvPr id="22" name="Freeform 82">
            <a:extLst>
              <a:ext uri="{FF2B5EF4-FFF2-40B4-BE49-F238E27FC236}">
                <a16:creationId xmlns:a16="http://schemas.microsoft.com/office/drawing/2014/main" id="{D3F535AB-FBBB-CC41-AFDB-6251499A2CC3}"/>
              </a:ext>
            </a:extLst>
          </p:cNvPr>
          <p:cNvSpPr/>
          <p:nvPr userDrawn="1"/>
        </p:nvSpPr>
        <p:spPr>
          <a:xfrm>
            <a:off x="2405161" y="2924921"/>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97DD40"/>
          </a:solidFill>
          <a:ln w="0" cap="flat">
            <a:noFill/>
            <a:prstDash val="solid"/>
            <a:miter/>
          </a:ln>
        </p:spPr>
        <p:txBody>
          <a:bodyPr rtlCol="0" anchor="ctr"/>
          <a:lstStyle/>
          <a:p>
            <a:pPr algn="ctr" defTabSz="1088449"/>
            <a:r>
              <a:rPr lang="en-US" sz="1200">
                <a:solidFill>
                  <a:srgbClr val="000000"/>
                </a:solidFill>
                <a:latin typeface="72 Brand"/>
              </a:rPr>
              <a:t>Green 4</a:t>
            </a:r>
            <a:br>
              <a:rPr lang="en-US" sz="1200">
                <a:solidFill>
                  <a:srgbClr val="000000"/>
                </a:solidFill>
                <a:latin typeface="72 Brand"/>
              </a:rPr>
            </a:br>
            <a:r>
              <a:rPr lang="en-US" sz="1200">
                <a:solidFill>
                  <a:srgbClr val="000000"/>
                </a:solidFill>
                <a:latin typeface="72 Brand"/>
              </a:rPr>
              <a:t>#97DD40</a:t>
            </a:r>
          </a:p>
        </p:txBody>
      </p:sp>
      <p:sp>
        <p:nvSpPr>
          <p:cNvPr id="23" name="Freeform 81">
            <a:extLst>
              <a:ext uri="{FF2B5EF4-FFF2-40B4-BE49-F238E27FC236}">
                <a16:creationId xmlns:a16="http://schemas.microsoft.com/office/drawing/2014/main" id="{FF2D987A-1AEE-FB6C-9091-4D01FA950169}"/>
              </a:ext>
            </a:extLst>
          </p:cNvPr>
          <p:cNvSpPr/>
          <p:nvPr userDrawn="1"/>
        </p:nvSpPr>
        <p:spPr>
          <a:xfrm>
            <a:off x="4306321" y="2924921"/>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chemeClr val="accent3"/>
          </a:solidFill>
          <a:ln w="0" cap="flat">
            <a:noFill/>
            <a:prstDash val="solid"/>
            <a:miter/>
          </a:ln>
        </p:spPr>
        <p:txBody>
          <a:bodyPr rtlCol="0" anchor="ctr"/>
          <a:lstStyle/>
          <a:p>
            <a:pPr algn="ctr" defTabSz="1088449"/>
            <a:r>
              <a:rPr lang="en-US" sz="1200">
                <a:latin typeface="72 Brand"/>
              </a:rPr>
              <a:t>Green 6</a:t>
            </a:r>
            <a:br>
              <a:rPr lang="en-US" sz="1200">
                <a:latin typeface="72 Brand"/>
              </a:rPr>
            </a:br>
            <a:r>
              <a:rPr lang="en-US" sz="1200">
                <a:latin typeface="72 Brand"/>
              </a:rPr>
              <a:t>#36A41D</a:t>
            </a:r>
          </a:p>
        </p:txBody>
      </p:sp>
      <p:sp>
        <p:nvSpPr>
          <p:cNvPr id="24" name="Freeform 80">
            <a:extLst>
              <a:ext uri="{FF2B5EF4-FFF2-40B4-BE49-F238E27FC236}">
                <a16:creationId xmlns:a16="http://schemas.microsoft.com/office/drawing/2014/main" id="{AA53ACC2-4E92-5B3D-5509-AE0FC7AE540D}"/>
              </a:ext>
            </a:extLst>
          </p:cNvPr>
          <p:cNvSpPr/>
          <p:nvPr userDrawn="1"/>
        </p:nvSpPr>
        <p:spPr>
          <a:xfrm>
            <a:off x="6227422" y="2924921"/>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188918"/>
          </a:solidFill>
          <a:ln w="0" cap="flat">
            <a:noFill/>
            <a:prstDash val="solid"/>
            <a:miter/>
          </a:ln>
        </p:spPr>
        <p:txBody>
          <a:bodyPr rtlCol="0" anchor="ctr"/>
          <a:lstStyle/>
          <a:p>
            <a:pPr algn="ctr" defTabSz="1088449"/>
            <a:r>
              <a:rPr lang="en-US" sz="1200">
                <a:solidFill>
                  <a:srgbClr val="FFFFFF"/>
                </a:solidFill>
                <a:latin typeface="72 Brand"/>
              </a:rPr>
              <a:t>Green 7</a:t>
            </a:r>
            <a:br>
              <a:rPr lang="en-US" sz="1200">
                <a:solidFill>
                  <a:srgbClr val="FFFFFF"/>
                </a:solidFill>
                <a:latin typeface="72 Brand"/>
              </a:rPr>
            </a:br>
            <a:r>
              <a:rPr lang="en-US" sz="1200">
                <a:solidFill>
                  <a:srgbClr val="FFFFFF"/>
                </a:solidFill>
                <a:latin typeface="72 Brand"/>
              </a:rPr>
              <a:t>#188918</a:t>
            </a:r>
          </a:p>
        </p:txBody>
      </p:sp>
      <p:sp>
        <p:nvSpPr>
          <p:cNvPr id="25" name="Freeform 79">
            <a:extLst>
              <a:ext uri="{FF2B5EF4-FFF2-40B4-BE49-F238E27FC236}">
                <a16:creationId xmlns:a16="http://schemas.microsoft.com/office/drawing/2014/main" id="{D105CE5F-854F-E5AA-CD56-9B210266B1D7}"/>
              </a:ext>
            </a:extLst>
          </p:cNvPr>
          <p:cNvSpPr/>
          <p:nvPr userDrawn="1"/>
        </p:nvSpPr>
        <p:spPr>
          <a:xfrm>
            <a:off x="8129588" y="2924096"/>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164323"/>
          </a:solidFill>
          <a:ln w="0" cap="flat">
            <a:noFill/>
            <a:prstDash val="solid"/>
            <a:miter/>
          </a:ln>
        </p:spPr>
        <p:txBody>
          <a:bodyPr rtlCol="0" anchor="ctr"/>
          <a:lstStyle/>
          <a:p>
            <a:pPr algn="ctr" defTabSz="1088449"/>
            <a:r>
              <a:rPr lang="en-US" sz="1200">
                <a:solidFill>
                  <a:srgbClr val="FFFFFF"/>
                </a:solidFill>
                <a:latin typeface="72 Brand"/>
              </a:rPr>
              <a:t>Green 10</a:t>
            </a:r>
            <a:br>
              <a:rPr lang="en-US" sz="1200">
                <a:solidFill>
                  <a:srgbClr val="FFFFFF"/>
                </a:solidFill>
                <a:latin typeface="72 Brand"/>
              </a:rPr>
            </a:br>
            <a:r>
              <a:rPr lang="en-US" sz="1200">
                <a:solidFill>
                  <a:srgbClr val="FFFFFF"/>
                </a:solidFill>
                <a:latin typeface="72 Brand"/>
              </a:rPr>
              <a:t>#164323</a:t>
            </a:r>
          </a:p>
        </p:txBody>
      </p:sp>
      <p:sp>
        <p:nvSpPr>
          <p:cNvPr id="26" name="Freeform 78">
            <a:extLst>
              <a:ext uri="{FF2B5EF4-FFF2-40B4-BE49-F238E27FC236}">
                <a16:creationId xmlns:a16="http://schemas.microsoft.com/office/drawing/2014/main" id="{44AC23F7-268E-D9FD-AC0B-EB4A4CB13536}"/>
              </a:ext>
            </a:extLst>
          </p:cNvPr>
          <p:cNvSpPr/>
          <p:nvPr userDrawn="1"/>
        </p:nvSpPr>
        <p:spPr>
          <a:xfrm>
            <a:off x="10050689" y="2924096"/>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0E2B16"/>
          </a:solidFill>
          <a:ln w="0" cap="flat">
            <a:noFill/>
            <a:prstDash val="solid"/>
            <a:miter/>
          </a:ln>
        </p:spPr>
        <p:txBody>
          <a:bodyPr rtlCol="0" anchor="ctr"/>
          <a:lstStyle/>
          <a:p>
            <a:pPr algn="ctr" defTabSz="1088449"/>
            <a:r>
              <a:rPr lang="en-US" sz="1200">
                <a:solidFill>
                  <a:srgbClr val="FFFFFF"/>
                </a:solidFill>
                <a:latin typeface="72 Brand"/>
              </a:rPr>
              <a:t>Green 11</a:t>
            </a:r>
            <a:br>
              <a:rPr lang="en-US" sz="1200">
                <a:solidFill>
                  <a:srgbClr val="FFFFFF"/>
                </a:solidFill>
                <a:latin typeface="72 Brand"/>
              </a:rPr>
            </a:br>
            <a:r>
              <a:rPr lang="en-US" sz="1200">
                <a:solidFill>
                  <a:srgbClr val="FFFFFF"/>
                </a:solidFill>
                <a:latin typeface="72 Brand"/>
              </a:rPr>
              <a:t>#0E2B16</a:t>
            </a:r>
          </a:p>
        </p:txBody>
      </p:sp>
      <p:sp>
        <p:nvSpPr>
          <p:cNvPr id="27" name="Freeform 83">
            <a:extLst>
              <a:ext uri="{FF2B5EF4-FFF2-40B4-BE49-F238E27FC236}">
                <a16:creationId xmlns:a16="http://schemas.microsoft.com/office/drawing/2014/main" id="{FCD2E78F-C379-DA9E-AC51-45BB0ACD8CDC}"/>
              </a:ext>
            </a:extLst>
          </p:cNvPr>
          <p:cNvSpPr/>
          <p:nvPr userDrawn="1"/>
        </p:nvSpPr>
        <p:spPr>
          <a:xfrm>
            <a:off x="504001" y="3519559"/>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FFF3B8"/>
          </a:solidFill>
          <a:ln w="0" cap="flat">
            <a:noFill/>
            <a:prstDash val="solid"/>
            <a:miter/>
          </a:ln>
        </p:spPr>
        <p:txBody>
          <a:bodyPr rtlCol="0" anchor="ctr"/>
          <a:lstStyle/>
          <a:p>
            <a:pPr algn="ctr" defTabSz="1088449"/>
            <a:r>
              <a:rPr lang="en-US" sz="1200">
                <a:solidFill>
                  <a:srgbClr val="000000"/>
                </a:solidFill>
                <a:latin typeface="72 Brand"/>
              </a:rPr>
              <a:t>Mango 2</a:t>
            </a:r>
            <a:br>
              <a:rPr lang="en-US" sz="1200">
                <a:solidFill>
                  <a:srgbClr val="000000"/>
                </a:solidFill>
                <a:latin typeface="72 Brand"/>
              </a:rPr>
            </a:br>
            <a:r>
              <a:rPr lang="en-US" sz="1200">
                <a:solidFill>
                  <a:srgbClr val="000000"/>
                </a:solidFill>
                <a:latin typeface="72 Brand"/>
              </a:rPr>
              <a:t>#FFF3B8</a:t>
            </a:r>
          </a:p>
        </p:txBody>
      </p:sp>
      <p:sp>
        <p:nvSpPr>
          <p:cNvPr id="28" name="Freeform 88">
            <a:extLst>
              <a:ext uri="{FF2B5EF4-FFF2-40B4-BE49-F238E27FC236}">
                <a16:creationId xmlns:a16="http://schemas.microsoft.com/office/drawing/2014/main" id="{8F604492-C37F-A63E-B6EF-C1D9DA958F6A}"/>
              </a:ext>
            </a:extLst>
          </p:cNvPr>
          <p:cNvSpPr/>
          <p:nvPr userDrawn="1"/>
        </p:nvSpPr>
        <p:spPr>
          <a:xfrm>
            <a:off x="2405161" y="3519559"/>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FFC933"/>
          </a:solidFill>
          <a:ln w="0" cap="flat">
            <a:noFill/>
            <a:prstDash val="solid"/>
            <a:miter/>
          </a:ln>
        </p:spPr>
        <p:txBody>
          <a:bodyPr rtlCol="0" anchor="ctr"/>
          <a:lstStyle/>
          <a:p>
            <a:pPr algn="ctr" defTabSz="1088449"/>
            <a:r>
              <a:rPr lang="en-US" sz="1200">
                <a:solidFill>
                  <a:srgbClr val="000000"/>
                </a:solidFill>
                <a:latin typeface="72 Brand"/>
              </a:rPr>
              <a:t>Mango 4</a:t>
            </a:r>
            <a:br>
              <a:rPr lang="en-US" sz="1200">
                <a:solidFill>
                  <a:srgbClr val="000000"/>
                </a:solidFill>
                <a:latin typeface="72 Brand"/>
              </a:rPr>
            </a:br>
            <a:r>
              <a:rPr lang="en-US" sz="1200">
                <a:solidFill>
                  <a:srgbClr val="000000"/>
                </a:solidFill>
                <a:latin typeface="72 Brand"/>
              </a:rPr>
              <a:t>#FFC933</a:t>
            </a:r>
          </a:p>
        </p:txBody>
      </p:sp>
      <p:sp>
        <p:nvSpPr>
          <p:cNvPr id="29" name="Freeform 87">
            <a:extLst>
              <a:ext uri="{FF2B5EF4-FFF2-40B4-BE49-F238E27FC236}">
                <a16:creationId xmlns:a16="http://schemas.microsoft.com/office/drawing/2014/main" id="{1903B33E-7553-03DE-1850-350C0DCE0478}"/>
              </a:ext>
            </a:extLst>
          </p:cNvPr>
          <p:cNvSpPr/>
          <p:nvPr userDrawn="1"/>
        </p:nvSpPr>
        <p:spPr>
          <a:xfrm>
            <a:off x="4306321" y="3519559"/>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chemeClr val="accent1"/>
          </a:solidFill>
          <a:ln w="0" cap="flat">
            <a:noFill/>
            <a:prstDash val="solid"/>
            <a:miter/>
          </a:ln>
        </p:spPr>
        <p:txBody>
          <a:bodyPr rtlCol="0" anchor="ctr"/>
          <a:lstStyle/>
          <a:p>
            <a:pPr algn="ctr" defTabSz="1088449"/>
            <a:r>
              <a:rPr lang="en-US" sz="1200">
                <a:latin typeface="72 Brand"/>
              </a:rPr>
              <a:t>Mango 6</a:t>
            </a:r>
            <a:br>
              <a:rPr lang="en-US" sz="1200">
                <a:latin typeface="72 Brand"/>
              </a:rPr>
            </a:br>
            <a:r>
              <a:rPr lang="en-US" sz="1200">
                <a:latin typeface="72 Brand"/>
              </a:rPr>
              <a:t>#E76500</a:t>
            </a:r>
          </a:p>
        </p:txBody>
      </p:sp>
      <p:sp>
        <p:nvSpPr>
          <p:cNvPr id="30" name="Freeform 86">
            <a:extLst>
              <a:ext uri="{FF2B5EF4-FFF2-40B4-BE49-F238E27FC236}">
                <a16:creationId xmlns:a16="http://schemas.microsoft.com/office/drawing/2014/main" id="{220419B0-04C2-995C-B267-365BA4A8314C}"/>
              </a:ext>
            </a:extLst>
          </p:cNvPr>
          <p:cNvSpPr/>
          <p:nvPr userDrawn="1"/>
        </p:nvSpPr>
        <p:spPr>
          <a:xfrm>
            <a:off x="6227422" y="3519559"/>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C35500"/>
          </a:solidFill>
          <a:ln w="0" cap="flat">
            <a:noFill/>
            <a:prstDash val="solid"/>
            <a:miter/>
          </a:ln>
        </p:spPr>
        <p:txBody>
          <a:bodyPr rtlCol="0" anchor="ctr"/>
          <a:lstStyle/>
          <a:p>
            <a:pPr algn="ctr" defTabSz="1088449"/>
            <a:r>
              <a:rPr lang="en-US" sz="1200">
                <a:solidFill>
                  <a:srgbClr val="FFFFFF"/>
                </a:solidFill>
                <a:latin typeface="72 Brand"/>
              </a:rPr>
              <a:t>Mango 7</a:t>
            </a:r>
            <a:br>
              <a:rPr lang="en-US" sz="1200">
                <a:solidFill>
                  <a:srgbClr val="FFFFFF"/>
                </a:solidFill>
                <a:latin typeface="72 Brand"/>
              </a:rPr>
            </a:br>
            <a:r>
              <a:rPr lang="en-US" sz="1200">
                <a:solidFill>
                  <a:srgbClr val="FFFFFF"/>
                </a:solidFill>
                <a:latin typeface="72 Brand"/>
              </a:rPr>
              <a:t>#C35500</a:t>
            </a:r>
          </a:p>
        </p:txBody>
      </p:sp>
      <p:sp>
        <p:nvSpPr>
          <p:cNvPr id="31" name="Freeform 85">
            <a:extLst>
              <a:ext uri="{FF2B5EF4-FFF2-40B4-BE49-F238E27FC236}">
                <a16:creationId xmlns:a16="http://schemas.microsoft.com/office/drawing/2014/main" id="{5291C6D6-3C0A-1EC1-0DE4-3468327A01FC}"/>
              </a:ext>
            </a:extLst>
          </p:cNvPr>
          <p:cNvSpPr/>
          <p:nvPr userDrawn="1"/>
        </p:nvSpPr>
        <p:spPr>
          <a:xfrm>
            <a:off x="8129588" y="3518734"/>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6D1900"/>
          </a:solidFill>
          <a:ln w="0" cap="flat">
            <a:noFill/>
            <a:prstDash val="solid"/>
            <a:miter/>
          </a:ln>
        </p:spPr>
        <p:txBody>
          <a:bodyPr rtlCol="0" anchor="ctr"/>
          <a:lstStyle/>
          <a:p>
            <a:pPr algn="ctr" defTabSz="1088449"/>
            <a:r>
              <a:rPr lang="en-US" sz="1200">
                <a:solidFill>
                  <a:srgbClr val="FFFFFF"/>
                </a:solidFill>
                <a:latin typeface="72 Brand"/>
              </a:rPr>
              <a:t>Mango 10</a:t>
            </a:r>
            <a:br>
              <a:rPr lang="en-US" sz="1200">
                <a:solidFill>
                  <a:srgbClr val="FFFFFF"/>
                </a:solidFill>
                <a:latin typeface="72 Brand"/>
              </a:rPr>
            </a:br>
            <a:r>
              <a:rPr lang="en-US" sz="1200">
                <a:solidFill>
                  <a:srgbClr val="FFFFFF"/>
                </a:solidFill>
                <a:latin typeface="72 Brand"/>
              </a:rPr>
              <a:t>#6D1900</a:t>
            </a:r>
          </a:p>
        </p:txBody>
      </p:sp>
      <p:sp>
        <p:nvSpPr>
          <p:cNvPr id="32" name="Freeform 84">
            <a:extLst>
              <a:ext uri="{FF2B5EF4-FFF2-40B4-BE49-F238E27FC236}">
                <a16:creationId xmlns:a16="http://schemas.microsoft.com/office/drawing/2014/main" id="{0C8AFC63-A495-CD19-A678-5D1C65A0F630}"/>
              </a:ext>
            </a:extLst>
          </p:cNvPr>
          <p:cNvSpPr/>
          <p:nvPr userDrawn="1"/>
        </p:nvSpPr>
        <p:spPr>
          <a:xfrm>
            <a:off x="10050689" y="3518734"/>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450B00"/>
          </a:solidFill>
          <a:ln w="0" cap="flat">
            <a:noFill/>
            <a:prstDash val="solid"/>
            <a:miter/>
          </a:ln>
        </p:spPr>
        <p:txBody>
          <a:bodyPr rtlCol="0" anchor="ctr"/>
          <a:lstStyle/>
          <a:p>
            <a:pPr algn="ctr" defTabSz="1088449"/>
            <a:r>
              <a:rPr lang="en-US" sz="1200">
                <a:solidFill>
                  <a:srgbClr val="FFFFFF"/>
                </a:solidFill>
                <a:latin typeface="72 Brand"/>
              </a:rPr>
              <a:t>Mango 11</a:t>
            </a:r>
            <a:br>
              <a:rPr lang="en-US" sz="1200">
                <a:solidFill>
                  <a:srgbClr val="FFFFFF"/>
                </a:solidFill>
                <a:latin typeface="72 Brand"/>
              </a:rPr>
            </a:br>
            <a:r>
              <a:rPr lang="en-US" sz="1200">
                <a:solidFill>
                  <a:srgbClr val="FFFFFF"/>
                </a:solidFill>
                <a:latin typeface="72 Brand"/>
              </a:rPr>
              <a:t>#450B00</a:t>
            </a:r>
          </a:p>
        </p:txBody>
      </p:sp>
      <p:sp>
        <p:nvSpPr>
          <p:cNvPr id="33" name="Freeform 89">
            <a:extLst>
              <a:ext uri="{FF2B5EF4-FFF2-40B4-BE49-F238E27FC236}">
                <a16:creationId xmlns:a16="http://schemas.microsoft.com/office/drawing/2014/main" id="{88F1E754-E8C5-5438-3533-D344315E7FC2}"/>
              </a:ext>
            </a:extLst>
          </p:cNvPr>
          <p:cNvSpPr/>
          <p:nvPr userDrawn="1"/>
        </p:nvSpPr>
        <p:spPr>
          <a:xfrm>
            <a:off x="504001" y="411419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FFD5EA"/>
          </a:solidFill>
          <a:ln w="0" cap="flat">
            <a:noFill/>
            <a:prstDash val="solid"/>
            <a:miter/>
          </a:ln>
        </p:spPr>
        <p:txBody>
          <a:bodyPr rtlCol="0" anchor="ctr"/>
          <a:lstStyle/>
          <a:p>
            <a:pPr algn="ctr" defTabSz="1088449"/>
            <a:r>
              <a:rPr lang="en-US" sz="1200">
                <a:solidFill>
                  <a:srgbClr val="000000"/>
                </a:solidFill>
                <a:latin typeface="72 Brand"/>
              </a:rPr>
              <a:t>Red 2</a:t>
            </a:r>
            <a:br>
              <a:rPr lang="en-US" sz="1200">
                <a:solidFill>
                  <a:srgbClr val="000000"/>
                </a:solidFill>
                <a:latin typeface="72 Brand"/>
              </a:rPr>
            </a:br>
            <a:r>
              <a:rPr lang="en-US" sz="1200">
                <a:solidFill>
                  <a:srgbClr val="000000"/>
                </a:solidFill>
                <a:latin typeface="72 Brand"/>
              </a:rPr>
              <a:t>#FFD5EA</a:t>
            </a:r>
          </a:p>
        </p:txBody>
      </p:sp>
      <p:sp>
        <p:nvSpPr>
          <p:cNvPr id="34" name="Freeform 94">
            <a:extLst>
              <a:ext uri="{FF2B5EF4-FFF2-40B4-BE49-F238E27FC236}">
                <a16:creationId xmlns:a16="http://schemas.microsoft.com/office/drawing/2014/main" id="{F9CAB2F5-111E-9B62-A950-2766E6062CBF}"/>
              </a:ext>
            </a:extLst>
          </p:cNvPr>
          <p:cNvSpPr/>
          <p:nvPr userDrawn="1"/>
        </p:nvSpPr>
        <p:spPr>
          <a:xfrm>
            <a:off x="2405161" y="411419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FF8CB2"/>
          </a:solidFill>
          <a:ln w="0" cap="flat">
            <a:noFill/>
            <a:prstDash val="solid"/>
            <a:miter/>
          </a:ln>
        </p:spPr>
        <p:txBody>
          <a:bodyPr rtlCol="0" anchor="ctr"/>
          <a:lstStyle/>
          <a:p>
            <a:pPr algn="ctr" defTabSz="1088449"/>
            <a:r>
              <a:rPr lang="en-US" sz="1200">
                <a:solidFill>
                  <a:srgbClr val="000000"/>
                </a:solidFill>
                <a:latin typeface="72 Brand"/>
              </a:rPr>
              <a:t>Red 4</a:t>
            </a:r>
            <a:br>
              <a:rPr lang="en-US" sz="1200">
                <a:solidFill>
                  <a:srgbClr val="000000"/>
                </a:solidFill>
                <a:latin typeface="72 Brand"/>
              </a:rPr>
            </a:br>
            <a:r>
              <a:rPr lang="en-US" sz="1200">
                <a:solidFill>
                  <a:srgbClr val="000000"/>
                </a:solidFill>
                <a:latin typeface="72 Brand"/>
              </a:rPr>
              <a:t>#FF8CB2</a:t>
            </a:r>
          </a:p>
        </p:txBody>
      </p:sp>
      <p:sp>
        <p:nvSpPr>
          <p:cNvPr id="35" name="Freeform 93">
            <a:extLst>
              <a:ext uri="{FF2B5EF4-FFF2-40B4-BE49-F238E27FC236}">
                <a16:creationId xmlns:a16="http://schemas.microsoft.com/office/drawing/2014/main" id="{20875E28-2038-256F-D469-19622F84F475}"/>
              </a:ext>
            </a:extLst>
          </p:cNvPr>
          <p:cNvSpPr/>
          <p:nvPr userDrawn="1"/>
        </p:nvSpPr>
        <p:spPr>
          <a:xfrm>
            <a:off x="4306321" y="411419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EE3939"/>
          </a:solidFill>
          <a:ln w="0" cap="flat">
            <a:noFill/>
            <a:prstDash val="solid"/>
            <a:miter/>
          </a:ln>
        </p:spPr>
        <p:txBody>
          <a:bodyPr rtlCol="0" anchor="ctr"/>
          <a:lstStyle/>
          <a:p>
            <a:pPr algn="ctr" defTabSz="1088449"/>
            <a:r>
              <a:rPr lang="en-US" sz="1200">
                <a:latin typeface="72 Brand"/>
              </a:rPr>
              <a:t>Red 6</a:t>
            </a:r>
            <a:br>
              <a:rPr lang="en-US" sz="1200">
                <a:latin typeface="72 Brand"/>
              </a:rPr>
            </a:br>
            <a:r>
              <a:rPr lang="en-US" sz="1200">
                <a:latin typeface="72 Brand"/>
              </a:rPr>
              <a:t>#EE3939</a:t>
            </a:r>
          </a:p>
        </p:txBody>
      </p:sp>
      <p:sp>
        <p:nvSpPr>
          <p:cNvPr id="36" name="Freeform 92">
            <a:extLst>
              <a:ext uri="{FF2B5EF4-FFF2-40B4-BE49-F238E27FC236}">
                <a16:creationId xmlns:a16="http://schemas.microsoft.com/office/drawing/2014/main" id="{54067863-63ED-3E20-7BA9-91BA18863CAC}"/>
              </a:ext>
            </a:extLst>
          </p:cNvPr>
          <p:cNvSpPr/>
          <p:nvPr userDrawn="1"/>
        </p:nvSpPr>
        <p:spPr>
          <a:xfrm>
            <a:off x="6227422" y="411419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D20A0A"/>
          </a:solidFill>
          <a:ln w="0" cap="flat">
            <a:noFill/>
            <a:prstDash val="solid"/>
            <a:miter/>
          </a:ln>
        </p:spPr>
        <p:txBody>
          <a:bodyPr rtlCol="0" anchor="ctr"/>
          <a:lstStyle/>
          <a:p>
            <a:pPr algn="ctr" defTabSz="1088449"/>
            <a:r>
              <a:rPr lang="en-US" sz="1200">
                <a:solidFill>
                  <a:srgbClr val="FFFFFF"/>
                </a:solidFill>
                <a:latin typeface="72 Brand"/>
              </a:rPr>
              <a:t>Red 7</a:t>
            </a:r>
            <a:br>
              <a:rPr lang="en-US" sz="1200">
                <a:solidFill>
                  <a:srgbClr val="FFFFFF"/>
                </a:solidFill>
                <a:latin typeface="72 Brand"/>
              </a:rPr>
            </a:br>
            <a:r>
              <a:rPr lang="en-US" sz="1200">
                <a:solidFill>
                  <a:srgbClr val="FFFFFF"/>
                </a:solidFill>
                <a:latin typeface="72 Brand"/>
              </a:rPr>
              <a:t>#D20A0A</a:t>
            </a:r>
          </a:p>
        </p:txBody>
      </p:sp>
      <p:sp>
        <p:nvSpPr>
          <p:cNvPr id="37" name="Freeform 91">
            <a:extLst>
              <a:ext uri="{FF2B5EF4-FFF2-40B4-BE49-F238E27FC236}">
                <a16:creationId xmlns:a16="http://schemas.microsoft.com/office/drawing/2014/main" id="{16AC9816-9312-095C-CA75-9BB225C4252E}"/>
              </a:ext>
            </a:extLst>
          </p:cNvPr>
          <p:cNvSpPr/>
          <p:nvPr userDrawn="1"/>
        </p:nvSpPr>
        <p:spPr>
          <a:xfrm>
            <a:off x="8129588" y="4113372"/>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5A0404"/>
          </a:solidFill>
          <a:ln w="0" cap="flat">
            <a:noFill/>
            <a:prstDash val="solid"/>
            <a:miter/>
          </a:ln>
        </p:spPr>
        <p:txBody>
          <a:bodyPr rtlCol="0" anchor="ctr"/>
          <a:lstStyle/>
          <a:p>
            <a:pPr algn="ctr" defTabSz="1088449"/>
            <a:r>
              <a:rPr lang="en-US" sz="1200">
                <a:solidFill>
                  <a:srgbClr val="FFFFFF"/>
                </a:solidFill>
                <a:latin typeface="72 Brand"/>
              </a:rPr>
              <a:t>Red 10</a:t>
            </a:r>
            <a:br>
              <a:rPr lang="en-US" sz="1200">
                <a:solidFill>
                  <a:srgbClr val="FFFFFF"/>
                </a:solidFill>
                <a:latin typeface="72 Brand"/>
              </a:rPr>
            </a:br>
            <a:r>
              <a:rPr lang="en-US" sz="1200">
                <a:solidFill>
                  <a:srgbClr val="FFFFFF"/>
                </a:solidFill>
                <a:latin typeface="72 Brand"/>
              </a:rPr>
              <a:t>#5A0404</a:t>
            </a:r>
          </a:p>
        </p:txBody>
      </p:sp>
      <p:sp>
        <p:nvSpPr>
          <p:cNvPr id="38" name="Freeform 90">
            <a:extLst>
              <a:ext uri="{FF2B5EF4-FFF2-40B4-BE49-F238E27FC236}">
                <a16:creationId xmlns:a16="http://schemas.microsoft.com/office/drawing/2014/main" id="{AEF6149F-55EA-8B85-D5DF-EFB6B2FF4645}"/>
              </a:ext>
            </a:extLst>
          </p:cNvPr>
          <p:cNvSpPr/>
          <p:nvPr userDrawn="1"/>
        </p:nvSpPr>
        <p:spPr>
          <a:xfrm>
            <a:off x="10050689" y="4113372"/>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350000"/>
          </a:solidFill>
          <a:ln w="0" cap="flat">
            <a:noFill/>
            <a:prstDash val="solid"/>
            <a:miter/>
          </a:ln>
        </p:spPr>
        <p:txBody>
          <a:bodyPr rtlCol="0" anchor="ctr"/>
          <a:lstStyle/>
          <a:p>
            <a:pPr algn="ctr" defTabSz="1088449"/>
            <a:r>
              <a:rPr lang="en-US" sz="1200">
                <a:solidFill>
                  <a:srgbClr val="FFFFFF"/>
                </a:solidFill>
                <a:latin typeface="72 Brand"/>
              </a:rPr>
              <a:t>Red 11</a:t>
            </a:r>
            <a:br>
              <a:rPr lang="en-US" sz="1200">
                <a:solidFill>
                  <a:srgbClr val="FFFFFF"/>
                </a:solidFill>
                <a:latin typeface="72 Brand"/>
              </a:rPr>
            </a:br>
            <a:r>
              <a:rPr lang="en-US" sz="1200">
                <a:solidFill>
                  <a:srgbClr val="FFFFFF"/>
                </a:solidFill>
                <a:latin typeface="72 Brand"/>
              </a:rPr>
              <a:t>#350000</a:t>
            </a:r>
          </a:p>
        </p:txBody>
      </p:sp>
      <p:sp>
        <p:nvSpPr>
          <p:cNvPr id="39" name="Freeform 95">
            <a:extLst>
              <a:ext uri="{FF2B5EF4-FFF2-40B4-BE49-F238E27FC236}">
                <a16:creationId xmlns:a16="http://schemas.microsoft.com/office/drawing/2014/main" id="{4027EC94-48C6-D9D1-D350-2C19E151F706}"/>
              </a:ext>
            </a:extLst>
          </p:cNvPr>
          <p:cNvSpPr/>
          <p:nvPr userDrawn="1"/>
        </p:nvSpPr>
        <p:spPr>
          <a:xfrm>
            <a:off x="504001" y="4708836"/>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FFDCE8"/>
          </a:solidFill>
          <a:ln w="0" cap="flat">
            <a:noFill/>
            <a:prstDash val="solid"/>
            <a:miter/>
          </a:ln>
        </p:spPr>
        <p:txBody>
          <a:bodyPr rtlCol="0" anchor="ctr"/>
          <a:lstStyle/>
          <a:p>
            <a:pPr algn="ctr" defTabSz="1088449"/>
            <a:r>
              <a:rPr lang="en-US" sz="1200">
                <a:solidFill>
                  <a:srgbClr val="000000"/>
                </a:solidFill>
                <a:latin typeface="72 Brand"/>
              </a:rPr>
              <a:t>Raspberry 2</a:t>
            </a:r>
            <a:br>
              <a:rPr lang="en-US" sz="1200">
                <a:solidFill>
                  <a:srgbClr val="000000"/>
                </a:solidFill>
                <a:latin typeface="72 Brand"/>
              </a:rPr>
            </a:br>
            <a:r>
              <a:rPr lang="en-US" sz="1200">
                <a:solidFill>
                  <a:srgbClr val="000000"/>
                </a:solidFill>
                <a:latin typeface="72 Brand"/>
              </a:rPr>
              <a:t>#FFDCE8</a:t>
            </a:r>
          </a:p>
        </p:txBody>
      </p:sp>
      <p:sp>
        <p:nvSpPr>
          <p:cNvPr id="40" name="Freeform 100">
            <a:extLst>
              <a:ext uri="{FF2B5EF4-FFF2-40B4-BE49-F238E27FC236}">
                <a16:creationId xmlns:a16="http://schemas.microsoft.com/office/drawing/2014/main" id="{74AAC3CA-6774-EA05-39D2-6BFA7B4DF9B5}"/>
              </a:ext>
            </a:extLst>
          </p:cNvPr>
          <p:cNvSpPr/>
          <p:nvPr userDrawn="1"/>
        </p:nvSpPr>
        <p:spPr>
          <a:xfrm>
            <a:off x="2405161" y="4708836"/>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FEADC8"/>
          </a:solidFill>
          <a:ln w="0" cap="flat">
            <a:noFill/>
            <a:prstDash val="solid"/>
            <a:miter/>
          </a:ln>
        </p:spPr>
        <p:txBody>
          <a:bodyPr rtlCol="0" anchor="ctr"/>
          <a:lstStyle/>
          <a:p>
            <a:pPr algn="ctr" defTabSz="1088449"/>
            <a:r>
              <a:rPr lang="en-US" sz="1200">
                <a:solidFill>
                  <a:srgbClr val="000000"/>
                </a:solidFill>
                <a:latin typeface="72 Brand"/>
              </a:rPr>
              <a:t>Raspberry 4</a:t>
            </a:r>
            <a:br>
              <a:rPr lang="en-US" sz="1200">
                <a:solidFill>
                  <a:srgbClr val="000000"/>
                </a:solidFill>
                <a:latin typeface="72 Brand"/>
              </a:rPr>
            </a:br>
            <a:r>
              <a:rPr lang="en-US" sz="1200">
                <a:solidFill>
                  <a:srgbClr val="000000"/>
                </a:solidFill>
                <a:latin typeface="72 Brand"/>
              </a:rPr>
              <a:t>#FEADC8</a:t>
            </a:r>
          </a:p>
        </p:txBody>
      </p:sp>
      <p:sp>
        <p:nvSpPr>
          <p:cNvPr id="41" name="Freeform 99">
            <a:extLst>
              <a:ext uri="{FF2B5EF4-FFF2-40B4-BE49-F238E27FC236}">
                <a16:creationId xmlns:a16="http://schemas.microsoft.com/office/drawing/2014/main" id="{81CE6DC8-B91F-EDAE-0084-E839B0BE2C32}"/>
              </a:ext>
            </a:extLst>
          </p:cNvPr>
          <p:cNvSpPr/>
          <p:nvPr userDrawn="1"/>
        </p:nvSpPr>
        <p:spPr>
          <a:xfrm>
            <a:off x="4306321" y="4708836"/>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chemeClr val="accent4"/>
          </a:solidFill>
          <a:ln w="0" cap="flat">
            <a:noFill/>
            <a:prstDash val="solid"/>
            <a:miter/>
          </a:ln>
        </p:spPr>
        <p:txBody>
          <a:bodyPr rtlCol="0" anchor="ctr"/>
          <a:lstStyle/>
          <a:p>
            <a:pPr algn="ctr" defTabSz="1088449"/>
            <a:r>
              <a:rPr lang="en-US" sz="1200">
                <a:latin typeface="72 Brand"/>
              </a:rPr>
              <a:t>Raspberry 6</a:t>
            </a:r>
            <a:br>
              <a:rPr lang="en-US" sz="1200">
                <a:latin typeface="72 Brand"/>
              </a:rPr>
            </a:br>
            <a:r>
              <a:rPr lang="en-US" sz="1200">
                <a:latin typeface="72 Brand"/>
              </a:rPr>
              <a:t>#FA4F96</a:t>
            </a:r>
          </a:p>
        </p:txBody>
      </p:sp>
      <p:sp>
        <p:nvSpPr>
          <p:cNvPr id="42" name="Freeform 98">
            <a:extLst>
              <a:ext uri="{FF2B5EF4-FFF2-40B4-BE49-F238E27FC236}">
                <a16:creationId xmlns:a16="http://schemas.microsoft.com/office/drawing/2014/main" id="{445568CB-5C4B-F612-2395-62D135B605D9}"/>
              </a:ext>
            </a:extLst>
          </p:cNvPr>
          <p:cNvSpPr/>
          <p:nvPr userDrawn="1"/>
        </p:nvSpPr>
        <p:spPr>
          <a:xfrm>
            <a:off x="6227422" y="4708836"/>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DF1278"/>
          </a:solidFill>
          <a:ln w="0" cap="flat">
            <a:noFill/>
            <a:prstDash val="solid"/>
            <a:miter/>
          </a:ln>
        </p:spPr>
        <p:txBody>
          <a:bodyPr rtlCol="0" anchor="ctr"/>
          <a:lstStyle/>
          <a:p>
            <a:pPr algn="ctr" defTabSz="1088449"/>
            <a:r>
              <a:rPr lang="en-US" sz="1200">
                <a:solidFill>
                  <a:srgbClr val="FFFFFF"/>
                </a:solidFill>
                <a:latin typeface="72 Brand"/>
              </a:rPr>
              <a:t>Raspberry 7</a:t>
            </a:r>
            <a:br>
              <a:rPr lang="en-US" sz="1200">
                <a:solidFill>
                  <a:srgbClr val="FFFFFF"/>
                </a:solidFill>
                <a:latin typeface="72 Brand"/>
              </a:rPr>
            </a:br>
            <a:r>
              <a:rPr lang="en-US" sz="1200">
                <a:solidFill>
                  <a:srgbClr val="FFFFFF"/>
                </a:solidFill>
                <a:latin typeface="72 Brand"/>
              </a:rPr>
              <a:t>#DF1278</a:t>
            </a:r>
          </a:p>
        </p:txBody>
      </p:sp>
      <p:sp>
        <p:nvSpPr>
          <p:cNvPr id="43" name="Freeform 97">
            <a:extLst>
              <a:ext uri="{FF2B5EF4-FFF2-40B4-BE49-F238E27FC236}">
                <a16:creationId xmlns:a16="http://schemas.microsoft.com/office/drawing/2014/main" id="{880D550A-2A0C-9B91-BC01-2F055CD55C3E}"/>
              </a:ext>
            </a:extLst>
          </p:cNvPr>
          <p:cNvSpPr/>
          <p:nvPr userDrawn="1"/>
        </p:nvSpPr>
        <p:spPr>
          <a:xfrm>
            <a:off x="8129588" y="4708011"/>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71014B"/>
          </a:solidFill>
          <a:ln w="0" cap="flat">
            <a:noFill/>
            <a:prstDash val="solid"/>
            <a:miter/>
          </a:ln>
        </p:spPr>
        <p:txBody>
          <a:bodyPr rtlCol="0" anchor="ctr"/>
          <a:lstStyle/>
          <a:p>
            <a:pPr algn="ctr" defTabSz="1088449"/>
            <a:r>
              <a:rPr lang="en-US" sz="1200">
                <a:solidFill>
                  <a:srgbClr val="FFFFFF"/>
                </a:solidFill>
                <a:latin typeface="72 Brand"/>
              </a:rPr>
              <a:t>Raspberry 10</a:t>
            </a:r>
            <a:br>
              <a:rPr lang="en-US" sz="1200">
                <a:solidFill>
                  <a:srgbClr val="FFFFFF"/>
                </a:solidFill>
                <a:latin typeface="72 Brand"/>
              </a:rPr>
            </a:br>
            <a:r>
              <a:rPr lang="en-US" sz="1200">
                <a:solidFill>
                  <a:srgbClr val="FFFFFF"/>
                </a:solidFill>
                <a:latin typeface="72 Brand"/>
              </a:rPr>
              <a:t>#71014B</a:t>
            </a:r>
          </a:p>
        </p:txBody>
      </p:sp>
      <p:sp>
        <p:nvSpPr>
          <p:cNvPr id="44" name="Freeform 96">
            <a:extLst>
              <a:ext uri="{FF2B5EF4-FFF2-40B4-BE49-F238E27FC236}">
                <a16:creationId xmlns:a16="http://schemas.microsoft.com/office/drawing/2014/main" id="{B990BC40-0AED-879D-23F0-E5EC2B7BFC43}"/>
              </a:ext>
            </a:extLst>
          </p:cNvPr>
          <p:cNvSpPr/>
          <p:nvPr userDrawn="1"/>
        </p:nvSpPr>
        <p:spPr>
          <a:xfrm>
            <a:off x="10050689" y="4708011"/>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510136"/>
          </a:solidFill>
          <a:ln w="0" cap="flat">
            <a:noFill/>
            <a:prstDash val="solid"/>
            <a:miter/>
          </a:ln>
        </p:spPr>
        <p:txBody>
          <a:bodyPr rtlCol="0" anchor="ctr"/>
          <a:lstStyle/>
          <a:p>
            <a:pPr algn="ctr" defTabSz="1088449"/>
            <a:r>
              <a:rPr lang="en-US" sz="1200">
                <a:solidFill>
                  <a:srgbClr val="FFFFFF"/>
                </a:solidFill>
                <a:latin typeface="72 Brand"/>
              </a:rPr>
              <a:t>Raspberry 11</a:t>
            </a:r>
            <a:br>
              <a:rPr lang="en-US" sz="1200">
                <a:solidFill>
                  <a:srgbClr val="FFFFFF"/>
                </a:solidFill>
                <a:latin typeface="72 Brand"/>
              </a:rPr>
            </a:br>
            <a:r>
              <a:rPr lang="en-US" sz="1200">
                <a:solidFill>
                  <a:srgbClr val="FFFFFF"/>
                </a:solidFill>
                <a:latin typeface="72 Brand"/>
              </a:rPr>
              <a:t>#510136</a:t>
            </a:r>
          </a:p>
        </p:txBody>
      </p:sp>
      <p:sp>
        <p:nvSpPr>
          <p:cNvPr id="45" name="Freeform 101">
            <a:extLst>
              <a:ext uri="{FF2B5EF4-FFF2-40B4-BE49-F238E27FC236}">
                <a16:creationId xmlns:a16="http://schemas.microsoft.com/office/drawing/2014/main" id="{917F0007-E6BC-B6A0-B878-68DA78CFED8B}"/>
              </a:ext>
            </a:extLst>
          </p:cNvPr>
          <p:cNvSpPr/>
          <p:nvPr userDrawn="1"/>
        </p:nvSpPr>
        <p:spPr>
          <a:xfrm>
            <a:off x="504001" y="5303474"/>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FFDCF3"/>
          </a:solidFill>
          <a:ln w="0" cap="flat">
            <a:noFill/>
            <a:prstDash val="solid"/>
            <a:miter/>
          </a:ln>
        </p:spPr>
        <p:txBody>
          <a:bodyPr rtlCol="0" anchor="ctr"/>
          <a:lstStyle/>
          <a:p>
            <a:pPr algn="ctr" defTabSz="1088449"/>
            <a:r>
              <a:rPr lang="en-US" sz="1200">
                <a:solidFill>
                  <a:srgbClr val="000000"/>
                </a:solidFill>
                <a:latin typeface="72 Brand"/>
              </a:rPr>
              <a:t>Pink 2</a:t>
            </a:r>
            <a:br>
              <a:rPr lang="en-US" sz="1200">
                <a:solidFill>
                  <a:srgbClr val="000000"/>
                </a:solidFill>
                <a:latin typeface="72 Brand"/>
              </a:rPr>
            </a:br>
            <a:r>
              <a:rPr lang="en-US" sz="1200">
                <a:solidFill>
                  <a:srgbClr val="000000"/>
                </a:solidFill>
                <a:latin typeface="72 Brand"/>
              </a:rPr>
              <a:t>#FFDCF3</a:t>
            </a:r>
          </a:p>
        </p:txBody>
      </p:sp>
      <p:sp>
        <p:nvSpPr>
          <p:cNvPr id="46" name="Freeform 106">
            <a:extLst>
              <a:ext uri="{FF2B5EF4-FFF2-40B4-BE49-F238E27FC236}">
                <a16:creationId xmlns:a16="http://schemas.microsoft.com/office/drawing/2014/main" id="{0AD9E1EE-5506-751B-38EA-38841C8A80ED}"/>
              </a:ext>
            </a:extLst>
          </p:cNvPr>
          <p:cNvSpPr/>
          <p:nvPr userDrawn="1"/>
        </p:nvSpPr>
        <p:spPr>
          <a:xfrm>
            <a:off x="2405161" y="5303474"/>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FF8AF0"/>
          </a:solidFill>
          <a:ln w="0" cap="flat">
            <a:noFill/>
            <a:prstDash val="solid"/>
            <a:miter/>
          </a:ln>
        </p:spPr>
        <p:txBody>
          <a:bodyPr rtlCol="0" anchor="ctr"/>
          <a:lstStyle/>
          <a:p>
            <a:pPr algn="ctr" defTabSz="1088449"/>
            <a:r>
              <a:rPr lang="en-US" sz="1200">
                <a:solidFill>
                  <a:srgbClr val="000000"/>
                </a:solidFill>
                <a:latin typeface="72 Brand"/>
              </a:rPr>
              <a:t>Pink 4</a:t>
            </a:r>
            <a:br>
              <a:rPr lang="en-US" sz="1200">
                <a:solidFill>
                  <a:srgbClr val="000000"/>
                </a:solidFill>
                <a:latin typeface="72 Brand"/>
              </a:rPr>
            </a:br>
            <a:r>
              <a:rPr lang="en-US" sz="1200">
                <a:solidFill>
                  <a:srgbClr val="000000"/>
                </a:solidFill>
                <a:latin typeface="72 Brand"/>
              </a:rPr>
              <a:t>#FF8AF0</a:t>
            </a:r>
          </a:p>
        </p:txBody>
      </p:sp>
      <p:sp>
        <p:nvSpPr>
          <p:cNvPr id="47" name="Freeform 105">
            <a:extLst>
              <a:ext uri="{FF2B5EF4-FFF2-40B4-BE49-F238E27FC236}">
                <a16:creationId xmlns:a16="http://schemas.microsoft.com/office/drawing/2014/main" id="{33BC0809-597B-D705-027A-A75FF023724C}"/>
              </a:ext>
            </a:extLst>
          </p:cNvPr>
          <p:cNvSpPr/>
          <p:nvPr userDrawn="1"/>
        </p:nvSpPr>
        <p:spPr>
          <a:xfrm>
            <a:off x="4306321" y="5303474"/>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F31DED"/>
          </a:solidFill>
          <a:ln w="0" cap="flat">
            <a:noFill/>
            <a:prstDash val="solid"/>
            <a:miter/>
          </a:ln>
        </p:spPr>
        <p:txBody>
          <a:bodyPr rtlCol="0" anchor="ctr"/>
          <a:lstStyle/>
          <a:p>
            <a:pPr algn="ctr" defTabSz="1088449"/>
            <a:r>
              <a:rPr lang="en-US" sz="1200">
                <a:latin typeface="72 Brand"/>
              </a:rPr>
              <a:t>Pink 6</a:t>
            </a:r>
            <a:br>
              <a:rPr lang="en-US" sz="1200">
                <a:latin typeface="72 Brand"/>
              </a:rPr>
            </a:br>
            <a:r>
              <a:rPr lang="en-US" sz="1200">
                <a:latin typeface="72 Brand"/>
              </a:rPr>
              <a:t>#F31DED</a:t>
            </a:r>
          </a:p>
        </p:txBody>
      </p:sp>
      <p:sp>
        <p:nvSpPr>
          <p:cNvPr id="48" name="Freeform 104">
            <a:extLst>
              <a:ext uri="{FF2B5EF4-FFF2-40B4-BE49-F238E27FC236}">
                <a16:creationId xmlns:a16="http://schemas.microsoft.com/office/drawing/2014/main" id="{EA8325A0-3800-3844-7028-1335F7DA6DD4}"/>
              </a:ext>
            </a:extLst>
          </p:cNvPr>
          <p:cNvSpPr/>
          <p:nvPr userDrawn="1"/>
        </p:nvSpPr>
        <p:spPr>
          <a:xfrm>
            <a:off x="6227422" y="5303474"/>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CC00DC"/>
          </a:solidFill>
          <a:ln w="0" cap="flat">
            <a:noFill/>
            <a:prstDash val="solid"/>
            <a:miter/>
          </a:ln>
        </p:spPr>
        <p:txBody>
          <a:bodyPr rtlCol="0" anchor="ctr"/>
          <a:lstStyle/>
          <a:p>
            <a:pPr algn="ctr" defTabSz="1088449"/>
            <a:r>
              <a:rPr lang="en-US" sz="1200">
                <a:solidFill>
                  <a:srgbClr val="FFFFFF"/>
                </a:solidFill>
                <a:latin typeface="72 Brand"/>
              </a:rPr>
              <a:t>Pink 7</a:t>
            </a:r>
            <a:br>
              <a:rPr lang="en-US" sz="1200">
                <a:solidFill>
                  <a:srgbClr val="FFFFFF"/>
                </a:solidFill>
                <a:latin typeface="72 Brand"/>
              </a:rPr>
            </a:br>
            <a:r>
              <a:rPr lang="en-US" sz="1200">
                <a:solidFill>
                  <a:srgbClr val="FFFFFF"/>
                </a:solidFill>
                <a:latin typeface="72 Brand"/>
              </a:rPr>
              <a:t>#CC00DC</a:t>
            </a:r>
          </a:p>
        </p:txBody>
      </p:sp>
      <p:sp>
        <p:nvSpPr>
          <p:cNvPr id="49" name="Freeform 103">
            <a:extLst>
              <a:ext uri="{FF2B5EF4-FFF2-40B4-BE49-F238E27FC236}">
                <a16:creationId xmlns:a16="http://schemas.microsoft.com/office/drawing/2014/main" id="{0FAC4B6B-3B2C-409E-6B7B-3332654C7A79}"/>
              </a:ext>
            </a:extLst>
          </p:cNvPr>
          <p:cNvSpPr/>
          <p:nvPr userDrawn="1"/>
        </p:nvSpPr>
        <p:spPr>
          <a:xfrm>
            <a:off x="8129588" y="5302649"/>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510080"/>
          </a:solidFill>
          <a:ln w="0" cap="flat">
            <a:noFill/>
            <a:prstDash val="solid"/>
            <a:miter/>
          </a:ln>
        </p:spPr>
        <p:txBody>
          <a:bodyPr rtlCol="0" anchor="ctr"/>
          <a:lstStyle/>
          <a:p>
            <a:pPr algn="ctr" defTabSz="1088449"/>
            <a:r>
              <a:rPr lang="en-US" sz="1200">
                <a:solidFill>
                  <a:srgbClr val="FFFFFF"/>
                </a:solidFill>
                <a:latin typeface="72 Brand"/>
              </a:rPr>
              <a:t>Pink 10</a:t>
            </a:r>
            <a:br>
              <a:rPr lang="en-US" sz="1200">
                <a:solidFill>
                  <a:srgbClr val="FFFFFF"/>
                </a:solidFill>
                <a:latin typeface="72 Brand"/>
              </a:rPr>
            </a:br>
            <a:r>
              <a:rPr lang="en-US" sz="1200">
                <a:solidFill>
                  <a:srgbClr val="FFFFFF"/>
                </a:solidFill>
                <a:latin typeface="72 Brand"/>
              </a:rPr>
              <a:t>#510080</a:t>
            </a:r>
          </a:p>
        </p:txBody>
      </p:sp>
      <p:sp>
        <p:nvSpPr>
          <p:cNvPr id="50" name="Freeform 102">
            <a:extLst>
              <a:ext uri="{FF2B5EF4-FFF2-40B4-BE49-F238E27FC236}">
                <a16:creationId xmlns:a16="http://schemas.microsoft.com/office/drawing/2014/main" id="{6A62005D-6E71-B214-2A29-BFD9F334AEF1}"/>
              </a:ext>
            </a:extLst>
          </p:cNvPr>
          <p:cNvSpPr/>
          <p:nvPr userDrawn="1"/>
        </p:nvSpPr>
        <p:spPr>
          <a:xfrm>
            <a:off x="10050689" y="5302649"/>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28004A"/>
          </a:solidFill>
          <a:ln w="0" cap="flat">
            <a:noFill/>
            <a:prstDash val="solid"/>
            <a:miter/>
          </a:ln>
        </p:spPr>
        <p:txBody>
          <a:bodyPr rtlCol="0" anchor="ctr"/>
          <a:lstStyle/>
          <a:p>
            <a:pPr algn="ctr" defTabSz="1088449"/>
            <a:r>
              <a:rPr lang="en-US" sz="1200">
                <a:solidFill>
                  <a:srgbClr val="FFFFFF"/>
                </a:solidFill>
                <a:latin typeface="72 Brand"/>
              </a:rPr>
              <a:t>Pink 11</a:t>
            </a:r>
            <a:br>
              <a:rPr lang="en-US" sz="1200">
                <a:solidFill>
                  <a:srgbClr val="FFFFFF"/>
                </a:solidFill>
                <a:latin typeface="72 Brand"/>
              </a:rPr>
            </a:br>
            <a:r>
              <a:rPr lang="en-US" sz="1200">
                <a:solidFill>
                  <a:srgbClr val="FFFFFF"/>
                </a:solidFill>
                <a:latin typeface="72 Brand"/>
              </a:rPr>
              <a:t>#28004A</a:t>
            </a:r>
          </a:p>
        </p:txBody>
      </p:sp>
      <p:sp>
        <p:nvSpPr>
          <p:cNvPr id="51" name="Freeform 107">
            <a:extLst>
              <a:ext uri="{FF2B5EF4-FFF2-40B4-BE49-F238E27FC236}">
                <a16:creationId xmlns:a16="http://schemas.microsoft.com/office/drawing/2014/main" id="{F9558B7D-AA7B-F466-C1B6-364275904FF5}"/>
              </a:ext>
            </a:extLst>
          </p:cNvPr>
          <p:cNvSpPr/>
          <p:nvPr userDrawn="1"/>
        </p:nvSpPr>
        <p:spPr>
          <a:xfrm>
            <a:off x="504001" y="5898112"/>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E2D8FF"/>
          </a:solidFill>
          <a:ln w="0" cap="flat">
            <a:noFill/>
            <a:prstDash val="solid"/>
            <a:miter/>
          </a:ln>
        </p:spPr>
        <p:txBody>
          <a:bodyPr rtlCol="0" anchor="ctr"/>
          <a:lstStyle/>
          <a:p>
            <a:pPr algn="ctr" defTabSz="1088449"/>
            <a:r>
              <a:rPr lang="en-US" sz="1200">
                <a:solidFill>
                  <a:srgbClr val="000000"/>
                </a:solidFill>
                <a:latin typeface="72 Brand"/>
              </a:rPr>
              <a:t>Indigo 2</a:t>
            </a:r>
            <a:br>
              <a:rPr lang="en-US" sz="1200">
                <a:solidFill>
                  <a:srgbClr val="000000"/>
                </a:solidFill>
                <a:latin typeface="72 Brand"/>
              </a:rPr>
            </a:br>
            <a:r>
              <a:rPr lang="en-US" sz="1200">
                <a:solidFill>
                  <a:srgbClr val="000000"/>
                </a:solidFill>
                <a:latin typeface="72 Brand"/>
              </a:rPr>
              <a:t>#E2D8FF</a:t>
            </a:r>
          </a:p>
        </p:txBody>
      </p:sp>
      <p:sp>
        <p:nvSpPr>
          <p:cNvPr id="52" name="Freeform 112">
            <a:extLst>
              <a:ext uri="{FF2B5EF4-FFF2-40B4-BE49-F238E27FC236}">
                <a16:creationId xmlns:a16="http://schemas.microsoft.com/office/drawing/2014/main" id="{F58FB485-B376-0DC0-AC60-1825E34C0BFE}"/>
              </a:ext>
            </a:extLst>
          </p:cNvPr>
          <p:cNvSpPr/>
          <p:nvPr userDrawn="1"/>
        </p:nvSpPr>
        <p:spPr>
          <a:xfrm>
            <a:off x="2405161" y="5898112"/>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B894FF"/>
          </a:solidFill>
          <a:ln w="0" cap="flat">
            <a:noFill/>
            <a:prstDash val="solid"/>
            <a:miter/>
          </a:ln>
        </p:spPr>
        <p:txBody>
          <a:bodyPr rtlCol="0" anchor="ctr"/>
          <a:lstStyle/>
          <a:p>
            <a:pPr algn="ctr" defTabSz="1088449"/>
            <a:r>
              <a:rPr lang="en-US" sz="1200">
                <a:solidFill>
                  <a:srgbClr val="000000"/>
                </a:solidFill>
                <a:latin typeface="72 Brand"/>
              </a:rPr>
              <a:t>Indigo 4</a:t>
            </a:r>
            <a:br>
              <a:rPr lang="en-US" sz="1200">
                <a:solidFill>
                  <a:srgbClr val="000000"/>
                </a:solidFill>
                <a:latin typeface="72 Brand"/>
              </a:rPr>
            </a:br>
            <a:r>
              <a:rPr lang="en-US" sz="1200">
                <a:solidFill>
                  <a:srgbClr val="000000"/>
                </a:solidFill>
                <a:latin typeface="72 Brand"/>
              </a:rPr>
              <a:t>#B894FF</a:t>
            </a:r>
          </a:p>
        </p:txBody>
      </p:sp>
      <p:sp>
        <p:nvSpPr>
          <p:cNvPr id="53" name="Freeform 111">
            <a:extLst>
              <a:ext uri="{FF2B5EF4-FFF2-40B4-BE49-F238E27FC236}">
                <a16:creationId xmlns:a16="http://schemas.microsoft.com/office/drawing/2014/main" id="{E507AF13-4657-238A-2511-149A7719182F}"/>
              </a:ext>
            </a:extLst>
          </p:cNvPr>
          <p:cNvSpPr/>
          <p:nvPr userDrawn="1"/>
        </p:nvSpPr>
        <p:spPr>
          <a:xfrm>
            <a:off x="4306321" y="5898112"/>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7858FF"/>
          </a:solidFill>
          <a:ln w="0" cap="flat">
            <a:noFill/>
            <a:prstDash val="solid"/>
            <a:miter/>
          </a:ln>
        </p:spPr>
        <p:txBody>
          <a:bodyPr rtlCol="0" anchor="ctr"/>
          <a:lstStyle/>
          <a:p>
            <a:pPr algn="ctr" defTabSz="1088449"/>
            <a:r>
              <a:rPr lang="en-US" sz="1200">
                <a:solidFill>
                  <a:srgbClr val="FFFFFF"/>
                </a:solidFill>
                <a:latin typeface="72 Brand"/>
              </a:rPr>
              <a:t>Indigo 6</a:t>
            </a:r>
            <a:br>
              <a:rPr lang="en-US" sz="1200">
                <a:solidFill>
                  <a:srgbClr val="FFFFFF"/>
                </a:solidFill>
                <a:latin typeface="72 Brand"/>
              </a:rPr>
            </a:br>
            <a:r>
              <a:rPr lang="en-US" sz="1200">
                <a:solidFill>
                  <a:srgbClr val="FFFFFF"/>
                </a:solidFill>
                <a:latin typeface="72 Brand"/>
              </a:rPr>
              <a:t>#7858FF</a:t>
            </a:r>
          </a:p>
        </p:txBody>
      </p:sp>
      <p:sp>
        <p:nvSpPr>
          <p:cNvPr id="54" name="Freeform 110">
            <a:extLst>
              <a:ext uri="{FF2B5EF4-FFF2-40B4-BE49-F238E27FC236}">
                <a16:creationId xmlns:a16="http://schemas.microsoft.com/office/drawing/2014/main" id="{D856B3A7-2366-B45C-16D0-FE87105F81DD}"/>
              </a:ext>
            </a:extLst>
          </p:cNvPr>
          <p:cNvSpPr/>
          <p:nvPr userDrawn="1"/>
        </p:nvSpPr>
        <p:spPr>
          <a:xfrm>
            <a:off x="6227422" y="5898112"/>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5D36FF"/>
          </a:solidFill>
          <a:ln w="0" cap="flat">
            <a:noFill/>
            <a:prstDash val="solid"/>
            <a:miter/>
          </a:ln>
        </p:spPr>
        <p:txBody>
          <a:bodyPr rtlCol="0" anchor="ctr"/>
          <a:lstStyle/>
          <a:p>
            <a:pPr algn="ctr" defTabSz="1088449"/>
            <a:r>
              <a:rPr lang="en-US" sz="1200">
                <a:solidFill>
                  <a:srgbClr val="FFFFFF"/>
                </a:solidFill>
                <a:latin typeface="72 Brand"/>
              </a:rPr>
              <a:t>Indigo 7</a:t>
            </a:r>
            <a:br>
              <a:rPr lang="en-US" sz="1200">
                <a:solidFill>
                  <a:srgbClr val="FFFFFF"/>
                </a:solidFill>
                <a:latin typeface="72 Brand"/>
              </a:rPr>
            </a:br>
            <a:r>
              <a:rPr lang="en-US" sz="1200">
                <a:solidFill>
                  <a:srgbClr val="FFFFFF"/>
                </a:solidFill>
                <a:latin typeface="72 Brand"/>
              </a:rPr>
              <a:t>#5D36FF</a:t>
            </a:r>
          </a:p>
        </p:txBody>
      </p:sp>
      <p:sp>
        <p:nvSpPr>
          <p:cNvPr id="55" name="Freeform 109">
            <a:extLst>
              <a:ext uri="{FF2B5EF4-FFF2-40B4-BE49-F238E27FC236}">
                <a16:creationId xmlns:a16="http://schemas.microsoft.com/office/drawing/2014/main" id="{7799D5EF-EB56-B65F-BAE3-2C832902B6E1}"/>
              </a:ext>
            </a:extLst>
          </p:cNvPr>
          <p:cNvSpPr/>
          <p:nvPr userDrawn="1"/>
        </p:nvSpPr>
        <p:spPr>
          <a:xfrm>
            <a:off x="8129588" y="589728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1C0C6E"/>
          </a:solidFill>
          <a:ln w="0" cap="flat">
            <a:noFill/>
            <a:prstDash val="solid"/>
            <a:miter/>
          </a:ln>
        </p:spPr>
        <p:txBody>
          <a:bodyPr rtlCol="0" anchor="ctr"/>
          <a:lstStyle/>
          <a:p>
            <a:pPr algn="ctr" defTabSz="1088449"/>
            <a:r>
              <a:rPr lang="en-US" sz="1200">
                <a:solidFill>
                  <a:srgbClr val="FFFFFF"/>
                </a:solidFill>
                <a:latin typeface="72 Brand"/>
              </a:rPr>
              <a:t>Indigo 10</a:t>
            </a:r>
            <a:br>
              <a:rPr lang="en-US" sz="1200">
                <a:solidFill>
                  <a:srgbClr val="FFFFFF"/>
                </a:solidFill>
                <a:latin typeface="72 Brand"/>
              </a:rPr>
            </a:br>
            <a:r>
              <a:rPr lang="en-US" sz="1200">
                <a:solidFill>
                  <a:srgbClr val="FFFFFF"/>
                </a:solidFill>
                <a:latin typeface="72 Brand"/>
              </a:rPr>
              <a:t>#1C0C6E</a:t>
            </a:r>
          </a:p>
        </p:txBody>
      </p:sp>
      <p:sp>
        <p:nvSpPr>
          <p:cNvPr id="56" name="Freeform 108">
            <a:extLst>
              <a:ext uri="{FF2B5EF4-FFF2-40B4-BE49-F238E27FC236}">
                <a16:creationId xmlns:a16="http://schemas.microsoft.com/office/drawing/2014/main" id="{FEBFCC16-A965-7C12-80D6-5D77FCCE96ED}"/>
              </a:ext>
            </a:extLst>
          </p:cNvPr>
          <p:cNvSpPr/>
          <p:nvPr userDrawn="1"/>
        </p:nvSpPr>
        <p:spPr>
          <a:xfrm>
            <a:off x="10050689" y="589728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0E0637"/>
          </a:solidFill>
          <a:ln w="0" cap="flat">
            <a:noFill/>
            <a:prstDash val="solid"/>
            <a:miter/>
          </a:ln>
        </p:spPr>
        <p:txBody>
          <a:bodyPr rtlCol="0" anchor="ctr"/>
          <a:lstStyle/>
          <a:p>
            <a:pPr algn="ctr" defTabSz="1088449"/>
            <a:r>
              <a:rPr lang="en-US" sz="1200">
                <a:solidFill>
                  <a:srgbClr val="FFFFFF"/>
                </a:solidFill>
                <a:latin typeface="72 Brand"/>
              </a:rPr>
              <a:t>Indigo 11</a:t>
            </a:r>
            <a:br>
              <a:rPr lang="en-US" sz="1200">
                <a:solidFill>
                  <a:srgbClr val="FFFFFF"/>
                </a:solidFill>
                <a:latin typeface="72 Brand"/>
              </a:rPr>
            </a:br>
            <a:r>
              <a:rPr lang="en-US" sz="1200">
                <a:solidFill>
                  <a:srgbClr val="FFFFFF"/>
                </a:solidFill>
                <a:latin typeface="72 Brand"/>
              </a:rPr>
              <a:t>#0E0637</a:t>
            </a:r>
          </a:p>
        </p:txBody>
      </p:sp>
      <p:sp>
        <p:nvSpPr>
          <p:cNvPr id="59" name="TextBox 58">
            <a:extLst>
              <a:ext uri="{FF2B5EF4-FFF2-40B4-BE49-F238E27FC236}">
                <a16:creationId xmlns:a16="http://schemas.microsoft.com/office/drawing/2014/main" id="{F07FA32D-3AB1-18F1-69D9-16F835A2D5D6}"/>
              </a:ext>
            </a:extLst>
          </p:cNvPr>
          <p:cNvSpPr txBox="1"/>
          <p:nvPr userDrawn="1"/>
        </p:nvSpPr>
        <p:spPr>
          <a:xfrm>
            <a:off x="504001" y="309985"/>
            <a:ext cx="5560809" cy="193899"/>
          </a:xfrm>
          <a:prstGeom prst="rect">
            <a:avLst/>
          </a:prstGeom>
          <a:noFill/>
        </p:spPr>
        <p:txBody>
          <a:bodyPr wrap="square" lIns="0" tIns="0" rIns="0" bIns="0" rtlCol="0">
            <a:spAutoFit/>
          </a:bodyPr>
          <a:lstStyle/>
          <a:p>
            <a:pPr>
              <a:lnSpc>
                <a:spcPct val="90000"/>
              </a:lnSpc>
            </a:pPr>
            <a:r>
              <a:rPr lang="en-GB" sz="1400">
                <a:latin typeface="+mn-lt"/>
              </a:rPr>
              <a:t>Delete this slide after reading</a:t>
            </a:r>
          </a:p>
        </p:txBody>
      </p:sp>
      <p:sp>
        <p:nvSpPr>
          <p:cNvPr id="3" name="TextBox 2">
            <a:extLst>
              <a:ext uri="{FF2B5EF4-FFF2-40B4-BE49-F238E27FC236}">
                <a16:creationId xmlns:a16="http://schemas.microsoft.com/office/drawing/2014/main" id="{DB80C01D-E3A8-4569-013D-D597865C884B}"/>
              </a:ext>
            </a:extLst>
          </p:cNvPr>
          <p:cNvSpPr txBox="1"/>
          <p:nvPr userDrawn="1"/>
        </p:nvSpPr>
        <p:spPr>
          <a:xfrm>
            <a:off x="505575" y="537299"/>
            <a:ext cx="10728000" cy="332399"/>
          </a:xfrm>
          <a:prstGeom prst="rect">
            <a:avLst/>
          </a:prstGeom>
          <a:noFill/>
        </p:spPr>
        <p:txBody>
          <a:bodyPr wrap="square" lIns="0" tIns="0" rIns="0" bIns="0" rtlCol="0" anchor="ctr">
            <a:spAutoFit/>
          </a:bodyPr>
          <a:lstStyle/>
          <a:p>
            <a:pPr>
              <a:lnSpc>
                <a:spcPct val="90000"/>
              </a:lnSpc>
            </a:pPr>
            <a:r>
              <a:rPr lang="en-GB" sz="2400">
                <a:latin typeface="72 Brand Medium" panose="020B0604030603020204" pitchFamily="34" charset="0"/>
              </a:rPr>
              <a:t>Tips &amp; tricks – your user guide – </a:t>
            </a:r>
            <a:r>
              <a:rPr lang="en-GB" sz="2400" err="1">
                <a:latin typeface="72 Brand Medium" panose="020B0604030603020204" pitchFamily="34" charset="0"/>
              </a:rPr>
              <a:t>color</a:t>
            </a:r>
            <a:r>
              <a:rPr lang="en-GB" sz="2400">
                <a:latin typeface="72 Brand Medium" panose="020B0604030603020204" pitchFamily="34" charset="0"/>
              </a:rPr>
              <a:t> palette</a:t>
            </a:r>
          </a:p>
        </p:txBody>
      </p:sp>
    </p:spTree>
    <p:extLst>
      <p:ext uri="{BB962C8B-B14F-4D97-AF65-F5344CB8AC3E}">
        <p14:creationId xmlns:p14="http://schemas.microsoft.com/office/powerpoint/2010/main" val="1922348347"/>
      </p:ext>
    </p:extLst>
  </p:cSld>
  <p:clrMapOvr>
    <a:masterClrMapping/>
  </p:clrMapOvr>
  <p:extLst>
    <p:ext uri="{DCECCB84-F9BA-43D5-87BE-67443E8EF086}">
      <p15:sldGuideLst xmlns:p15="http://schemas.microsoft.com/office/powerpoint/2012/main">
        <p15:guide id="2" orient="horz" pos="317">
          <p15:clr>
            <a:srgbClr val="FBAE40"/>
          </p15:clr>
        </p15:guide>
        <p15:guide id="4" orient="horz" pos="55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gt;Copilot layouts &gt;">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124504-36FD-4753-851D-5B7D02D4A2D1}"/>
              </a:ext>
            </a:extLst>
          </p:cNvPr>
          <p:cNvSpPr/>
          <p:nvPr userDrawn="1"/>
        </p:nvSpPr>
        <p:spPr bwMode="white">
          <a:xfrm>
            <a:off x="0" y="0"/>
            <a:ext cx="12195175" cy="6858000"/>
          </a:xfrm>
          <a:prstGeom prst="rect">
            <a:avLst/>
          </a:prstGeom>
          <a:solidFill>
            <a:srgbClr val="8E908C"/>
          </a:solid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GB" sz="1400" err="1">
              <a:solidFill>
                <a:srgbClr val="A4A6A2"/>
              </a:solidFill>
            </a:endParaRPr>
          </a:p>
        </p:txBody>
      </p:sp>
      <p:sp>
        <p:nvSpPr>
          <p:cNvPr id="5" name="Do not use"/>
          <p:cNvSpPr txBox="1"/>
          <p:nvPr userDrawn="1"/>
        </p:nvSpPr>
        <p:spPr>
          <a:xfrm>
            <a:off x="430325" y="656823"/>
            <a:ext cx="11359935" cy="2893100"/>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en-GB" sz="4400" b="0" noProof="0">
                <a:solidFill>
                  <a:schemeClr val="bg1"/>
                </a:solidFill>
                <a:latin typeface="+mj-lt"/>
              </a:rPr>
              <a:t>The layouts following this </a:t>
            </a:r>
            <a:r>
              <a:rPr lang="en-GB" sz="4400" b="0" i="1" noProof="0">
                <a:solidFill>
                  <a:schemeClr val="bg1"/>
                </a:solidFill>
                <a:latin typeface="+mj-lt"/>
              </a:rPr>
              <a:t>are MS Copilot ones</a:t>
            </a:r>
            <a:r>
              <a:rPr lang="en-GB" sz="4400" b="0" i="0" noProof="0">
                <a:solidFill>
                  <a:schemeClr val="bg1"/>
                </a:solidFill>
                <a:latin typeface="+mj-lt"/>
              </a:rPr>
              <a:t> – please </a:t>
            </a:r>
            <a:r>
              <a:rPr lang="en-GB" sz="4400" b="0" noProof="0">
                <a:solidFill>
                  <a:schemeClr val="bg1"/>
                </a:solidFill>
                <a:latin typeface="+mn-lt"/>
              </a:rPr>
              <a:t>do not use them. </a:t>
            </a:r>
            <a:br>
              <a:rPr lang="en-GB" sz="4400" b="0" noProof="0">
                <a:solidFill>
                  <a:schemeClr val="bg1"/>
                </a:solidFill>
                <a:latin typeface="+mn-lt"/>
              </a:rPr>
            </a:br>
            <a:r>
              <a:rPr lang="en-GB" sz="4400" b="0" noProof="0">
                <a:solidFill>
                  <a:schemeClr val="bg1"/>
                </a:solidFill>
                <a:latin typeface="+mn-lt"/>
              </a:rPr>
              <a:t>These layouts </a:t>
            </a:r>
            <a:r>
              <a:rPr lang="en-GB" sz="4400" b="0" i="0" u="none" noProof="0">
                <a:solidFill>
                  <a:schemeClr val="bg1"/>
                </a:solidFill>
                <a:latin typeface="72 Brand" panose="020B0504030603020204" pitchFamily="34" charset="0"/>
              </a:rPr>
              <a:t>are</a:t>
            </a:r>
            <a:r>
              <a:rPr lang="en-GB" sz="4400" b="0" i="0" u="none" noProof="0">
                <a:solidFill>
                  <a:schemeClr val="bg1"/>
                </a:solidFill>
                <a:latin typeface="+mj-lt"/>
              </a:rPr>
              <a:t> </a:t>
            </a:r>
            <a:r>
              <a:rPr lang="en-GB" sz="4400" b="0" i="1" u="sng" noProof="0">
                <a:solidFill>
                  <a:schemeClr val="bg1"/>
                </a:solidFill>
                <a:latin typeface="+mj-lt"/>
              </a:rPr>
              <a:t>not</a:t>
            </a:r>
            <a:r>
              <a:rPr lang="en-GB" sz="4400" b="0" i="0" u="none" noProof="0">
                <a:solidFill>
                  <a:schemeClr val="bg1"/>
                </a:solidFill>
                <a:latin typeface="+mj-lt"/>
              </a:rPr>
              <a:t> </a:t>
            </a:r>
            <a:r>
              <a:rPr lang="en-GB" sz="4400" b="0" noProof="0">
                <a:solidFill>
                  <a:schemeClr val="bg1"/>
                </a:solidFill>
                <a:latin typeface="+mn-lt"/>
              </a:rPr>
              <a:t>for manual use</a:t>
            </a:r>
            <a:br>
              <a:rPr lang="en-GB" sz="2800" b="0" noProof="0">
                <a:solidFill>
                  <a:schemeClr val="bg1"/>
                </a:solidFill>
                <a:latin typeface="+mn-lt"/>
              </a:rPr>
            </a:br>
            <a:br>
              <a:rPr lang="en-GB" sz="2800" b="0" noProof="0">
                <a:solidFill>
                  <a:schemeClr val="bg1"/>
                </a:solidFill>
                <a:latin typeface="+mn-lt"/>
              </a:rPr>
            </a:br>
            <a:endParaRPr lang="en-GB" sz="2800" b="0" noProof="0">
              <a:solidFill>
                <a:schemeClr val="bg1"/>
              </a:solidFill>
              <a:latin typeface="+mn-lt"/>
            </a:endParaRPr>
          </a:p>
        </p:txBody>
      </p:sp>
      <p:grpSp>
        <p:nvGrpSpPr>
          <p:cNvPr id="4" name="Group 3">
            <a:extLst>
              <a:ext uri="{FF2B5EF4-FFF2-40B4-BE49-F238E27FC236}">
                <a16:creationId xmlns:a16="http://schemas.microsoft.com/office/drawing/2014/main" id="{2BEB5E5A-DA85-4D5B-80B9-F94482F55D76}"/>
              </a:ext>
            </a:extLst>
          </p:cNvPr>
          <p:cNvGrpSpPr/>
          <p:nvPr userDrawn="1"/>
        </p:nvGrpSpPr>
        <p:grpSpPr bwMode="black">
          <a:xfrm rot="8100000">
            <a:off x="10407584" y="3325226"/>
            <a:ext cx="1037058" cy="1036788"/>
            <a:chOff x="6096000" y="4963130"/>
            <a:chExt cx="1456719" cy="1456719"/>
          </a:xfrm>
          <a:solidFill>
            <a:schemeClr val="bg1"/>
          </a:solidFill>
        </p:grpSpPr>
        <p:sp>
          <p:nvSpPr>
            <p:cNvPr id="3" name="Rectangle 2">
              <a:extLst>
                <a:ext uri="{FF2B5EF4-FFF2-40B4-BE49-F238E27FC236}">
                  <a16:creationId xmlns:a16="http://schemas.microsoft.com/office/drawing/2014/main" id="{C823227E-A862-4A7F-BC20-0D107430AB2C}"/>
                </a:ext>
              </a:extLst>
            </p:cNvPr>
            <p:cNvSpPr/>
            <p:nvPr userDrawn="1"/>
          </p:nvSpPr>
          <p:spPr bwMode="black">
            <a:xfrm rot="5400000">
              <a:off x="5534135" y="5524995"/>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GB" sz="1400" err="1">
                <a:solidFill>
                  <a:schemeClr val="tx1"/>
                </a:solidFill>
              </a:endParaRPr>
            </a:p>
          </p:txBody>
        </p:sp>
        <p:sp>
          <p:nvSpPr>
            <p:cNvPr id="6" name="Rectangle 5">
              <a:extLst>
                <a:ext uri="{FF2B5EF4-FFF2-40B4-BE49-F238E27FC236}">
                  <a16:creationId xmlns:a16="http://schemas.microsoft.com/office/drawing/2014/main" id="{08501AE6-6504-4184-9443-E89AFACF769D}"/>
                </a:ext>
              </a:extLst>
            </p:cNvPr>
            <p:cNvSpPr/>
            <p:nvPr userDrawn="1"/>
          </p:nvSpPr>
          <p:spPr bwMode="black">
            <a:xfrm rot="10800000">
              <a:off x="6096000" y="4963130"/>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GB" sz="1400" err="1">
                <a:solidFill>
                  <a:schemeClr val="tx1"/>
                </a:solidFill>
              </a:endParaRPr>
            </a:p>
          </p:txBody>
        </p:sp>
      </p:grpSp>
      <p:sp>
        <p:nvSpPr>
          <p:cNvPr id="12" name="Rectangle 11">
            <a:extLst>
              <a:ext uri="{FF2B5EF4-FFF2-40B4-BE49-F238E27FC236}">
                <a16:creationId xmlns:a16="http://schemas.microsoft.com/office/drawing/2014/main" id="{67CEE09B-6EE1-4BF2-85A3-DE69E91BC4C6}"/>
              </a:ext>
            </a:extLst>
          </p:cNvPr>
          <p:cNvSpPr/>
          <p:nvPr userDrawn="1"/>
        </p:nvSpPr>
        <p:spPr>
          <a:xfrm>
            <a:off x="430325" y="3029169"/>
            <a:ext cx="10154990" cy="1569660"/>
          </a:xfrm>
          <a:prstGeom prst="rect">
            <a:avLst/>
          </a:prstGeom>
        </p:spPr>
        <p:txBody>
          <a:bodyPr wrap="square">
            <a:spAutoFit/>
          </a:bodyPr>
          <a:lstStyle/>
          <a:p>
            <a:pPr algn="ctr"/>
            <a:r>
              <a:rPr lang="en-GB" sz="9600" b="0" i="1" noProof="0">
                <a:solidFill>
                  <a:schemeClr val="bg1"/>
                </a:solidFill>
                <a:latin typeface="+mj-lt"/>
              </a:rPr>
              <a:t>Copilot layouts</a:t>
            </a:r>
            <a:endParaRPr lang="en-GB" sz="1800" b="0" i="1" noProof="0">
              <a:latin typeface="+mj-lt"/>
            </a:endParaRPr>
          </a:p>
        </p:txBody>
      </p:sp>
      <p:sp>
        <p:nvSpPr>
          <p:cNvPr id="16" name="Do not use">
            <a:extLst>
              <a:ext uri="{FF2B5EF4-FFF2-40B4-BE49-F238E27FC236}">
                <a16:creationId xmlns:a16="http://schemas.microsoft.com/office/drawing/2014/main" id="{A8FA78FA-4D94-4717-B7C6-6F86378D6B01}"/>
              </a:ext>
            </a:extLst>
          </p:cNvPr>
          <p:cNvSpPr txBox="1"/>
          <p:nvPr userDrawn="1"/>
        </p:nvSpPr>
        <p:spPr>
          <a:xfrm>
            <a:off x="430326" y="5186455"/>
            <a:ext cx="11359932" cy="923330"/>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en-GB" sz="2000" b="0" noProof="0">
                <a:solidFill>
                  <a:schemeClr val="bg1"/>
                </a:solidFill>
                <a:latin typeface="+mn-lt"/>
              </a:rPr>
              <a:t>Due to MS Copilot functionality these layouts are placed in your template to be used ONLY in the Generative AI process. </a:t>
            </a:r>
            <a:br>
              <a:rPr lang="en-GB" sz="2000" b="0" noProof="0">
                <a:solidFill>
                  <a:schemeClr val="bg1"/>
                </a:solidFill>
                <a:latin typeface="+mn-lt"/>
              </a:rPr>
            </a:br>
            <a:endParaRPr lang="en-GB" sz="2000" b="0" noProof="0">
              <a:solidFill>
                <a:schemeClr val="bg1"/>
              </a:solidFill>
              <a:latin typeface="+mn-lt"/>
            </a:endParaRPr>
          </a:p>
        </p:txBody>
      </p:sp>
      <p:sp>
        <p:nvSpPr>
          <p:cNvPr id="13" name="Date Placeholder 6" hidden="1">
            <a:extLst>
              <a:ext uri="{FF2B5EF4-FFF2-40B4-BE49-F238E27FC236}">
                <a16:creationId xmlns:a16="http://schemas.microsoft.com/office/drawing/2014/main" id="{706505A8-87EA-4BA0-B698-35156BC765D0}"/>
              </a:ext>
            </a:extLst>
          </p:cNvPr>
          <p:cNvSpPr>
            <a:spLocks noGrp="1"/>
          </p:cNvSpPr>
          <p:nvPr>
            <p:ph type="dt" sz="half" idx="15"/>
          </p:nvPr>
        </p:nvSpPr>
        <p:spPr>
          <a:xfrm>
            <a:off x="590249" y="6537073"/>
            <a:ext cx="985275" cy="141861"/>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chemeClr val="tx2"/>
                </a:solidFill>
                <a:latin typeface="72 Brand" panose="020B0504030603020204" pitchFamily="34" charset="0"/>
                <a:ea typeface="72 Brand" panose="020B0504030603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BE5A79F-CEE8-4C11-A8A5-0D02CD0019B9}" type="datetime4">
              <a:rPr lang="en-US" smtClean="0"/>
              <a:pPr/>
              <a:t>October 23, 2026</a:t>
            </a:fld>
            <a:endParaRPr lang="en-GB"/>
          </a:p>
        </p:txBody>
      </p:sp>
      <p:sp>
        <p:nvSpPr>
          <p:cNvPr id="14" name="Footer Placeholder 8" hidden="1">
            <a:extLst>
              <a:ext uri="{FF2B5EF4-FFF2-40B4-BE49-F238E27FC236}">
                <a16:creationId xmlns:a16="http://schemas.microsoft.com/office/drawing/2014/main" id="{AB150C2C-2030-498B-8262-6BD5BCCBB345}"/>
              </a:ext>
            </a:extLst>
          </p:cNvPr>
          <p:cNvSpPr>
            <a:spLocks noGrp="1"/>
          </p:cNvSpPr>
          <p:nvPr>
            <p:ph type="ftr" sz="quarter" idx="16"/>
          </p:nvPr>
        </p:nvSpPr>
        <p:spPr>
          <a:xfrm>
            <a:off x="1584685" y="6537073"/>
            <a:ext cx="2948351" cy="141861"/>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chemeClr val="tx2"/>
                </a:solidFill>
                <a:latin typeface="72 Brand" panose="020B0504030603020204" pitchFamily="34" charset="0"/>
                <a:ea typeface="72 Brand" panose="020B0504030603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15" name="Slide Number Placeholder 10" hidden="1">
            <a:extLst>
              <a:ext uri="{FF2B5EF4-FFF2-40B4-BE49-F238E27FC236}">
                <a16:creationId xmlns:a16="http://schemas.microsoft.com/office/drawing/2014/main" id="{E81B246F-92C7-4EF8-ACD0-05F73C7095BE}"/>
              </a:ext>
            </a:extLst>
          </p:cNvPr>
          <p:cNvSpPr>
            <a:spLocks noGrp="1"/>
          </p:cNvSpPr>
          <p:nvPr>
            <p:ph type="sldNum" sz="quarter" idx="17"/>
          </p:nvPr>
        </p:nvSpPr>
        <p:spPr>
          <a:xfrm>
            <a:off x="320341" y="6537073"/>
            <a:ext cx="265838" cy="141861"/>
          </a:xfrm>
          <a:prstGeom prst="rect">
            <a:avLst/>
          </a:prstGeom>
        </p:spPr>
        <p:txBody>
          <a:bodyPr vert="horz" lIns="0" tIns="0" rIns="0" bIns="0" rtlCol="0" anchor="t" anchorCtr="0"/>
          <a:lstStyle>
            <a:defPPr>
              <a:defRPr lang="en-US"/>
            </a:defPPr>
            <a:lvl1pPr marL="0" algn="l" defTabSz="914400" rtl="0" eaLnBrk="1" latinLnBrk="0" hangingPunct="1">
              <a:defRPr sz="700" b="0" i="0" kern="1200">
                <a:solidFill>
                  <a:schemeClr val="tx2"/>
                </a:solidFill>
                <a:latin typeface="72 Brand" panose="020B0504030603020204" pitchFamily="34" charset="0"/>
                <a:ea typeface="72 Brand" panose="020B0504030603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AA811B-2EBD-4900-905E-5BE206449611}" type="slidenum">
              <a:rPr lang="en-US" smtClean="0"/>
              <a:pPr/>
              <a:t>‹#›</a:t>
            </a:fld>
            <a:endParaRPr lang="en-GB"/>
          </a:p>
        </p:txBody>
      </p:sp>
    </p:spTree>
    <p:extLst>
      <p:ext uri="{BB962C8B-B14F-4D97-AF65-F5344CB8AC3E}">
        <p14:creationId xmlns:p14="http://schemas.microsoft.com/office/powerpoint/2010/main" val="158027895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Title Photo">
    <p:bg>
      <p:bgRef idx="1001">
        <a:schemeClr val="bg1"/>
      </p:bgRef>
    </p:bg>
    <p:spTree>
      <p:nvGrpSpPr>
        <p:cNvPr id="1" name=""/>
        <p:cNvGrpSpPr/>
        <p:nvPr/>
      </p:nvGrpSpPr>
      <p:grpSpPr>
        <a:xfrm>
          <a:off x="0" y="0"/>
          <a:ext cx="0" cy="0"/>
          <a:chOff x="0" y="0"/>
          <a:chExt cx="0" cy="0"/>
        </a:xfrm>
      </p:grpSpPr>
      <p:pic>
        <p:nvPicPr>
          <p:cNvPr id="10" name="Image 0" descr="preencoded.png">
            <a:extLst>
              <a:ext uri="{FF2B5EF4-FFF2-40B4-BE49-F238E27FC236}">
                <a16:creationId xmlns:a16="http://schemas.microsoft.com/office/drawing/2014/main" id="{9DE307C8-D1C3-00E2-C5B0-2A7EBB981384}"/>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0" y="0"/>
            <a:ext cx="12195175" cy="6861496"/>
          </a:xfrm>
          <a:prstGeom prst="rect">
            <a:avLst/>
          </a:prstGeom>
        </p:spPr>
      </p:pic>
      <p:pic>
        <p:nvPicPr>
          <p:cNvPr id="11" name="Image 1" descr="preencoded.png">
            <a:extLst>
              <a:ext uri="{FF2B5EF4-FFF2-40B4-BE49-F238E27FC236}">
                <a16:creationId xmlns:a16="http://schemas.microsoft.com/office/drawing/2014/main" id="{6C575B3E-49FD-8450-F2CB-84C6E7A1153D}"/>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52355" y="1230008"/>
            <a:ext cx="5613722" cy="2756252"/>
          </a:xfrm>
          <a:prstGeom prst="rect">
            <a:avLst/>
          </a:prstGeom>
        </p:spPr>
      </p:pic>
      <p:pic>
        <p:nvPicPr>
          <p:cNvPr id="28936725" name="Acquired Company Logo Placeholder" descr="{&quot;templafy&quot;:{&quot;id&quot;:&quot;e24a6e43-600a-4c6b-89de-bcf3787a4fa8&quot;}}" hidden="1"/>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82575" y="2141327"/>
            <a:ext cx="4125924" cy="266010"/>
          </a:xfrm>
          <a:prstGeom prst="rect">
            <a:avLst/>
          </a:prstGeom>
        </p:spPr>
      </p:pic>
      <p:sp>
        <p:nvSpPr>
          <p:cNvPr id="13" name="Picture Placeholder 12">
            <a:extLst>
              <a:ext uri="{FF2B5EF4-FFF2-40B4-BE49-F238E27FC236}">
                <a16:creationId xmlns:a16="http://schemas.microsoft.com/office/drawing/2014/main" id="{FF6D8674-EA25-0C87-7F7A-4B6FFA7F1F14}"/>
              </a:ext>
            </a:extLst>
          </p:cNvPr>
          <p:cNvSpPr>
            <a:spLocks noGrp="1"/>
          </p:cNvSpPr>
          <p:nvPr>
            <p:ph type="pic" sz="quarter" idx="10" hasCustomPrompt="1"/>
          </p:nvPr>
        </p:nvSpPr>
        <p:spPr>
          <a:xfrm>
            <a:off x="7875176" y="0"/>
            <a:ext cx="4320000" cy="6858000"/>
          </a:xfrm>
        </p:spPr>
        <p:txBody>
          <a:bodyPr anchor="ctr" anchorCtr="0"/>
          <a:lstStyle>
            <a:lvl1pPr marL="0" indent="0" algn="ctr">
              <a:buNone/>
              <a:defRPr>
                <a:solidFill>
                  <a:schemeClr val="bg1"/>
                </a:solidFill>
              </a:defRPr>
            </a:lvl1pPr>
          </a:lstStyle>
          <a:p>
            <a:r>
              <a:rPr lang="en-US"/>
              <a:t>Click to insert picture</a:t>
            </a:r>
          </a:p>
        </p:txBody>
      </p:sp>
      <p:sp>
        <p:nvSpPr>
          <p:cNvPr id="4" name="Title">
            <a:extLst>
              <a:ext uri="{FF2B5EF4-FFF2-40B4-BE49-F238E27FC236}">
                <a16:creationId xmlns:a16="http://schemas.microsoft.com/office/drawing/2014/main" id="{A222ABC1-A03E-5EDE-02E2-6F3794850CC1}"/>
              </a:ext>
            </a:extLst>
          </p:cNvPr>
          <p:cNvSpPr>
            <a:spLocks noGrp="1"/>
          </p:cNvSpPr>
          <p:nvPr>
            <p:ph type="title" hasCustomPrompt="1"/>
          </p:nvPr>
        </p:nvSpPr>
        <p:spPr>
          <a:xfrm>
            <a:off x="504000" y="2206502"/>
            <a:ext cx="5465762" cy="997196"/>
          </a:xfrm>
        </p:spPr>
        <p:txBody>
          <a:bodyPr anchor="b" anchorCtr="0">
            <a:noAutofit/>
          </a:bodyPr>
          <a:lstStyle>
            <a:lvl1pPr>
              <a:lnSpc>
                <a:spcPct val="90000"/>
              </a:lnSpc>
              <a:defRPr sz="3600" b="0" i="0">
                <a:solidFill>
                  <a:schemeClr val="bg1"/>
                </a:solidFill>
                <a:latin typeface="+mj-lt"/>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pic>
        <p:nvPicPr>
          <p:cNvPr id="140729261" name="LogoWhite-Dynamic" descr="{&quot;templafy&quot;:{&quot;id&quot;:&quot;80e3b059-f1c0-4a75-aeb1-8e5e9b50af80&quot;}}"/>
          <p:cNvPicPr>
            <a:picLocks noChangeAspect="1"/>
          </p:cNvPicPr>
          <p:nvPr/>
        </p:nvPicPr>
        <p:blipFill>
          <a:blip r:embed="rId5"/>
          <a:stretch>
            <a:fillRect/>
          </a:stretch>
        </p:blipFill>
        <p:spPr>
          <a:xfrm>
            <a:off x="504000" y="504000"/>
            <a:ext cx="2997983" cy="360000"/>
          </a:xfrm>
          <a:prstGeom prst="rect">
            <a:avLst/>
          </a:prstGeom>
        </p:spPr>
      </p:pic>
      <p:sp>
        <p:nvSpPr>
          <p:cNvPr id="5" name="Subtitle 2">
            <a:extLst>
              <a:ext uri="{FF2B5EF4-FFF2-40B4-BE49-F238E27FC236}">
                <a16:creationId xmlns:a16="http://schemas.microsoft.com/office/drawing/2014/main" id="{170C7C75-B8E8-8263-D763-8DE1A07D604F}"/>
              </a:ext>
            </a:extLst>
          </p:cNvPr>
          <p:cNvSpPr>
            <a:spLocks noGrp="1"/>
          </p:cNvSpPr>
          <p:nvPr>
            <p:ph type="subTitle" idx="1"/>
          </p:nvPr>
        </p:nvSpPr>
        <p:spPr>
          <a:xfrm>
            <a:off x="504000" y="4267200"/>
            <a:ext cx="5471873" cy="493713"/>
          </a:xfrm>
        </p:spPr>
        <p:txBody>
          <a:bodyPr anchor="t">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74414510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orient="horz" pos="1389">
          <p15:clr>
            <a:srgbClr val="FBAE40"/>
          </p15:clr>
        </p15:guide>
        <p15:guide id="3" orient="horz" pos="2688">
          <p15:clr>
            <a:srgbClr val="FBAE40"/>
          </p15:clr>
        </p15:guide>
        <p15:guide id="4" orient="horz" pos="2334">
          <p15:clr>
            <a:srgbClr val="FBAE40"/>
          </p15:clr>
        </p15:guide>
        <p15:guide id="5" orient="horz" pos="2999">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rgbClr val="1B90FF"/>
        </a:solidFill>
        <a:effectLst/>
      </p:bgPr>
    </p:bg>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2CB99639-CA6D-C021-C2BB-8FB93A08B673}"/>
              </a:ext>
            </a:extLst>
          </p:cNvPr>
          <p:cNvSpPr/>
          <p:nvPr userDrawn="1"/>
        </p:nvSpPr>
        <p:spPr bwMode="gray">
          <a:xfrm>
            <a:off x="6923314" y="0"/>
            <a:ext cx="5271861" cy="6858000"/>
          </a:xfrm>
          <a:custGeom>
            <a:avLst/>
            <a:gdLst>
              <a:gd name="connsiteX0" fmla="*/ 4527845 w 5271861"/>
              <a:gd name="connsiteY0" fmla="*/ 6407328 h 6858000"/>
              <a:gd name="connsiteX1" fmla="*/ 4527845 w 5271861"/>
              <a:gd name="connsiteY1" fmla="*/ 6579564 h 6858000"/>
              <a:gd name="connsiteX2" fmla="*/ 4716336 w 5271861"/>
              <a:gd name="connsiteY2" fmla="*/ 6579564 h 6858000"/>
              <a:gd name="connsiteX3" fmla="*/ 4898746 w 5271861"/>
              <a:gd name="connsiteY3" fmla="*/ 6407328 h 6858000"/>
              <a:gd name="connsiteX4" fmla="*/ 3485857 w 5271861"/>
              <a:gd name="connsiteY4" fmla="*/ 6407328 h 6858000"/>
              <a:gd name="connsiteX5" fmla="*/ 3485857 w 5271861"/>
              <a:gd name="connsiteY5" fmla="*/ 6579564 h 6858000"/>
              <a:gd name="connsiteX6" fmla="*/ 3674348 w 5271861"/>
              <a:gd name="connsiteY6" fmla="*/ 6579564 h 6858000"/>
              <a:gd name="connsiteX7" fmla="*/ 3856758 w 5271861"/>
              <a:gd name="connsiteY7" fmla="*/ 6407328 h 6858000"/>
              <a:gd name="connsiteX8" fmla="*/ 2443870 w 5271861"/>
              <a:gd name="connsiteY8" fmla="*/ 6407328 h 6858000"/>
              <a:gd name="connsiteX9" fmla="*/ 2443870 w 5271861"/>
              <a:gd name="connsiteY9" fmla="*/ 6579564 h 6858000"/>
              <a:gd name="connsiteX10" fmla="*/ 2635134 w 5271861"/>
              <a:gd name="connsiteY10" fmla="*/ 6579564 h 6858000"/>
              <a:gd name="connsiteX11" fmla="*/ 2820227 w 5271861"/>
              <a:gd name="connsiteY11" fmla="*/ 6407328 h 6858000"/>
              <a:gd name="connsiteX12" fmla="*/ 1407336 w 5271861"/>
              <a:gd name="connsiteY12" fmla="*/ 6407328 h 6858000"/>
              <a:gd name="connsiteX13" fmla="*/ 1407336 w 5271861"/>
              <a:gd name="connsiteY13" fmla="*/ 6579564 h 6858000"/>
              <a:gd name="connsiteX14" fmla="*/ 1595827 w 5271861"/>
              <a:gd name="connsiteY14" fmla="*/ 6579564 h 6858000"/>
              <a:gd name="connsiteX15" fmla="*/ 1778237 w 5271861"/>
              <a:gd name="connsiteY15" fmla="*/ 6407328 h 6858000"/>
              <a:gd name="connsiteX16" fmla="*/ 365348 w 5271861"/>
              <a:gd name="connsiteY16" fmla="*/ 6407328 h 6858000"/>
              <a:gd name="connsiteX17" fmla="*/ 365348 w 5271861"/>
              <a:gd name="connsiteY17" fmla="*/ 6579564 h 6858000"/>
              <a:gd name="connsiteX18" fmla="*/ 553839 w 5271861"/>
              <a:gd name="connsiteY18" fmla="*/ 6579564 h 6858000"/>
              <a:gd name="connsiteX19" fmla="*/ 736249 w 5271861"/>
              <a:gd name="connsiteY19" fmla="*/ 6407328 h 6858000"/>
              <a:gd name="connsiteX20" fmla="*/ 4527845 w 5271861"/>
              <a:gd name="connsiteY20" fmla="*/ 5635335 h 6858000"/>
              <a:gd name="connsiteX21" fmla="*/ 4527845 w 5271861"/>
              <a:gd name="connsiteY21" fmla="*/ 5807571 h 6858000"/>
              <a:gd name="connsiteX22" fmla="*/ 4716336 w 5271861"/>
              <a:gd name="connsiteY22" fmla="*/ 5807571 h 6858000"/>
              <a:gd name="connsiteX23" fmla="*/ 4898746 w 5271861"/>
              <a:gd name="connsiteY23" fmla="*/ 5635335 h 6858000"/>
              <a:gd name="connsiteX24" fmla="*/ 3485857 w 5271861"/>
              <a:gd name="connsiteY24" fmla="*/ 5635335 h 6858000"/>
              <a:gd name="connsiteX25" fmla="*/ 3485857 w 5271861"/>
              <a:gd name="connsiteY25" fmla="*/ 5807571 h 6858000"/>
              <a:gd name="connsiteX26" fmla="*/ 3674348 w 5271861"/>
              <a:gd name="connsiteY26" fmla="*/ 5807571 h 6858000"/>
              <a:gd name="connsiteX27" fmla="*/ 3856758 w 5271861"/>
              <a:gd name="connsiteY27" fmla="*/ 5635335 h 6858000"/>
              <a:gd name="connsiteX28" fmla="*/ 2443870 w 5271861"/>
              <a:gd name="connsiteY28" fmla="*/ 5635335 h 6858000"/>
              <a:gd name="connsiteX29" fmla="*/ 2443870 w 5271861"/>
              <a:gd name="connsiteY29" fmla="*/ 5807571 h 6858000"/>
              <a:gd name="connsiteX30" fmla="*/ 2635134 w 5271861"/>
              <a:gd name="connsiteY30" fmla="*/ 5807571 h 6858000"/>
              <a:gd name="connsiteX31" fmla="*/ 2820227 w 5271861"/>
              <a:gd name="connsiteY31" fmla="*/ 5635335 h 6858000"/>
              <a:gd name="connsiteX32" fmla="*/ 1407336 w 5271861"/>
              <a:gd name="connsiteY32" fmla="*/ 5635335 h 6858000"/>
              <a:gd name="connsiteX33" fmla="*/ 1407336 w 5271861"/>
              <a:gd name="connsiteY33" fmla="*/ 5807571 h 6858000"/>
              <a:gd name="connsiteX34" fmla="*/ 1595827 w 5271861"/>
              <a:gd name="connsiteY34" fmla="*/ 5807571 h 6858000"/>
              <a:gd name="connsiteX35" fmla="*/ 1778237 w 5271861"/>
              <a:gd name="connsiteY35" fmla="*/ 5635335 h 6858000"/>
              <a:gd name="connsiteX36" fmla="*/ 365348 w 5271861"/>
              <a:gd name="connsiteY36" fmla="*/ 5635335 h 6858000"/>
              <a:gd name="connsiteX37" fmla="*/ 365348 w 5271861"/>
              <a:gd name="connsiteY37" fmla="*/ 5807571 h 6858000"/>
              <a:gd name="connsiteX38" fmla="*/ 553839 w 5271861"/>
              <a:gd name="connsiteY38" fmla="*/ 5807571 h 6858000"/>
              <a:gd name="connsiteX39" fmla="*/ 736249 w 5271861"/>
              <a:gd name="connsiteY39" fmla="*/ 5635335 h 6858000"/>
              <a:gd name="connsiteX40" fmla="*/ 4527845 w 5271861"/>
              <a:gd name="connsiteY40" fmla="*/ 4869722 h 6858000"/>
              <a:gd name="connsiteX41" fmla="*/ 4527845 w 5271861"/>
              <a:gd name="connsiteY41" fmla="*/ 5041958 h 6858000"/>
              <a:gd name="connsiteX42" fmla="*/ 4716336 w 5271861"/>
              <a:gd name="connsiteY42" fmla="*/ 5041958 h 6858000"/>
              <a:gd name="connsiteX43" fmla="*/ 4898746 w 5271861"/>
              <a:gd name="connsiteY43" fmla="*/ 4869722 h 6858000"/>
              <a:gd name="connsiteX44" fmla="*/ 3485857 w 5271861"/>
              <a:gd name="connsiteY44" fmla="*/ 4869722 h 6858000"/>
              <a:gd name="connsiteX45" fmla="*/ 3485857 w 5271861"/>
              <a:gd name="connsiteY45" fmla="*/ 5041958 h 6858000"/>
              <a:gd name="connsiteX46" fmla="*/ 3674348 w 5271861"/>
              <a:gd name="connsiteY46" fmla="*/ 5041958 h 6858000"/>
              <a:gd name="connsiteX47" fmla="*/ 3856758 w 5271861"/>
              <a:gd name="connsiteY47" fmla="*/ 4869722 h 6858000"/>
              <a:gd name="connsiteX48" fmla="*/ 2443870 w 5271861"/>
              <a:gd name="connsiteY48" fmla="*/ 4869722 h 6858000"/>
              <a:gd name="connsiteX49" fmla="*/ 2443870 w 5271861"/>
              <a:gd name="connsiteY49" fmla="*/ 5041958 h 6858000"/>
              <a:gd name="connsiteX50" fmla="*/ 2635134 w 5271861"/>
              <a:gd name="connsiteY50" fmla="*/ 5041958 h 6858000"/>
              <a:gd name="connsiteX51" fmla="*/ 2820227 w 5271861"/>
              <a:gd name="connsiteY51" fmla="*/ 4869722 h 6858000"/>
              <a:gd name="connsiteX52" fmla="*/ 1407336 w 5271861"/>
              <a:gd name="connsiteY52" fmla="*/ 4869722 h 6858000"/>
              <a:gd name="connsiteX53" fmla="*/ 1407336 w 5271861"/>
              <a:gd name="connsiteY53" fmla="*/ 5041958 h 6858000"/>
              <a:gd name="connsiteX54" fmla="*/ 1595827 w 5271861"/>
              <a:gd name="connsiteY54" fmla="*/ 5041958 h 6858000"/>
              <a:gd name="connsiteX55" fmla="*/ 1778237 w 5271861"/>
              <a:gd name="connsiteY55" fmla="*/ 4869722 h 6858000"/>
              <a:gd name="connsiteX56" fmla="*/ 365348 w 5271861"/>
              <a:gd name="connsiteY56" fmla="*/ 4869722 h 6858000"/>
              <a:gd name="connsiteX57" fmla="*/ 365348 w 5271861"/>
              <a:gd name="connsiteY57" fmla="*/ 5041958 h 6858000"/>
              <a:gd name="connsiteX58" fmla="*/ 553839 w 5271861"/>
              <a:gd name="connsiteY58" fmla="*/ 5041958 h 6858000"/>
              <a:gd name="connsiteX59" fmla="*/ 736249 w 5271861"/>
              <a:gd name="connsiteY59" fmla="*/ 4869722 h 6858000"/>
              <a:gd name="connsiteX60" fmla="*/ 4527845 w 5271861"/>
              <a:gd name="connsiteY60" fmla="*/ 4097728 h 6858000"/>
              <a:gd name="connsiteX61" fmla="*/ 4527845 w 5271861"/>
              <a:gd name="connsiteY61" fmla="*/ 4269964 h 6858000"/>
              <a:gd name="connsiteX62" fmla="*/ 4716336 w 5271861"/>
              <a:gd name="connsiteY62" fmla="*/ 4269964 h 6858000"/>
              <a:gd name="connsiteX63" fmla="*/ 4898746 w 5271861"/>
              <a:gd name="connsiteY63" fmla="*/ 4097728 h 6858000"/>
              <a:gd name="connsiteX64" fmla="*/ 3485857 w 5271861"/>
              <a:gd name="connsiteY64" fmla="*/ 4097728 h 6858000"/>
              <a:gd name="connsiteX65" fmla="*/ 3485857 w 5271861"/>
              <a:gd name="connsiteY65" fmla="*/ 4269964 h 6858000"/>
              <a:gd name="connsiteX66" fmla="*/ 3674348 w 5271861"/>
              <a:gd name="connsiteY66" fmla="*/ 4269964 h 6858000"/>
              <a:gd name="connsiteX67" fmla="*/ 3856758 w 5271861"/>
              <a:gd name="connsiteY67" fmla="*/ 4097728 h 6858000"/>
              <a:gd name="connsiteX68" fmla="*/ 2443870 w 5271861"/>
              <a:gd name="connsiteY68" fmla="*/ 4097728 h 6858000"/>
              <a:gd name="connsiteX69" fmla="*/ 2443870 w 5271861"/>
              <a:gd name="connsiteY69" fmla="*/ 4269964 h 6858000"/>
              <a:gd name="connsiteX70" fmla="*/ 2635134 w 5271861"/>
              <a:gd name="connsiteY70" fmla="*/ 4269964 h 6858000"/>
              <a:gd name="connsiteX71" fmla="*/ 2820227 w 5271861"/>
              <a:gd name="connsiteY71" fmla="*/ 4097728 h 6858000"/>
              <a:gd name="connsiteX72" fmla="*/ 1407336 w 5271861"/>
              <a:gd name="connsiteY72" fmla="*/ 4097728 h 6858000"/>
              <a:gd name="connsiteX73" fmla="*/ 1407336 w 5271861"/>
              <a:gd name="connsiteY73" fmla="*/ 4269964 h 6858000"/>
              <a:gd name="connsiteX74" fmla="*/ 1595827 w 5271861"/>
              <a:gd name="connsiteY74" fmla="*/ 4269964 h 6858000"/>
              <a:gd name="connsiteX75" fmla="*/ 1778237 w 5271861"/>
              <a:gd name="connsiteY75" fmla="*/ 4097728 h 6858000"/>
              <a:gd name="connsiteX76" fmla="*/ 365348 w 5271861"/>
              <a:gd name="connsiteY76" fmla="*/ 4097728 h 6858000"/>
              <a:gd name="connsiteX77" fmla="*/ 365348 w 5271861"/>
              <a:gd name="connsiteY77" fmla="*/ 4269964 h 6858000"/>
              <a:gd name="connsiteX78" fmla="*/ 553839 w 5271861"/>
              <a:gd name="connsiteY78" fmla="*/ 4269964 h 6858000"/>
              <a:gd name="connsiteX79" fmla="*/ 736249 w 5271861"/>
              <a:gd name="connsiteY79" fmla="*/ 4097728 h 6858000"/>
              <a:gd name="connsiteX80" fmla="*/ 4527847 w 5271861"/>
              <a:gd name="connsiteY80" fmla="*/ 3332115 h 6858000"/>
              <a:gd name="connsiteX81" fmla="*/ 4527847 w 5271861"/>
              <a:gd name="connsiteY81" fmla="*/ 3497972 h 6858000"/>
              <a:gd name="connsiteX82" fmla="*/ 4716338 w 5271861"/>
              <a:gd name="connsiteY82" fmla="*/ 3497972 h 6858000"/>
              <a:gd name="connsiteX83" fmla="*/ 4898750 w 5271861"/>
              <a:gd name="connsiteY83" fmla="*/ 3332115 h 6858000"/>
              <a:gd name="connsiteX84" fmla="*/ 3485859 w 5271861"/>
              <a:gd name="connsiteY84" fmla="*/ 3332115 h 6858000"/>
              <a:gd name="connsiteX85" fmla="*/ 3485859 w 5271861"/>
              <a:gd name="connsiteY85" fmla="*/ 3497972 h 6858000"/>
              <a:gd name="connsiteX86" fmla="*/ 3674350 w 5271861"/>
              <a:gd name="connsiteY86" fmla="*/ 3497972 h 6858000"/>
              <a:gd name="connsiteX87" fmla="*/ 3856762 w 5271861"/>
              <a:gd name="connsiteY87" fmla="*/ 3332115 h 6858000"/>
              <a:gd name="connsiteX88" fmla="*/ 2443871 w 5271861"/>
              <a:gd name="connsiteY88" fmla="*/ 3332115 h 6858000"/>
              <a:gd name="connsiteX89" fmla="*/ 2443871 w 5271861"/>
              <a:gd name="connsiteY89" fmla="*/ 3497972 h 6858000"/>
              <a:gd name="connsiteX90" fmla="*/ 2635134 w 5271861"/>
              <a:gd name="connsiteY90" fmla="*/ 3497972 h 6858000"/>
              <a:gd name="connsiteX91" fmla="*/ 2820228 w 5271861"/>
              <a:gd name="connsiteY91" fmla="*/ 3332115 h 6858000"/>
              <a:gd name="connsiteX92" fmla="*/ 1407338 w 5271861"/>
              <a:gd name="connsiteY92" fmla="*/ 3332115 h 6858000"/>
              <a:gd name="connsiteX93" fmla="*/ 1407338 w 5271861"/>
              <a:gd name="connsiteY93" fmla="*/ 3497972 h 6858000"/>
              <a:gd name="connsiteX94" fmla="*/ 1595829 w 5271861"/>
              <a:gd name="connsiteY94" fmla="*/ 3497972 h 6858000"/>
              <a:gd name="connsiteX95" fmla="*/ 1778241 w 5271861"/>
              <a:gd name="connsiteY95" fmla="*/ 3332115 h 6858000"/>
              <a:gd name="connsiteX96" fmla="*/ 365350 w 5271861"/>
              <a:gd name="connsiteY96" fmla="*/ 3332115 h 6858000"/>
              <a:gd name="connsiteX97" fmla="*/ 365350 w 5271861"/>
              <a:gd name="connsiteY97" fmla="*/ 3497972 h 6858000"/>
              <a:gd name="connsiteX98" fmla="*/ 553841 w 5271861"/>
              <a:gd name="connsiteY98" fmla="*/ 3497972 h 6858000"/>
              <a:gd name="connsiteX99" fmla="*/ 736253 w 5271861"/>
              <a:gd name="connsiteY99" fmla="*/ 3332115 h 6858000"/>
              <a:gd name="connsiteX100" fmla="*/ 4527845 w 5271861"/>
              <a:gd name="connsiteY100" fmla="*/ 2560122 h 6858000"/>
              <a:gd name="connsiteX101" fmla="*/ 4527845 w 5271861"/>
              <a:gd name="connsiteY101" fmla="*/ 2732358 h 6858000"/>
              <a:gd name="connsiteX102" fmla="*/ 4716336 w 5271861"/>
              <a:gd name="connsiteY102" fmla="*/ 2732358 h 6858000"/>
              <a:gd name="connsiteX103" fmla="*/ 4898746 w 5271861"/>
              <a:gd name="connsiteY103" fmla="*/ 2560122 h 6858000"/>
              <a:gd name="connsiteX104" fmla="*/ 3485857 w 5271861"/>
              <a:gd name="connsiteY104" fmla="*/ 2560122 h 6858000"/>
              <a:gd name="connsiteX105" fmla="*/ 3485857 w 5271861"/>
              <a:gd name="connsiteY105" fmla="*/ 2732358 h 6858000"/>
              <a:gd name="connsiteX106" fmla="*/ 3674348 w 5271861"/>
              <a:gd name="connsiteY106" fmla="*/ 2732358 h 6858000"/>
              <a:gd name="connsiteX107" fmla="*/ 3856758 w 5271861"/>
              <a:gd name="connsiteY107" fmla="*/ 2560122 h 6858000"/>
              <a:gd name="connsiteX108" fmla="*/ 2443870 w 5271861"/>
              <a:gd name="connsiteY108" fmla="*/ 2560122 h 6858000"/>
              <a:gd name="connsiteX109" fmla="*/ 2443870 w 5271861"/>
              <a:gd name="connsiteY109" fmla="*/ 2732358 h 6858000"/>
              <a:gd name="connsiteX110" fmla="*/ 2635134 w 5271861"/>
              <a:gd name="connsiteY110" fmla="*/ 2732358 h 6858000"/>
              <a:gd name="connsiteX111" fmla="*/ 2820227 w 5271861"/>
              <a:gd name="connsiteY111" fmla="*/ 2560122 h 6858000"/>
              <a:gd name="connsiteX112" fmla="*/ 1407336 w 5271861"/>
              <a:gd name="connsiteY112" fmla="*/ 2560122 h 6858000"/>
              <a:gd name="connsiteX113" fmla="*/ 1407336 w 5271861"/>
              <a:gd name="connsiteY113" fmla="*/ 2732358 h 6858000"/>
              <a:gd name="connsiteX114" fmla="*/ 1595827 w 5271861"/>
              <a:gd name="connsiteY114" fmla="*/ 2732358 h 6858000"/>
              <a:gd name="connsiteX115" fmla="*/ 1778237 w 5271861"/>
              <a:gd name="connsiteY115" fmla="*/ 2560122 h 6858000"/>
              <a:gd name="connsiteX116" fmla="*/ 365348 w 5271861"/>
              <a:gd name="connsiteY116" fmla="*/ 2560122 h 6858000"/>
              <a:gd name="connsiteX117" fmla="*/ 365348 w 5271861"/>
              <a:gd name="connsiteY117" fmla="*/ 2732357 h 6858000"/>
              <a:gd name="connsiteX118" fmla="*/ 553839 w 5271861"/>
              <a:gd name="connsiteY118" fmla="*/ 2732357 h 6858000"/>
              <a:gd name="connsiteX119" fmla="*/ 736249 w 5271861"/>
              <a:gd name="connsiteY119" fmla="*/ 2560122 h 6858000"/>
              <a:gd name="connsiteX120" fmla="*/ 4527845 w 5271861"/>
              <a:gd name="connsiteY120" fmla="*/ 1788129 h 6858000"/>
              <a:gd name="connsiteX121" fmla="*/ 4527845 w 5271861"/>
              <a:gd name="connsiteY121" fmla="*/ 1960365 h 6858000"/>
              <a:gd name="connsiteX122" fmla="*/ 4716336 w 5271861"/>
              <a:gd name="connsiteY122" fmla="*/ 1960365 h 6858000"/>
              <a:gd name="connsiteX123" fmla="*/ 4898746 w 5271861"/>
              <a:gd name="connsiteY123" fmla="*/ 1788129 h 6858000"/>
              <a:gd name="connsiteX124" fmla="*/ 3485857 w 5271861"/>
              <a:gd name="connsiteY124" fmla="*/ 1788129 h 6858000"/>
              <a:gd name="connsiteX125" fmla="*/ 3485857 w 5271861"/>
              <a:gd name="connsiteY125" fmla="*/ 1960365 h 6858000"/>
              <a:gd name="connsiteX126" fmla="*/ 3674348 w 5271861"/>
              <a:gd name="connsiteY126" fmla="*/ 1960365 h 6858000"/>
              <a:gd name="connsiteX127" fmla="*/ 3856758 w 5271861"/>
              <a:gd name="connsiteY127" fmla="*/ 1788129 h 6858000"/>
              <a:gd name="connsiteX128" fmla="*/ 2443870 w 5271861"/>
              <a:gd name="connsiteY128" fmla="*/ 1788129 h 6858000"/>
              <a:gd name="connsiteX129" fmla="*/ 2443870 w 5271861"/>
              <a:gd name="connsiteY129" fmla="*/ 1960365 h 6858000"/>
              <a:gd name="connsiteX130" fmla="*/ 2635134 w 5271861"/>
              <a:gd name="connsiteY130" fmla="*/ 1960365 h 6858000"/>
              <a:gd name="connsiteX131" fmla="*/ 2820227 w 5271861"/>
              <a:gd name="connsiteY131" fmla="*/ 1788129 h 6858000"/>
              <a:gd name="connsiteX132" fmla="*/ 1407336 w 5271861"/>
              <a:gd name="connsiteY132" fmla="*/ 1788129 h 6858000"/>
              <a:gd name="connsiteX133" fmla="*/ 1407336 w 5271861"/>
              <a:gd name="connsiteY133" fmla="*/ 1960365 h 6858000"/>
              <a:gd name="connsiteX134" fmla="*/ 1595827 w 5271861"/>
              <a:gd name="connsiteY134" fmla="*/ 1960365 h 6858000"/>
              <a:gd name="connsiteX135" fmla="*/ 1778237 w 5271861"/>
              <a:gd name="connsiteY135" fmla="*/ 1788129 h 6858000"/>
              <a:gd name="connsiteX136" fmla="*/ 365348 w 5271861"/>
              <a:gd name="connsiteY136" fmla="*/ 1788128 h 6858000"/>
              <a:gd name="connsiteX137" fmla="*/ 365348 w 5271861"/>
              <a:gd name="connsiteY137" fmla="*/ 1960364 h 6858000"/>
              <a:gd name="connsiteX138" fmla="*/ 553839 w 5271861"/>
              <a:gd name="connsiteY138" fmla="*/ 1960364 h 6858000"/>
              <a:gd name="connsiteX139" fmla="*/ 736249 w 5271861"/>
              <a:gd name="connsiteY139" fmla="*/ 1788128 h 6858000"/>
              <a:gd name="connsiteX140" fmla="*/ 4527845 w 5271861"/>
              <a:gd name="connsiteY140" fmla="*/ 1022516 h 6858000"/>
              <a:gd name="connsiteX141" fmla="*/ 4527845 w 5271861"/>
              <a:gd name="connsiteY141" fmla="*/ 1194753 h 6858000"/>
              <a:gd name="connsiteX142" fmla="*/ 4716336 w 5271861"/>
              <a:gd name="connsiteY142" fmla="*/ 1194753 h 6858000"/>
              <a:gd name="connsiteX143" fmla="*/ 4898746 w 5271861"/>
              <a:gd name="connsiteY143" fmla="*/ 1022516 h 6858000"/>
              <a:gd name="connsiteX144" fmla="*/ 3485857 w 5271861"/>
              <a:gd name="connsiteY144" fmla="*/ 1022516 h 6858000"/>
              <a:gd name="connsiteX145" fmla="*/ 3485857 w 5271861"/>
              <a:gd name="connsiteY145" fmla="*/ 1194753 h 6858000"/>
              <a:gd name="connsiteX146" fmla="*/ 3674348 w 5271861"/>
              <a:gd name="connsiteY146" fmla="*/ 1194753 h 6858000"/>
              <a:gd name="connsiteX147" fmla="*/ 3856758 w 5271861"/>
              <a:gd name="connsiteY147" fmla="*/ 1022516 h 6858000"/>
              <a:gd name="connsiteX148" fmla="*/ 2443870 w 5271861"/>
              <a:gd name="connsiteY148" fmla="*/ 1022516 h 6858000"/>
              <a:gd name="connsiteX149" fmla="*/ 2443870 w 5271861"/>
              <a:gd name="connsiteY149" fmla="*/ 1194753 h 6858000"/>
              <a:gd name="connsiteX150" fmla="*/ 2635134 w 5271861"/>
              <a:gd name="connsiteY150" fmla="*/ 1194753 h 6858000"/>
              <a:gd name="connsiteX151" fmla="*/ 2820227 w 5271861"/>
              <a:gd name="connsiteY151" fmla="*/ 1022516 h 6858000"/>
              <a:gd name="connsiteX152" fmla="*/ 1407336 w 5271861"/>
              <a:gd name="connsiteY152" fmla="*/ 1022516 h 6858000"/>
              <a:gd name="connsiteX153" fmla="*/ 1407336 w 5271861"/>
              <a:gd name="connsiteY153" fmla="*/ 1194753 h 6858000"/>
              <a:gd name="connsiteX154" fmla="*/ 1595827 w 5271861"/>
              <a:gd name="connsiteY154" fmla="*/ 1194753 h 6858000"/>
              <a:gd name="connsiteX155" fmla="*/ 1778237 w 5271861"/>
              <a:gd name="connsiteY155" fmla="*/ 1022516 h 6858000"/>
              <a:gd name="connsiteX156" fmla="*/ 365348 w 5271861"/>
              <a:gd name="connsiteY156" fmla="*/ 1022515 h 6858000"/>
              <a:gd name="connsiteX157" fmla="*/ 365348 w 5271861"/>
              <a:gd name="connsiteY157" fmla="*/ 1194751 h 6858000"/>
              <a:gd name="connsiteX158" fmla="*/ 553839 w 5271861"/>
              <a:gd name="connsiteY158" fmla="*/ 1194751 h 6858000"/>
              <a:gd name="connsiteX159" fmla="*/ 736249 w 5271861"/>
              <a:gd name="connsiteY159" fmla="*/ 1022515 h 6858000"/>
              <a:gd name="connsiteX160" fmla="*/ 4527845 w 5271861"/>
              <a:gd name="connsiteY160" fmla="*/ 250524 h 6858000"/>
              <a:gd name="connsiteX161" fmla="*/ 4527845 w 5271861"/>
              <a:gd name="connsiteY161" fmla="*/ 422759 h 6858000"/>
              <a:gd name="connsiteX162" fmla="*/ 4716336 w 5271861"/>
              <a:gd name="connsiteY162" fmla="*/ 422759 h 6858000"/>
              <a:gd name="connsiteX163" fmla="*/ 4898746 w 5271861"/>
              <a:gd name="connsiteY163" fmla="*/ 250524 h 6858000"/>
              <a:gd name="connsiteX164" fmla="*/ 3485857 w 5271861"/>
              <a:gd name="connsiteY164" fmla="*/ 250524 h 6858000"/>
              <a:gd name="connsiteX165" fmla="*/ 3485857 w 5271861"/>
              <a:gd name="connsiteY165" fmla="*/ 422759 h 6858000"/>
              <a:gd name="connsiteX166" fmla="*/ 3674348 w 5271861"/>
              <a:gd name="connsiteY166" fmla="*/ 422759 h 6858000"/>
              <a:gd name="connsiteX167" fmla="*/ 3856758 w 5271861"/>
              <a:gd name="connsiteY167" fmla="*/ 250524 h 6858000"/>
              <a:gd name="connsiteX168" fmla="*/ 2443870 w 5271861"/>
              <a:gd name="connsiteY168" fmla="*/ 250524 h 6858000"/>
              <a:gd name="connsiteX169" fmla="*/ 2443870 w 5271861"/>
              <a:gd name="connsiteY169" fmla="*/ 422759 h 6858000"/>
              <a:gd name="connsiteX170" fmla="*/ 2635134 w 5271861"/>
              <a:gd name="connsiteY170" fmla="*/ 422759 h 6858000"/>
              <a:gd name="connsiteX171" fmla="*/ 2820227 w 5271861"/>
              <a:gd name="connsiteY171" fmla="*/ 250524 h 6858000"/>
              <a:gd name="connsiteX172" fmla="*/ 1407336 w 5271861"/>
              <a:gd name="connsiteY172" fmla="*/ 250524 h 6858000"/>
              <a:gd name="connsiteX173" fmla="*/ 1407336 w 5271861"/>
              <a:gd name="connsiteY173" fmla="*/ 422759 h 6858000"/>
              <a:gd name="connsiteX174" fmla="*/ 1595827 w 5271861"/>
              <a:gd name="connsiteY174" fmla="*/ 422759 h 6858000"/>
              <a:gd name="connsiteX175" fmla="*/ 1778237 w 5271861"/>
              <a:gd name="connsiteY175" fmla="*/ 250524 h 6858000"/>
              <a:gd name="connsiteX176" fmla="*/ 365348 w 5271861"/>
              <a:gd name="connsiteY176" fmla="*/ 250522 h 6858000"/>
              <a:gd name="connsiteX177" fmla="*/ 365348 w 5271861"/>
              <a:gd name="connsiteY177" fmla="*/ 422758 h 6858000"/>
              <a:gd name="connsiteX178" fmla="*/ 553839 w 5271861"/>
              <a:gd name="connsiteY178" fmla="*/ 422758 h 6858000"/>
              <a:gd name="connsiteX179" fmla="*/ 736249 w 5271861"/>
              <a:gd name="connsiteY179" fmla="*/ 250522 h 6858000"/>
              <a:gd name="connsiteX180" fmla="*/ 0 w 5271861"/>
              <a:gd name="connsiteY180" fmla="*/ 0 h 6858000"/>
              <a:gd name="connsiteX181" fmla="*/ 4923065 w 5271861"/>
              <a:gd name="connsiteY181" fmla="*/ 0 h 6858000"/>
              <a:gd name="connsiteX182" fmla="*/ 5092917 w 5271861"/>
              <a:gd name="connsiteY182" fmla="*/ 0 h 6858000"/>
              <a:gd name="connsiteX183" fmla="*/ 5271861 w 5271861"/>
              <a:gd name="connsiteY183" fmla="*/ 0 h 6858000"/>
              <a:gd name="connsiteX184" fmla="*/ 5271861 w 5271861"/>
              <a:gd name="connsiteY184" fmla="*/ 6858000 h 6858000"/>
              <a:gd name="connsiteX185" fmla="*/ 5092917 w 5271861"/>
              <a:gd name="connsiteY185" fmla="*/ 6858000 h 6858000"/>
              <a:gd name="connsiteX186" fmla="*/ 4923065 w 5271861"/>
              <a:gd name="connsiteY186" fmla="*/ 6858000 h 6858000"/>
              <a:gd name="connsiteX187" fmla="*/ 0 w 5271861"/>
              <a:gd name="connsiteY18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5271861" h="6858000">
                <a:moveTo>
                  <a:pt x="4527845" y="6407328"/>
                </a:moveTo>
                <a:lnTo>
                  <a:pt x="4527845" y="6579564"/>
                </a:lnTo>
                <a:lnTo>
                  <a:pt x="4716336" y="6579564"/>
                </a:lnTo>
                <a:lnTo>
                  <a:pt x="4898746" y="6407328"/>
                </a:lnTo>
                <a:close/>
                <a:moveTo>
                  <a:pt x="3485857" y="6407328"/>
                </a:moveTo>
                <a:lnTo>
                  <a:pt x="3485857" y="6579564"/>
                </a:lnTo>
                <a:lnTo>
                  <a:pt x="3674348" y="6579564"/>
                </a:lnTo>
                <a:lnTo>
                  <a:pt x="3856758" y="6407328"/>
                </a:lnTo>
                <a:close/>
                <a:moveTo>
                  <a:pt x="2443870" y="6407328"/>
                </a:moveTo>
                <a:lnTo>
                  <a:pt x="2443870" y="6579564"/>
                </a:lnTo>
                <a:lnTo>
                  <a:pt x="2635134" y="6579564"/>
                </a:lnTo>
                <a:lnTo>
                  <a:pt x="2820227" y="6407328"/>
                </a:lnTo>
                <a:close/>
                <a:moveTo>
                  <a:pt x="1407336" y="6407328"/>
                </a:moveTo>
                <a:lnTo>
                  <a:pt x="1407336" y="6579564"/>
                </a:lnTo>
                <a:lnTo>
                  <a:pt x="1595827" y="6579564"/>
                </a:lnTo>
                <a:lnTo>
                  <a:pt x="1778237" y="6407328"/>
                </a:lnTo>
                <a:close/>
                <a:moveTo>
                  <a:pt x="365348" y="6407328"/>
                </a:moveTo>
                <a:lnTo>
                  <a:pt x="365348" y="6579564"/>
                </a:lnTo>
                <a:lnTo>
                  <a:pt x="553839" y="6579564"/>
                </a:lnTo>
                <a:lnTo>
                  <a:pt x="736249" y="6407328"/>
                </a:lnTo>
                <a:close/>
                <a:moveTo>
                  <a:pt x="4527845" y="5635335"/>
                </a:moveTo>
                <a:lnTo>
                  <a:pt x="4527845" y="5807571"/>
                </a:lnTo>
                <a:lnTo>
                  <a:pt x="4716336" y="5807571"/>
                </a:lnTo>
                <a:lnTo>
                  <a:pt x="4898746" y="5635335"/>
                </a:lnTo>
                <a:close/>
                <a:moveTo>
                  <a:pt x="3485857" y="5635335"/>
                </a:moveTo>
                <a:lnTo>
                  <a:pt x="3485857" y="5807571"/>
                </a:lnTo>
                <a:lnTo>
                  <a:pt x="3674348" y="5807571"/>
                </a:lnTo>
                <a:lnTo>
                  <a:pt x="3856758" y="5635335"/>
                </a:lnTo>
                <a:close/>
                <a:moveTo>
                  <a:pt x="2443870" y="5635335"/>
                </a:moveTo>
                <a:lnTo>
                  <a:pt x="2443870" y="5807571"/>
                </a:lnTo>
                <a:lnTo>
                  <a:pt x="2635134" y="5807571"/>
                </a:lnTo>
                <a:lnTo>
                  <a:pt x="2820227" y="5635335"/>
                </a:lnTo>
                <a:close/>
                <a:moveTo>
                  <a:pt x="1407336" y="5635335"/>
                </a:moveTo>
                <a:lnTo>
                  <a:pt x="1407336" y="5807571"/>
                </a:lnTo>
                <a:lnTo>
                  <a:pt x="1595827" y="5807571"/>
                </a:lnTo>
                <a:lnTo>
                  <a:pt x="1778237" y="5635335"/>
                </a:lnTo>
                <a:close/>
                <a:moveTo>
                  <a:pt x="365348" y="5635335"/>
                </a:moveTo>
                <a:lnTo>
                  <a:pt x="365348" y="5807571"/>
                </a:lnTo>
                <a:lnTo>
                  <a:pt x="553839" y="5807571"/>
                </a:lnTo>
                <a:lnTo>
                  <a:pt x="736249" y="5635335"/>
                </a:lnTo>
                <a:close/>
                <a:moveTo>
                  <a:pt x="4527845" y="4869722"/>
                </a:moveTo>
                <a:lnTo>
                  <a:pt x="4527845" y="5041958"/>
                </a:lnTo>
                <a:lnTo>
                  <a:pt x="4716336" y="5041958"/>
                </a:lnTo>
                <a:lnTo>
                  <a:pt x="4898746" y="4869722"/>
                </a:lnTo>
                <a:close/>
                <a:moveTo>
                  <a:pt x="3485857" y="4869722"/>
                </a:moveTo>
                <a:lnTo>
                  <a:pt x="3485857" y="5041958"/>
                </a:lnTo>
                <a:lnTo>
                  <a:pt x="3674348" y="5041958"/>
                </a:lnTo>
                <a:lnTo>
                  <a:pt x="3856758" y="4869722"/>
                </a:lnTo>
                <a:close/>
                <a:moveTo>
                  <a:pt x="2443870" y="4869722"/>
                </a:moveTo>
                <a:lnTo>
                  <a:pt x="2443870" y="5041958"/>
                </a:lnTo>
                <a:lnTo>
                  <a:pt x="2635134" y="5041958"/>
                </a:lnTo>
                <a:lnTo>
                  <a:pt x="2820227" y="4869722"/>
                </a:lnTo>
                <a:close/>
                <a:moveTo>
                  <a:pt x="1407336" y="4869722"/>
                </a:moveTo>
                <a:lnTo>
                  <a:pt x="1407336" y="5041958"/>
                </a:lnTo>
                <a:lnTo>
                  <a:pt x="1595827" y="5041958"/>
                </a:lnTo>
                <a:lnTo>
                  <a:pt x="1778237" y="4869722"/>
                </a:lnTo>
                <a:close/>
                <a:moveTo>
                  <a:pt x="365348" y="4869722"/>
                </a:moveTo>
                <a:lnTo>
                  <a:pt x="365348" y="5041958"/>
                </a:lnTo>
                <a:lnTo>
                  <a:pt x="553839" y="5041958"/>
                </a:lnTo>
                <a:lnTo>
                  <a:pt x="736249" y="4869722"/>
                </a:lnTo>
                <a:close/>
                <a:moveTo>
                  <a:pt x="4527845" y="4097728"/>
                </a:moveTo>
                <a:lnTo>
                  <a:pt x="4527845" y="4269964"/>
                </a:lnTo>
                <a:lnTo>
                  <a:pt x="4716336" y="4269964"/>
                </a:lnTo>
                <a:lnTo>
                  <a:pt x="4898746" y="4097728"/>
                </a:lnTo>
                <a:close/>
                <a:moveTo>
                  <a:pt x="3485857" y="4097728"/>
                </a:moveTo>
                <a:lnTo>
                  <a:pt x="3485857" y="4269964"/>
                </a:lnTo>
                <a:lnTo>
                  <a:pt x="3674348" y="4269964"/>
                </a:lnTo>
                <a:lnTo>
                  <a:pt x="3856758" y="4097728"/>
                </a:lnTo>
                <a:close/>
                <a:moveTo>
                  <a:pt x="2443870" y="4097728"/>
                </a:moveTo>
                <a:lnTo>
                  <a:pt x="2443870" y="4269964"/>
                </a:lnTo>
                <a:lnTo>
                  <a:pt x="2635134" y="4269964"/>
                </a:lnTo>
                <a:lnTo>
                  <a:pt x="2820227" y="4097728"/>
                </a:lnTo>
                <a:close/>
                <a:moveTo>
                  <a:pt x="1407336" y="4097728"/>
                </a:moveTo>
                <a:lnTo>
                  <a:pt x="1407336" y="4269964"/>
                </a:lnTo>
                <a:lnTo>
                  <a:pt x="1595827" y="4269964"/>
                </a:lnTo>
                <a:lnTo>
                  <a:pt x="1778237" y="4097728"/>
                </a:lnTo>
                <a:close/>
                <a:moveTo>
                  <a:pt x="365348" y="4097728"/>
                </a:moveTo>
                <a:lnTo>
                  <a:pt x="365348" y="4269964"/>
                </a:lnTo>
                <a:lnTo>
                  <a:pt x="553839" y="4269964"/>
                </a:lnTo>
                <a:lnTo>
                  <a:pt x="736249" y="4097728"/>
                </a:lnTo>
                <a:close/>
                <a:moveTo>
                  <a:pt x="4527847" y="3332115"/>
                </a:moveTo>
                <a:lnTo>
                  <a:pt x="4527847" y="3497972"/>
                </a:lnTo>
                <a:lnTo>
                  <a:pt x="4716338" y="3497972"/>
                </a:lnTo>
                <a:lnTo>
                  <a:pt x="4898750" y="3332115"/>
                </a:lnTo>
                <a:close/>
                <a:moveTo>
                  <a:pt x="3485859" y="3332115"/>
                </a:moveTo>
                <a:lnTo>
                  <a:pt x="3485859" y="3497972"/>
                </a:lnTo>
                <a:lnTo>
                  <a:pt x="3674350" y="3497972"/>
                </a:lnTo>
                <a:lnTo>
                  <a:pt x="3856762" y="3332115"/>
                </a:lnTo>
                <a:close/>
                <a:moveTo>
                  <a:pt x="2443871" y="3332115"/>
                </a:moveTo>
                <a:lnTo>
                  <a:pt x="2443871" y="3497972"/>
                </a:lnTo>
                <a:lnTo>
                  <a:pt x="2635134" y="3497972"/>
                </a:lnTo>
                <a:lnTo>
                  <a:pt x="2820228" y="3332115"/>
                </a:lnTo>
                <a:close/>
                <a:moveTo>
                  <a:pt x="1407338" y="3332115"/>
                </a:moveTo>
                <a:lnTo>
                  <a:pt x="1407338" y="3497972"/>
                </a:lnTo>
                <a:lnTo>
                  <a:pt x="1595829" y="3497972"/>
                </a:lnTo>
                <a:lnTo>
                  <a:pt x="1778241" y="3332115"/>
                </a:lnTo>
                <a:close/>
                <a:moveTo>
                  <a:pt x="365350" y="3332115"/>
                </a:moveTo>
                <a:lnTo>
                  <a:pt x="365350" y="3497972"/>
                </a:lnTo>
                <a:lnTo>
                  <a:pt x="553841" y="3497972"/>
                </a:lnTo>
                <a:lnTo>
                  <a:pt x="736253" y="3332115"/>
                </a:lnTo>
                <a:close/>
                <a:moveTo>
                  <a:pt x="4527845" y="2560122"/>
                </a:moveTo>
                <a:lnTo>
                  <a:pt x="4527845" y="2732358"/>
                </a:lnTo>
                <a:lnTo>
                  <a:pt x="4716336" y="2732358"/>
                </a:lnTo>
                <a:lnTo>
                  <a:pt x="4898746" y="2560122"/>
                </a:lnTo>
                <a:close/>
                <a:moveTo>
                  <a:pt x="3485857" y="2560122"/>
                </a:moveTo>
                <a:lnTo>
                  <a:pt x="3485857" y="2732358"/>
                </a:lnTo>
                <a:lnTo>
                  <a:pt x="3674348" y="2732358"/>
                </a:lnTo>
                <a:lnTo>
                  <a:pt x="3856758" y="2560122"/>
                </a:lnTo>
                <a:close/>
                <a:moveTo>
                  <a:pt x="2443870" y="2560122"/>
                </a:moveTo>
                <a:lnTo>
                  <a:pt x="2443870" y="2732358"/>
                </a:lnTo>
                <a:lnTo>
                  <a:pt x="2635134" y="2732358"/>
                </a:lnTo>
                <a:lnTo>
                  <a:pt x="2820227" y="2560122"/>
                </a:lnTo>
                <a:close/>
                <a:moveTo>
                  <a:pt x="1407336" y="2560122"/>
                </a:moveTo>
                <a:lnTo>
                  <a:pt x="1407336" y="2732358"/>
                </a:lnTo>
                <a:lnTo>
                  <a:pt x="1595827" y="2732358"/>
                </a:lnTo>
                <a:lnTo>
                  <a:pt x="1778237" y="2560122"/>
                </a:lnTo>
                <a:close/>
                <a:moveTo>
                  <a:pt x="365348" y="2560122"/>
                </a:moveTo>
                <a:lnTo>
                  <a:pt x="365348" y="2732357"/>
                </a:lnTo>
                <a:lnTo>
                  <a:pt x="553839" y="2732357"/>
                </a:lnTo>
                <a:lnTo>
                  <a:pt x="736249" y="2560122"/>
                </a:lnTo>
                <a:close/>
                <a:moveTo>
                  <a:pt x="4527845" y="1788129"/>
                </a:moveTo>
                <a:lnTo>
                  <a:pt x="4527845" y="1960365"/>
                </a:lnTo>
                <a:lnTo>
                  <a:pt x="4716336" y="1960365"/>
                </a:lnTo>
                <a:lnTo>
                  <a:pt x="4898746" y="1788129"/>
                </a:lnTo>
                <a:close/>
                <a:moveTo>
                  <a:pt x="3485857" y="1788129"/>
                </a:moveTo>
                <a:lnTo>
                  <a:pt x="3485857" y="1960365"/>
                </a:lnTo>
                <a:lnTo>
                  <a:pt x="3674348" y="1960365"/>
                </a:lnTo>
                <a:lnTo>
                  <a:pt x="3856758" y="1788129"/>
                </a:lnTo>
                <a:close/>
                <a:moveTo>
                  <a:pt x="2443870" y="1788129"/>
                </a:moveTo>
                <a:lnTo>
                  <a:pt x="2443870" y="1960365"/>
                </a:lnTo>
                <a:lnTo>
                  <a:pt x="2635134" y="1960365"/>
                </a:lnTo>
                <a:lnTo>
                  <a:pt x="2820227" y="1788129"/>
                </a:lnTo>
                <a:close/>
                <a:moveTo>
                  <a:pt x="1407336" y="1788129"/>
                </a:moveTo>
                <a:lnTo>
                  <a:pt x="1407336" y="1960365"/>
                </a:lnTo>
                <a:lnTo>
                  <a:pt x="1595827" y="1960365"/>
                </a:lnTo>
                <a:lnTo>
                  <a:pt x="1778237" y="1788129"/>
                </a:lnTo>
                <a:close/>
                <a:moveTo>
                  <a:pt x="365348" y="1788128"/>
                </a:moveTo>
                <a:lnTo>
                  <a:pt x="365348" y="1960364"/>
                </a:lnTo>
                <a:lnTo>
                  <a:pt x="553839" y="1960364"/>
                </a:lnTo>
                <a:lnTo>
                  <a:pt x="736249" y="1788128"/>
                </a:lnTo>
                <a:close/>
                <a:moveTo>
                  <a:pt x="4527845" y="1022516"/>
                </a:moveTo>
                <a:lnTo>
                  <a:pt x="4527845" y="1194753"/>
                </a:lnTo>
                <a:lnTo>
                  <a:pt x="4716336" y="1194753"/>
                </a:lnTo>
                <a:lnTo>
                  <a:pt x="4898746" y="1022516"/>
                </a:lnTo>
                <a:close/>
                <a:moveTo>
                  <a:pt x="3485857" y="1022516"/>
                </a:moveTo>
                <a:lnTo>
                  <a:pt x="3485857" y="1194753"/>
                </a:lnTo>
                <a:lnTo>
                  <a:pt x="3674348" y="1194753"/>
                </a:lnTo>
                <a:lnTo>
                  <a:pt x="3856758" y="1022516"/>
                </a:lnTo>
                <a:close/>
                <a:moveTo>
                  <a:pt x="2443870" y="1022516"/>
                </a:moveTo>
                <a:lnTo>
                  <a:pt x="2443870" y="1194753"/>
                </a:lnTo>
                <a:lnTo>
                  <a:pt x="2635134" y="1194753"/>
                </a:lnTo>
                <a:lnTo>
                  <a:pt x="2820227" y="1022516"/>
                </a:lnTo>
                <a:close/>
                <a:moveTo>
                  <a:pt x="1407336" y="1022516"/>
                </a:moveTo>
                <a:lnTo>
                  <a:pt x="1407336" y="1194753"/>
                </a:lnTo>
                <a:lnTo>
                  <a:pt x="1595827" y="1194753"/>
                </a:lnTo>
                <a:lnTo>
                  <a:pt x="1778237" y="1022516"/>
                </a:lnTo>
                <a:close/>
                <a:moveTo>
                  <a:pt x="365348" y="1022515"/>
                </a:moveTo>
                <a:lnTo>
                  <a:pt x="365348" y="1194751"/>
                </a:lnTo>
                <a:lnTo>
                  <a:pt x="553839" y="1194751"/>
                </a:lnTo>
                <a:lnTo>
                  <a:pt x="736249" y="1022515"/>
                </a:lnTo>
                <a:close/>
                <a:moveTo>
                  <a:pt x="4527845" y="250524"/>
                </a:moveTo>
                <a:lnTo>
                  <a:pt x="4527845" y="422759"/>
                </a:lnTo>
                <a:lnTo>
                  <a:pt x="4716336" y="422759"/>
                </a:lnTo>
                <a:lnTo>
                  <a:pt x="4898746" y="250524"/>
                </a:lnTo>
                <a:close/>
                <a:moveTo>
                  <a:pt x="3485857" y="250524"/>
                </a:moveTo>
                <a:lnTo>
                  <a:pt x="3485857" y="422759"/>
                </a:lnTo>
                <a:lnTo>
                  <a:pt x="3674348" y="422759"/>
                </a:lnTo>
                <a:lnTo>
                  <a:pt x="3856758" y="250524"/>
                </a:lnTo>
                <a:close/>
                <a:moveTo>
                  <a:pt x="2443870" y="250524"/>
                </a:moveTo>
                <a:lnTo>
                  <a:pt x="2443870" y="422759"/>
                </a:lnTo>
                <a:lnTo>
                  <a:pt x="2635134" y="422759"/>
                </a:lnTo>
                <a:lnTo>
                  <a:pt x="2820227" y="250524"/>
                </a:lnTo>
                <a:close/>
                <a:moveTo>
                  <a:pt x="1407336" y="250524"/>
                </a:moveTo>
                <a:lnTo>
                  <a:pt x="1407336" y="422759"/>
                </a:lnTo>
                <a:lnTo>
                  <a:pt x="1595827" y="422759"/>
                </a:lnTo>
                <a:lnTo>
                  <a:pt x="1778237" y="250524"/>
                </a:lnTo>
                <a:close/>
                <a:moveTo>
                  <a:pt x="365348" y="250522"/>
                </a:moveTo>
                <a:lnTo>
                  <a:pt x="365348" y="422758"/>
                </a:lnTo>
                <a:lnTo>
                  <a:pt x="553839" y="422758"/>
                </a:lnTo>
                <a:lnTo>
                  <a:pt x="736249" y="250522"/>
                </a:lnTo>
                <a:close/>
                <a:moveTo>
                  <a:pt x="0" y="0"/>
                </a:moveTo>
                <a:lnTo>
                  <a:pt x="4923065" y="0"/>
                </a:lnTo>
                <a:lnTo>
                  <a:pt x="5092917" y="0"/>
                </a:lnTo>
                <a:lnTo>
                  <a:pt x="5271861" y="0"/>
                </a:lnTo>
                <a:lnTo>
                  <a:pt x="5271861" y="6858000"/>
                </a:lnTo>
                <a:lnTo>
                  <a:pt x="5092917" y="6858000"/>
                </a:lnTo>
                <a:lnTo>
                  <a:pt x="4923065" y="6858000"/>
                </a:lnTo>
                <a:lnTo>
                  <a:pt x="0" y="6858000"/>
                </a:lnTo>
                <a:close/>
              </a:path>
            </a:pathLst>
          </a:custGeom>
          <a:solidFill>
            <a:srgbClr val="89D1FF"/>
          </a:solidFill>
          <a:ln w="28575" algn="ctr">
            <a:noFill/>
            <a:miter lim="800000"/>
            <a:headEnd/>
            <a:tailEnd/>
          </a:ln>
        </p:spPr>
        <p:txBody>
          <a:bodyPr wrap="square" lIns="90000" tIns="72000" rIns="90000" bIns="72000" rtlCol="0" anchor="ctr">
            <a:noAutofit/>
          </a:bodyP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400" b="0" i="0" u="none" strike="noStrike" kern="0" cap="none" spc="0" normalizeH="0" baseline="0" noProof="0" err="1">
              <a:ln>
                <a:noFill/>
              </a:ln>
              <a:effectLst/>
              <a:uLnTx/>
              <a:uFillTx/>
              <a:latin typeface="+mn-lt"/>
              <a:ea typeface="72 Brand" pitchFamily="34" charset="-128"/>
              <a:cs typeface="72 Brand" pitchFamily="34" charset="-128"/>
            </a:endParaRPr>
          </a:p>
        </p:txBody>
      </p:sp>
      <p:pic>
        <p:nvPicPr>
          <p:cNvPr id="415206988" name="LogoWhite-Dynamic" descr="{&quot;templafy&quot;:{&quot;id&quot;:&quot;9520d6a1-db1e-404f-9c64-2812977c35e5&quot;}}"/>
          <p:cNvPicPr>
            <a:picLocks noChangeAspect="1"/>
          </p:cNvPicPr>
          <p:nvPr/>
        </p:nvPicPr>
        <p:blipFill>
          <a:blip r:embed="rId2"/>
          <a:stretch>
            <a:fillRect/>
          </a:stretch>
        </p:blipFill>
        <p:spPr>
          <a:xfrm>
            <a:off x="504000" y="504000"/>
            <a:ext cx="2997983" cy="360000"/>
          </a:xfrm>
          <a:prstGeom prst="rect">
            <a:avLst/>
          </a:prstGeom>
        </p:spPr>
      </p:pic>
      <p:sp>
        <p:nvSpPr>
          <p:cNvPr id="4" name="Title"/>
          <p:cNvSpPr>
            <a:spLocks noGrp="1"/>
          </p:cNvSpPr>
          <p:nvPr>
            <p:ph type="title" hasCustomPrompt="1"/>
          </p:nvPr>
        </p:nvSpPr>
        <p:spPr>
          <a:xfrm>
            <a:off x="504000" y="2706317"/>
            <a:ext cx="6418067" cy="997196"/>
          </a:xfrm>
        </p:spPr>
        <p:txBody>
          <a:bodyPr anchor="b" anchorCtr="0">
            <a:noAutofit/>
          </a:bodyPr>
          <a:lstStyle>
            <a:lvl1pPr>
              <a:lnSpc>
                <a:spcPct val="90000"/>
              </a:lnSpc>
              <a:defRPr sz="3600" b="0" i="0">
                <a:solidFill>
                  <a:schemeClr val="bg1"/>
                </a:solidFill>
                <a:latin typeface="72 Brand Medium" panose="020B0504030603020204" pitchFamily="34" charset="0"/>
                <a:cs typeface="Arial" panose="020B0604020202020204"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sp>
        <p:nvSpPr>
          <p:cNvPr id="2" name="Subtitle 2">
            <a:extLst>
              <a:ext uri="{FF2B5EF4-FFF2-40B4-BE49-F238E27FC236}">
                <a16:creationId xmlns:a16="http://schemas.microsoft.com/office/drawing/2014/main" id="{3F8C5CA6-1B07-0B13-95CA-1433F380A598}"/>
              </a:ext>
            </a:extLst>
          </p:cNvPr>
          <p:cNvSpPr>
            <a:spLocks noGrp="1"/>
          </p:cNvSpPr>
          <p:nvPr>
            <p:ph type="subTitle" idx="1"/>
          </p:nvPr>
        </p:nvSpPr>
        <p:spPr>
          <a:xfrm>
            <a:off x="504000" y="4267200"/>
            <a:ext cx="5503449" cy="493713"/>
          </a:xfrm>
        </p:spPr>
        <p:txBody>
          <a:bodyPr anchor="t">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819942097"/>
      </p:ext>
    </p:extLst>
  </p:cSld>
  <p:clrMapOvr>
    <a:masterClrMapping/>
  </p:clrMapOvr>
  <p:extLst>
    <p:ext uri="{DCECCB84-F9BA-43D5-87BE-67443E8EF086}">
      <p15:sldGuideLst xmlns:p15="http://schemas.microsoft.com/office/powerpoint/2012/main">
        <p15:guide id="2" orient="horz" pos="1701">
          <p15:clr>
            <a:srgbClr val="FBAE40"/>
          </p15:clr>
        </p15:guide>
        <p15:guide id="3" orient="horz" pos="2688">
          <p15:clr>
            <a:srgbClr val="FBAE40"/>
          </p15:clr>
        </p15:guide>
        <p15:guide id="4" orient="horz" pos="2341">
          <p15:clr>
            <a:srgbClr val="FBAE40"/>
          </p15:clr>
        </p15:guide>
        <p15:guide id="5" orient="horz" pos="2999">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3" name="Title"/>
          <p:cNvSpPr>
            <a:spLocks noGrp="1"/>
          </p:cNvSpPr>
          <p:nvPr>
            <p:ph type="title" hasCustomPrompt="1"/>
          </p:nvPr>
        </p:nvSpPr>
        <p:spPr>
          <a:xfrm>
            <a:off x="504000" y="504000"/>
            <a:ext cx="11186476" cy="369332"/>
          </a:xfrm>
        </p:spPr>
        <p:txBody>
          <a:bodyPr/>
          <a:lstStyle>
            <a:lvl1pPr>
              <a:defRPr b="0"/>
            </a:lvl1pPr>
          </a:lstStyle>
          <a:p>
            <a:r>
              <a:rPr lang="en-US" noProof="0"/>
              <a:t>Insert page title (sentence case)</a:t>
            </a:r>
            <a:endParaRPr lang="en-US"/>
          </a:p>
        </p:txBody>
      </p:sp>
      <p:sp>
        <p:nvSpPr>
          <p:cNvPr id="5" name="Content Placeholder 4">
            <a:extLst>
              <a:ext uri="{FF2B5EF4-FFF2-40B4-BE49-F238E27FC236}">
                <a16:creationId xmlns:a16="http://schemas.microsoft.com/office/drawing/2014/main" id="{7FA2F6B6-06DC-4EF7-2D70-B673B7F346CE}"/>
              </a:ext>
            </a:extLst>
          </p:cNvPr>
          <p:cNvSpPr>
            <a:spLocks noGrp="1"/>
          </p:cNvSpPr>
          <p:nvPr>
            <p:ph sz="quarter" idx="10"/>
          </p:nvPr>
        </p:nvSpPr>
        <p:spPr>
          <a:xfrm>
            <a:off x="503238" y="1543050"/>
            <a:ext cx="11187112" cy="4811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Tree>
    <p:extLst>
      <p:ext uri="{BB962C8B-B14F-4D97-AF65-F5344CB8AC3E}">
        <p14:creationId xmlns:p14="http://schemas.microsoft.com/office/powerpoint/2010/main" val="3130026017"/>
      </p:ext>
    </p:extLst>
  </p:cSld>
  <p:clrMapOvr>
    <a:masterClrMapping/>
  </p:clrMapOvr>
  <p:extLst>
    <p:ext uri="{DCECCB84-F9BA-43D5-87BE-67443E8EF086}">
      <p15:sldGuideLst xmlns:p15="http://schemas.microsoft.com/office/powerpoint/2012/main">
        <p15:guide id="4" orient="horz" pos="318">
          <p15:clr>
            <a:srgbClr val="FBAE40"/>
          </p15:clr>
        </p15:guide>
        <p15:guide id="5" orient="horz" pos="552">
          <p15:clr>
            <a:srgbClr val="FBAE40"/>
          </p15:clr>
        </p15:guide>
        <p15:guide id="6" orient="horz" pos="972">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
        <p:nvSpPr>
          <p:cNvPr id="6" name="Content Placeholder 5">
            <a:extLst>
              <a:ext uri="{FF2B5EF4-FFF2-40B4-BE49-F238E27FC236}">
                <a16:creationId xmlns:a16="http://schemas.microsoft.com/office/drawing/2014/main" id="{38C0164F-A425-DAFF-4F8D-CCD2435E155C}"/>
              </a:ext>
            </a:extLst>
          </p:cNvPr>
          <p:cNvSpPr>
            <a:spLocks noGrp="1"/>
          </p:cNvSpPr>
          <p:nvPr>
            <p:ph sz="quarter" idx="10"/>
          </p:nvPr>
        </p:nvSpPr>
        <p:spPr>
          <a:xfrm>
            <a:off x="503239" y="1543050"/>
            <a:ext cx="5467350" cy="4811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8" name="Content Placeholder 7">
            <a:extLst>
              <a:ext uri="{FF2B5EF4-FFF2-40B4-BE49-F238E27FC236}">
                <a16:creationId xmlns:a16="http://schemas.microsoft.com/office/drawing/2014/main" id="{03021143-2BA7-B3E8-AD6C-9FD4302A49EA}"/>
              </a:ext>
            </a:extLst>
          </p:cNvPr>
          <p:cNvSpPr>
            <a:spLocks noGrp="1"/>
          </p:cNvSpPr>
          <p:nvPr>
            <p:ph sz="quarter" idx="11"/>
          </p:nvPr>
        </p:nvSpPr>
        <p:spPr>
          <a:xfrm>
            <a:off x="6223000" y="1543050"/>
            <a:ext cx="5467350" cy="4811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Tree>
    <p:extLst>
      <p:ext uri="{BB962C8B-B14F-4D97-AF65-F5344CB8AC3E}">
        <p14:creationId xmlns:p14="http://schemas.microsoft.com/office/powerpoint/2010/main" val="312239138"/>
      </p:ext>
    </p:extLst>
  </p:cSld>
  <p:clrMapOvr>
    <a:masterClrMapping/>
  </p:clrMapOvr>
  <p:extLst>
    <p:ext uri="{DCECCB84-F9BA-43D5-87BE-67443E8EF086}">
      <p15:sldGuideLst xmlns:p15="http://schemas.microsoft.com/office/powerpoint/2012/main">
        <p15:guide id="6" orient="horz" pos="317">
          <p15:clr>
            <a:srgbClr val="FBAE40"/>
          </p15:clr>
        </p15:guide>
        <p15:guide id="7" orient="horz" pos="551">
          <p15:clr>
            <a:srgbClr val="FBAE40"/>
          </p15:clr>
        </p15:guide>
        <p15:guide id="8" orient="horz" pos="972">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5" name="Picture Placeholder 1/3 right"/>
          <p:cNvSpPr>
            <a:spLocks noGrp="1"/>
          </p:cNvSpPr>
          <p:nvPr>
            <p:ph type="pic" sz="quarter" idx="10" hasCustomPrompt="1"/>
          </p:nvPr>
        </p:nvSpPr>
        <p:spPr bwMode="gray">
          <a:xfrm>
            <a:off x="8127175" y="0"/>
            <a:ext cx="4068000" cy="6858000"/>
          </a:xfrm>
          <a:no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a:t>
            </a:r>
            <a:endParaRPr lang="de-DE"/>
          </a:p>
        </p:txBody>
      </p:sp>
      <p:sp>
        <p:nvSpPr>
          <p:cNvPr id="3" name="Title"/>
          <p:cNvSpPr>
            <a:spLocks noGrp="1"/>
          </p:cNvSpPr>
          <p:nvPr>
            <p:ph type="title" hasCustomPrompt="1"/>
          </p:nvPr>
        </p:nvSpPr>
        <p:spPr>
          <a:xfrm>
            <a:off x="504000" y="504000"/>
            <a:ext cx="7371589" cy="369332"/>
          </a:xfrm>
        </p:spPr>
        <p:txBody>
          <a:bodyPr/>
          <a:lstStyle/>
          <a:p>
            <a:r>
              <a:rPr lang="en-US" noProof="0"/>
              <a:t>Insert page title (sentence case)</a:t>
            </a:r>
            <a:endParaRPr lang="en-US"/>
          </a:p>
        </p:txBody>
      </p:sp>
      <p:sp>
        <p:nvSpPr>
          <p:cNvPr id="4" name="Content Placeholder 3">
            <a:extLst>
              <a:ext uri="{FF2B5EF4-FFF2-40B4-BE49-F238E27FC236}">
                <a16:creationId xmlns:a16="http://schemas.microsoft.com/office/drawing/2014/main" id="{FAE487FD-3B81-5414-D8EE-7961A987577D}"/>
              </a:ext>
            </a:extLst>
          </p:cNvPr>
          <p:cNvSpPr>
            <a:spLocks noGrp="1"/>
          </p:cNvSpPr>
          <p:nvPr>
            <p:ph sz="quarter" idx="11"/>
          </p:nvPr>
        </p:nvSpPr>
        <p:spPr>
          <a:xfrm>
            <a:off x="503238" y="1543050"/>
            <a:ext cx="7372350" cy="4811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Tree>
    <p:extLst>
      <p:ext uri="{BB962C8B-B14F-4D97-AF65-F5344CB8AC3E}">
        <p14:creationId xmlns:p14="http://schemas.microsoft.com/office/powerpoint/2010/main" val="2166399178"/>
      </p:ext>
    </p:extLst>
  </p:cSld>
  <p:clrMapOvr>
    <a:masterClrMapping/>
  </p:clrMapOvr>
  <p:extLst>
    <p:ext uri="{DCECCB84-F9BA-43D5-87BE-67443E8EF086}">
      <p15:sldGuideLst xmlns:p15="http://schemas.microsoft.com/office/powerpoint/2012/main">
        <p15:guide id="4" pos="5111">
          <p15:clr>
            <a:srgbClr val="FBAE40"/>
          </p15:clr>
        </p15:guide>
        <p15:guide id="5" orient="horz" pos="317">
          <p15:clr>
            <a:srgbClr val="FBAE40"/>
          </p15:clr>
        </p15:guide>
        <p15:guide id="6" orient="horz" pos="551">
          <p15:clr>
            <a:srgbClr val="FBAE40"/>
          </p15:clr>
        </p15:guide>
        <p15:guide id="7" orient="horz" pos="972">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5" name="Picture Placeholder"/>
          <p:cNvSpPr>
            <a:spLocks noGrp="1"/>
          </p:cNvSpPr>
          <p:nvPr>
            <p:ph type="pic" sz="quarter" idx="13" hasCustomPrompt="1"/>
          </p:nvPr>
        </p:nvSpPr>
        <p:spPr bwMode="gray">
          <a:xfrm>
            <a:off x="6221413" y="1557338"/>
            <a:ext cx="5469064" cy="4795837"/>
          </a:xfrm>
          <a:noFill/>
        </p:spPr>
        <p:txBody>
          <a:bodyPr vert="horz" lIns="0" tIns="1512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screenshot</a:t>
            </a:r>
            <a:endParaRPr lang="de-DE"/>
          </a:p>
        </p:txBody>
      </p:sp>
      <p:sp>
        <p:nvSpPr>
          <p:cNvPr id="3"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
        <p:nvSpPr>
          <p:cNvPr id="6" name="Content Placeholder 5">
            <a:extLst>
              <a:ext uri="{FF2B5EF4-FFF2-40B4-BE49-F238E27FC236}">
                <a16:creationId xmlns:a16="http://schemas.microsoft.com/office/drawing/2014/main" id="{98772F2B-0434-6AC5-5E2E-E10ABDD1A745}"/>
              </a:ext>
            </a:extLst>
          </p:cNvPr>
          <p:cNvSpPr>
            <a:spLocks noGrp="1"/>
          </p:cNvSpPr>
          <p:nvPr>
            <p:ph sz="quarter" idx="14"/>
          </p:nvPr>
        </p:nvSpPr>
        <p:spPr>
          <a:xfrm>
            <a:off x="503237" y="1543050"/>
            <a:ext cx="5464175" cy="4810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Tree>
    <p:extLst>
      <p:ext uri="{BB962C8B-B14F-4D97-AF65-F5344CB8AC3E}">
        <p14:creationId xmlns:p14="http://schemas.microsoft.com/office/powerpoint/2010/main" val="4257200430"/>
      </p:ext>
    </p:extLst>
  </p:cSld>
  <p:clrMapOvr>
    <a:masterClrMapping/>
  </p:clrMapOvr>
  <p:extLst>
    <p:ext uri="{DCECCB84-F9BA-43D5-87BE-67443E8EF086}">
      <p15:sldGuideLst xmlns:p15="http://schemas.microsoft.com/office/powerpoint/2012/main">
        <p15:guide id="2" orient="horz" pos="972">
          <p15:clr>
            <a:srgbClr val="FBAE40"/>
          </p15:clr>
        </p15:guide>
        <p15:guide id="6" orient="horz" pos="317">
          <p15:clr>
            <a:srgbClr val="FBAE40"/>
          </p15:clr>
        </p15:guide>
        <p15:guide id="7" orient="horz" pos="55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gt;DO NOT USE&gt;">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124504-36FD-4753-851D-5B7D02D4A2D1}"/>
              </a:ext>
            </a:extLst>
          </p:cNvPr>
          <p:cNvSpPr/>
          <p:nvPr userDrawn="1"/>
        </p:nvSpPr>
        <p:spPr bwMode="white">
          <a:xfrm>
            <a:off x="0" y="0"/>
            <a:ext cx="12195175" cy="6858000"/>
          </a:xfrm>
          <a:prstGeom prst="rect">
            <a:avLst/>
          </a:prstGeom>
          <a:solidFill>
            <a:srgbClr val="EE3939"/>
          </a:solid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GB" sz="1400" err="1">
              <a:solidFill>
                <a:srgbClr val="A4A6A2"/>
              </a:solidFill>
            </a:endParaRPr>
          </a:p>
        </p:txBody>
      </p:sp>
      <p:sp>
        <p:nvSpPr>
          <p:cNvPr id="5" name="Do not use"/>
          <p:cNvSpPr txBox="1"/>
          <p:nvPr userDrawn="1"/>
        </p:nvSpPr>
        <p:spPr>
          <a:xfrm>
            <a:off x="430325" y="656823"/>
            <a:ext cx="11359935" cy="2785378"/>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en-GB" sz="4400" b="0" noProof="0">
                <a:solidFill>
                  <a:schemeClr val="bg1"/>
                </a:solidFill>
                <a:latin typeface="+mj-lt"/>
              </a:rPr>
              <a:t>The layouts following this one belong </a:t>
            </a:r>
            <a:br>
              <a:rPr lang="en-GB" sz="4400" b="0" noProof="0">
                <a:solidFill>
                  <a:schemeClr val="bg1"/>
                </a:solidFill>
                <a:latin typeface="+mj-lt"/>
              </a:rPr>
            </a:br>
            <a:r>
              <a:rPr lang="en-GB" sz="4400" b="0" noProof="0">
                <a:solidFill>
                  <a:schemeClr val="bg1"/>
                </a:solidFill>
                <a:latin typeface="+mj-lt"/>
              </a:rPr>
              <a:t>to templates other than the officially distributed SAP PowerPoint template.</a:t>
            </a:r>
          </a:p>
          <a:p>
            <a:pPr marL="0" marR="0" indent="0" algn="ctr" fontAlgn="auto">
              <a:lnSpc>
                <a:spcPct val="100000"/>
              </a:lnSpc>
              <a:spcBef>
                <a:spcPts val="600"/>
              </a:spcBef>
              <a:spcAft>
                <a:spcPts val="0"/>
              </a:spcAft>
              <a:buClr>
                <a:srgbClr val="003755"/>
              </a:buClr>
              <a:buSzTx/>
              <a:buFontTx/>
              <a:buNone/>
              <a:tabLst/>
            </a:pPr>
            <a:r>
              <a:rPr lang="en-GB" sz="4400" b="0" noProof="0">
                <a:solidFill>
                  <a:schemeClr val="bg1"/>
                </a:solidFill>
                <a:latin typeface="+mn-lt"/>
              </a:rPr>
              <a:t>Please do not use them.</a:t>
            </a:r>
            <a:endParaRPr lang="en-GB" sz="2800" b="0" noProof="0">
              <a:solidFill>
                <a:schemeClr val="bg1"/>
              </a:solidFill>
              <a:latin typeface="72 Brand" panose="020B0504030603020204" pitchFamily="34" charset="0"/>
            </a:endParaRPr>
          </a:p>
        </p:txBody>
      </p:sp>
      <p:grpSp>
        <p:nvGrpSpPr>
          <p:cNvPr id="4" name="Group 3">
            <a:extLst>
              <a:ext uri="{FF2B5EF4-FFF2-40B4-BE49-F238E27FC236}">
                <a16:creationId xmlns:a16="http://schemas.microsoft.com/office/drawing/2014/main" id="{2BEB5E5A-DA85-4D5B-80B9-F94482F55D76}"/>
              </a:ext>
            </a:extLst>
          </p:cNvPr>
          <p:cNvGrpSpPr/>
          <p:nvPr userDrawn="1"/>
        </p:nvGrpSpPr>
        <p:grpSpPr bwMode="black">
          <a:xfrm rot="8100000">
            <a:off x="10407583" y="4661326"/>
            <a:ext cx="1037058" cy="1036788"/>
            <a:chOff x="6096000" y="4963130"/>
            <a:chExt cx="1456719" cy="1456719"/>
          </a:xfrm>
          <a:solidFill>
            <a:schemeClr val="bg1"/>
          </a:solidFill>
        </p:grpSpPr>
        <p:sp>
          <p:nvSpPr>
            <p:cNvPr id="3" name="Rectangle 2">
              <a:extLst>
                <a:ext uri="{FF2B5EF4-FFF2-40B4-BE49-F238E27FC236}">
                  <a16:creationId xmlns:a16="http://schemas.microsoft.com/office/drawing/2014/main" id="{C823227E-A862-4A7F-BC20-0D107430AB2C}"/>
                </a:ext>
              </a:extLst>
            </p:cNvPr>
            <p:cNvSpPr/>
            <p:nvPr userDrawn="1"/>
          </p:nvSpPr>
          <p:spPr bwMode="black">
            <a:xfrm rot="5400000">
              <a:off x="5534135" y="5524995"/>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GB" sz="1400" err="1">
                <a:solidFill>
                  <a:schemeClr val="tx1"/>
                </a:solidFill>
              </a:endParaRPr>
            </a:p>
          </p:txBody>
        </p:sp>
        <p:sp>
          <p:nvSpPr>
            <p:cNvPr id="6" name="Rectangle 5">
              <a:extLst>
                <a:ext uri="{FF2B5EF4-FFF2-40B4-BE49-F238E27FC236}">
                  <a16:creationId xmlns:a16="http://schemas.microsoft.com/office/drawing/2014/main" id="{08501AE6-6504-4184-9443-E89AFACF769D}"/>
                </a:ext>
              </a:extLst>
            </p:cNvPr>
            <p:cNvSpPr/>
            <p:nvPr userDrawn="1"/>
          </p:nvSpPr>
          <p:spPr bwMode="black">
            <a:xfrm rot="10800000">
              <a:off x="6096000" y="4963130"/>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GB" sz="1400" err="1">
                <a:solidFill>
                  <a:schemeClr val="tx1"/>
                </a:solidFill>
              </a:endParaRPr>
            </a:p>
          </p:txBody>
        </p:sp>
      </p:grpSp>
      <p:sp>
        <p:nvSpPr>
          <p:cNvPr id="12" name="Rectangle 11">
            <a:extLst>
              <a:ext uri="{FF2B5EF4-FFF2-40B4-BE49-F238E27FC236}">
                <a16:creationId xmlns:a16="http://schemas.microsoft.com/office/drawing/2014/main" id="{67CEE09B-6EE1-4BF2-85A3-DE69E91BC4C6}"/>
              </a:ext>
            </a:extLst>
          </p:cNvPr>
          <p:cNvSpPr/>
          <p:nvPr userDrawn="1"/>
        </p:nvSpPr>
        <p:spPr>
          <a:xfrm>
            <a:off x="430324" y="4365269"/>
            <a:ext cx="10154990" cy="1569660"/>
          </a:xfrm>
          <a:prstGeom prst="rect">
            <a:avLst/>
          </a:prstGeom>
        </p:spPr>
        <p:txBody>
          <a:bodyPr wrap="square">
            <a:spAutoFit/>
          </a:bodyPr>
          <a:lstStyle/>
          <a:p>
            <a:pPr algn="ctr"/>
            <a:r>
              <a:rPr lang="en-GB" sz="9600" b="1" i="1" noProof="0">
                <a:solidFill>
                  <a:schemeClr val="bg1"/>
                </a:solidFill>
                <a:latin typeface="+mj-lt"/>
              </a:rPr>
              <a:t>Other layouts</a:t>
            </a:r>
            <a:endParaRPr lang="en-GB" sz="1800" b="1" i="1" noProof="0">
              <a:latin typeface="+mj-lt"/>
            </a:endParaRPr>
          </a:p>
        </p:txBody>
      </p:sp>
      <p:sp>
        <p:nvSpPr>
          <p:cNvPr id="13" name="Date Placeholder 6" hidden="1">
            <a:extLst>
              <a:ext uri="{FF2B5EF4-FFF2-40B4-BE49-F238E27FC236}">
                <a16:creationId xmlns:a16="http://schemas.microsoft.com/office/drawing/2014/main" id="{706505A8-87EA-4BA0-B698-35156BC765D0}"/>
              </a:ext>
            </a:extLst>
          </p:cNvPr>
          <p:cNvSpPr>
            <a:spLocks noGrp="1"/>
          </p:cNvSpPr>
          <p:nvPr>
            <p:ph type="dt" sz="half" idx="15"/>
          </p:nvPr>
        </p:nvSpPr>
        <p:spPr>
          <a:xfrm>
            <a:off x="590249" y="6537073"/>
            <a:ext cx="985275" cy="141861"/>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chemeClr val="tx2"/>
                </a:solidFill>
                <a:latin typeface="72 Brand" panose="020B0504030603020204" pitchFamily="34" charset="0"/>
                <a:ea typeface="72 Brand" panose="020B0504030603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BE5A79F-CEE8-4C11-A8A5-0D02CD0019B9}" type="datetime4">
              <a:rPr lang="en-US" smtClean="0"/>
              <a:pPr/>
              <a:t>October 23, 2026</a:t>
            </a:fld>
            <a:endParaRPr lang="en-GB"/>
          </a:p>
        </p:txBody>
      </p:sp>
      <p:sp>
        <p:nvSpPr>
          <p:cNvPr id="14" name="Footer Placeholder 8" hidden="1">
            <a:extLst>
              <a:ext uri="{FF2B5EF4-FFF2-40B4-BE49-F238E27FC236}">
                <a16:creationId xmlns:a16="http://schemas.microsoft.com/office/drawing/2014/main" id="{AB150C2C-2030-498B-8262-6BD5BCCBB345}"/>
              </a:ext>
            </a:extLst>
          </p:cNvPr>
          <p:cNvSpPr>
            <a:spLocks noGrp="1"/>
          </p:cNvSpPr>
          <p:nvPr>
            <p:ph type="ftr" sz="quarter" idx="16"/>
          </p:nvPr>
        </p:nvSpPr>
        <p:spPr>
          <a:xfrm>
            <a:off x="1584685" y="6537073"/>
            <a:ext cx="2948351" cy="141861"/>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chemeClr val="tx2"/>
                </a:solidFill>
                <a:latin typeface="72 Brand" panose="020B0504030603020204" pitchFamily="34" charset="0"/>
                <a:ea typeface="72 Brand" panose="020B0504030603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15" name="Slide Number Placeholder 10" hidden="1">
            <a:extLst>
              <a:ext uri="{FF2B5EF4-FFF2-40B4-BE49-F238E27FC236}">
                <a16:creationId xmlns:a16="http://schemas.microsoft.com/office/drawing/2014/main" id="{E81B246F-92C7-4EF8-ACD0-05F73C7095BE}"/>
              </a:ext>
            </a:extLst>
          </p:cNvPr>
          <p:cNvSpPr>
            <a:spLocks noGrp="1"/>
          </p:cNvSpPr>
          <p:nvPr>
            <p:ph type="sldNum" sz="quarter" idx="17"/>
          </p:nvPr>
        </p:nvSpPr>
        <p:spPr>
          <a:xfrm>
            <a:off x="320341" y="6537073"/>
            <a:ext cx="265838" cy="141861"/>
          </a:xfrm>
          <a:prstGeom prst="rect">
            <a:avLst/>
          </a:prstGeom>
        </p:spPr>
        <p:txBody>
          <a:bodyPr vert="horz" lIns="0" tIns="0" rIns="0" bIns="0" rtlCol="0" anchor="t" anchorCtr="0"/>
          <a:lstStyle>
            <a:defPPr>
              <a:defRPr lang="en-US"/>
            </a:defPPr>
            <a:lvl1pPr marL="0" algn="l" defTabSz="914400" rtl="0" eaLnBrk="1" latinLnBrk="0" hangingPunct="1">
              <a:defRPr sz="700" b="0" i="0" kern="1200">
                <a:solidFill>
                  <a:schemeClr val="tx2"/>
                </a:solidFill>
                <a:latin typeface="72 Brand" panose="020B0504030603020204" pitchFamily="34" charset="0"/>
                <a:ea typeface="72 Brand" panose="020B0504030603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AA811B-2EBD-4900-905E-5BE206449611}" type="slidenum">
              <a:rPr lang="en-US" smtClean="0"/>
              <a:pPr/>
              <a:t>‹#›</a:t>
            </a:fld>
            <a:endParaRPr lang="en-GB"/>
          </a:p>
        </p:txBody>
      </p:sp>
    </p:spTree>
    <p:extLst>
      <p:ext uri="{BB962C8B-B14F-4D97-AF65-F5344CB8AC3E}">
        <p14:creationId xmlns:p14="http://schemas.microsoft.com/office/powerpoint/2010/main" val="386367886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Agenda items placeholder"/>
          <p:cNvSpPr>
            <a:spLocks noGrp="1"/>
          </p:cNvSpPr>
          <p:nvPr>
            <p:ph type="body" sz="quarter" idx="10" hasCustomPrompt="1"/>
          </p:nvPr>
        </p:nvSpPr>
        <p:spPr>
          <a:xfrm>
            <a:off x="503238" y="1580844"/>
            <a:ext cx="11185200" cy="4764394"/>
          </a:xfrm>
        </p:spPr>
        <p:txBody>
          <a:bodyPr>
            <a:normAutofit/>
          </a:bodyPr>
          <a:lstStyle>
            <a:lvl1pPr marL="0" marR="0" indent="0" algn="l" defTabSz="1088558" rtl="0" eaLnBrk="1" fontAlgn="auto" latinLnBrk="0" hangingPunct="1">
              <a:lnSpc>
                <a:spcPct val="100000"/>
              </a:lnSpc>
              <a:spcBef>
                <a:spcPts val="3000"/>
              </a:spcBef>
              <a:spcAft>
                <a:spcPts val="0"/>
              </a:spcAft>
              <a:buClr>
                <a:schemeClr val="accent1"/>
              </a:buClr>
              <a:buSzPct val="80000"/>
              <a:buFontTx/>
              <a:buNone/>
              <a:tabLst/>
              <a:defRPr sz="2000" b="0"/>
            </a:lvl1pPr>
            <a:lvl2pPr marL="179964" marR="0" indent="-179964" algn="l" defTabSz="1088558" rtl="0" eaLnBrk="1" fontAlgn="auto" latinLnBrk="0" hangingPunct="1">
              <a:lnSpc>
                <a:spcPct val="100000"/>
              </a:lnSpc>
              <a:spcBef>
                <a:spcPts val="600"/>
              </a:spcBef>
              <a:spcAft>
                <a:spcPts val="0"/>
              </a:spcAft>
              <a:buClr>
                <a:schemeClr val="tx1"/>
              </a:buClr>
              <a:buSzPct val="100000"/>
              <a:buFont typeface="Arial" panose="020B0604020202020204" pitchFamily="34" charset="0"/>
              <a:buChar char="•"/>
              <a:tabLst/>
              <a:defRPr sz="1800"/>
            </a:lvl2pPr>
            <a:lvl3pPr marL="359928" marR="0" indent="-179352" algn="l" defTabSz="1088558" rtl="0" eaLnBrk="1" fontAlgn="auto" latinLnBrk="0" hangingPunct="1">
              <a:lnSpc>
                <a:spcPct val="100000"/>
              </a:lnSpc>
              <a:spcBef>
                <a:spcPts val="400"/>
              </a:spcBef>
              <a:spcAft>
                <a:spcPts val="0"/>
              </a:spcAft>
              <a:buClr>
                <a:schemeClr val="tx1"/>
              </a:buClr>
              <a:buSzPct val="100000"/>
              <a:buFont typeface="Arial" pitchFamily="34" charset="0"/>
              <a:buChar char="–"/>
              <a:tabLst/>
              <a:defRPr sz="1800" baseline="0"/>
            </a:lvl3pPr>
            <a:lvl4pPr marL="539892" marR="0" indent="-179964" algn="l" defTabSz="1088558" rtl="0" eaLnBrk="1" fontAlgn="auto" latinLnBrk="0" hangingPunct="1">
              <a:lnSpc>
                <a:spcPct val="100000"/>
              </a:lnSpc>
              <a:spcBef>
                <a:spcPts val="250"/>
              </a:spcBef>
              <a:spcAft>
                <a:spcPts val="0"/>
              </a:spcAft>
              <a:buClr>
                <a:schemeClr val="tx1"/>
              </a:buClr>
              <a:buSzPct val="100000"/>
              <a:buFont typeface="Courier New" pitchFamily="49" charset="0"/>
              <a:buChar char="o"/>
              <a:tabLst/>
              <a:defRPr sz="1600"/>
            </a:lvl4pPr>
            <a:lvl5pPr>
              <a:buClr>
                <a:schemeClr val="accent2"/>
              </a:buClr>
              <a:buFont typeface="Arial" pitchFamily="34" charset="0"/>
              <a:buChar char="–"/>
              <a:defRPr/>
            </a:lvl5pPr>
          </a:lstStyle>
          <a:p>
            <a:pPr lvl="0"/>
            <a:r>
              <a:rPr lang="en-US"/>
              <a:t>Agenda Item/Divider Headline</a:t>
            </a:r>
          </a:p>
          <a:p>
            <a:pPr lvl="1"/>
            <a:r>
              <a:rPr lang="en-US"/>
              <a:t>Details</a:t>
            </a:r>
          </a:p>
        </p:txBody>
      </p:sp>
      <p:sp>
        <p:nvSpPr>
          <p:cNvPr id="3" name="Agenda title"/>
          <p:cNvSpPr>
            <a:spLocks noGrp="1"/>
          </p:cNvSpPr>
          <p:nvPr>
            <p:ph type="title" hasCustomPrompt="1"/>
          </p:nvPr>
        </p:nvSpPr>
        <p:spPr/>
        <p:txBody>
          <a:bodyPr/>
          <a:lstStyle>
            <a:lvl1pPr>
              <a:defRPr b="0" i="0">
                <a:latin typeface="72 Brand Medium" panose="020B0504030603020204" pitchFamily="34" charset="0"/>
              </a:defRPr>
            </a:lvl1pPr>
          </a:lstStyle>
          <a:p>
            <a:r>
              <a:rPr lang="en-US"/>
              <a:t>Agenda</a:t>
            </a:r>
          </a:p>
        </p:txBody>
      </p:sp>
    </p:spTree>
    <p:extLst>
      <p:ext uri="{BB962C8B-B14F-4D97-AF65-F5344CB8AC3E}">
        <p14:creationId xmlns:p14="http://schemas.microsoft.com/office/powerpoint/2010/main" val="1420524308"/>
      </p:ext>
    </p:extLst>
  </p:cSld>
  <p:clrMapOvr>
    <a:masterClrMapping/>
  </p:clrMapOvr>
  <p:extLst>
    <p:ext uri="{DCECCB84-F9BA-43D5-87BE-67443E8EF086}">
      <p15:sldGuideLst xmlns:p15="http://schemas.microsoft.com/office/powerpoint/2012/main">
        <p15:guide id="1" pos="303" userDrawn="1">
          <p15:clr>
            <a:srgbClr val="FBAE40"/>
          </p15:clr>
        </p15:guide>
        <p15:guide id="2" orient="horz" pos="981" userDrawn="1">
          <p15:clr>
            <a:srgbClr val="FBAE40"/>
          </p15:clr>
        </p15:guide>
        <p15:guide id="3" pos="7364" userDrawn="1">
          <p15:clr>
            <a:srgbClr val="FBAE40"/>
          </p15:clr>
        </p15:guide>
        <p15:guide id="4" orient="horz" pos="316" userDrawn="1">
          <p15:clr>
            <a:srgbClr val="FBAE40"/>
          </p15:clr>
        </p15:guide>
        <p15:guide id="5" orient="horz" pos="551" userDrawn="1">
          <p15:clr>
            <a:srgbClr val="FBAE40"/>
          </p15:clr>
        </p15:guide>
        <p15:guide id="6" orient="horz" pos="3997"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1_Divider Page C">
    <p:bg>
      <p:bgPr>
        <a:solidFill>
          <a:srgbClr val="00138B"/>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4C82923-2756-F5D6-5708-FDEA9C6F1026}"/>
              </a:ext>
            </a:extLst>
          </p:cNvPr>
          <p:cNvPicPr>
            <a:picLocks noChangeAspect="1"/>
          </p:cNvPicPr>
          <p:nvPr userDrawn="1"/>
        </p:nvPicPr>
        <p:blipFill>
          <a:blip r:embed="rId2" cstate="screen">
            <a:extLst>
              <a:ext uri="{28A0092B-C50C-407E-A947-70E740481C1C}">
                <a14:useLocalDpi xmlns:a14="http://schemas.microsoft.com/office/drawing/2010/main"/>
              </a:ext>
            </a:extLst>
          </a:blip>
          <a:srcRect b="-38038"/>
          <a:stretch>
            <a:fillRect/>
          </a:stretch>
        </p:blipFill>
        <p:spPr>
          <a:xfrm>
            <a:off x="0" y="0"/>
            <a:ext cx="12195175" cy="6858000"/>
          </a:xfrm>
          <a:prstGeom prst="rect">
            <a:avLst/>
          </a:prstGeom>
        </p:spPr>
      </p:pic>
      <p:sp>
        <p:nvSpPr>
          <p:cNvPr id="2" name="Divider text">
            <a:extLst>
              <a:ext uri="{FF2B5EF4-FFF2-40B4-BE49-F238E27FC236}">
                <a16:creationId xmlns:a16="http://schemas.microsoft.com/office/drawing/2014/main" id="{28A7E93D-C315-E60B-F714-4B01FB997A18}"/>
              </a:ext>
            </a:extLst>
          </p:cNvPr>
          <p:cNvSpPr>
            <a:spLocks noGrp="1"/>
          </p:cNvSpPr>
          <p:nvPr>
            <p:ph type="ctrTitle" hasCustomPrompt="1"/>
          </p:nvPr>
        </p:nvSpPr>
        <p:spPr bwMode="black">
          <a:xfrm>
            <a:off x="504001" y="4968072"/>
            <a:ext cx="8327263" cy="677108"/>
          </a:xfrm>
        </p:spPr>
        <p:txBody>
          <a:bodyPr anchor="t" anchorCtr="0">
            <a:noAutofit/>
          </a:bodyPr>
          <a:lstStyle>
            <a:lvl1pPr>
              <a:defRPr sz="3998" b="0" i="0">
                <a:solidFill>
                  <a:schemeClr val="bg1"/>
                </a:solidFill>
                <a:latin typeface="72 Brand Medium" panose="020B0504030603020204" pitchFamily="34" charset="0"/>
              </a:defRPr>
            </a:lvl1pPr>
          </a:lstStyle>
          <a:p>
            <a:r>
              <a:rPr lang="en-US"/>
              <a:t>Divider page</a:t>
            </a:r>
            <a:endParaRPr lang="de-DE"/>
          </a:p>
        </p:txBody>
      </p:sp>
    </p:spTree>
    <p:extLst>
      <p:ext uri="{BB962C8B-B14F-4D97-AF65-F5344CB8AC3E}">
        <p14:creationId xmlns:p14="http://schemas.microsoft.com/office/powerpoint/2010/main" val="4261692157"/>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4" orient="horz" pos="865">
          <p15:clr>
            <a:srgbClr val="FBAE40"/>
          </p15:clr>
        </p15:guide>
        <p15:guide id="5" orient="horz" pos="1294">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White cover with blue pattern">
    <p:bg>
      <p:bgRef idx="1001">
        <a:schemeClr val="bg1"/>
      </p:bgRef>
    </p:bg>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369E6551-269A-D225-4CF8-EC6D532E4902}"/>
              </a:ext>
            </a:extLst>
          </p:cNvPr>
          <p:cNvSpPr/>
          <p:nvPr userDrawn="1"/>
        </p:nvSpPr>
        <p:spPr bwMode="gray">
          <a:xfrm>
            <a:off x="0" y="0"/>
            <a:ext cx="12195175" cy="6858000"/>
          </a:xfrm>
          <a:prstGeom prst="rect">
            <a:avLst/>
          </a:prstGeom>
          <a:solidFill>
            <a:schemeClr val="bg1"/>
          </a:solidFill>
          <a:ln w="15238" cap="flat">
            <a:noFill/>
            <a:prstDash val="solid"/>
            <a:miter/>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4" name="Title"/>
          <p:cNvSpPr>
            <a:spLocks noGrp="1"/>
          </p:cNvSpPr>
          <p:nvPr>
            <p:ph type="title" hasCustomPrompt="1"/>
          </p:nvPr>
        </p:nvSpPr>
        <p:spPr>
          <a:xfrm>
            <a:off x="288000" y="2706317"/>
            <a:ext cx="5441288" cy="997196"/>
          </a:xfrm>
        </p:spPr>
        <p:txBody>
          <a:bodyPr anchor="b" anchorCtr="0">
            <a:noAutofit/>
          </a:bodyPr>
          <a:lstStyle>
            <a:lvl1pPr>
              <a:lnSpc>
                <a:spcPct val="90000"/>
              </a:lnSpc>
              <a:defRPr sz="3600" b="0" i="0">
                <a:latin typeface="+mj-lt"/>
                <a:cs typeface="72"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sp>
        <p:nvSpPr>
          <p:cNvPr id="3" name="Picture Placeholder 2">
            <a:extLst>
              <a:ext uri="{FF2B5EF4-FFF2-40B4-BE49-F238E27FC236}">
                <a16:creationId xmlns:a16="http://schemas.microsoft.com/office/drawing/2014/main" id="{DE73D104-EF7E-A0AB-2243-882D65E686E2}"/>
              </a:ext>
            </a:extLst>
          </p:cNvPr>
          <p:cNvSpPr>
            <a:spLocks noGrp="1"/>
          </p:cNvSpPr>
          <p:nvPr>
            <p:ph type="pic" sz="quarter" idx="15" hasCustomPrompt="1"/>
          </p:nvPr>
        </p:nvSpPr>
        <p:spPr>
          <a:xfrm>
            <a:off x="6075363" y="0"/>
            <a:ext cx="6119812" cy="6858000"/>
          </a:xfrm>
        </p:spPr>
        <p:txBody>
          <a:bodyPr anchor="ctr" anchorCtr="0"/>
          <a:lstStyle>
            <a:lvl1pPr algn="ctr">
              <a:defRPr/>
            </a:lvl1pPr>
          </a:lstStyle>
          <a:p>
            <a:r>
              <a:rPr lang="en-US"/>
              <a:t>Click to insert picture</a:t>
            </a:r>
          </a:p>
        </p:txBody>
      </p:sp>
      <p:sp>
        <p:nvSpPr>
          <p:cNvPr id="5" name="LogoBlue-Dynamic" descr="{&quot;templafy&quot;:{&quot;id&quot;:&quot;131bf53b-ba2a-4d3f-adaa-4f9d7e16560c&quot;}}">
            <a:extLst>
              <a:ext uri="{FF2B5EF4-FFF2-40B4-BE49-F238E27FC236}">
                <a16:creationId xmlns:a16="http://schemas.microsoft.com/office/drawing/2014/main" id="{FF7B8CD0-1BFA-08E1-444C-DB5F568BB12F}"/>
              </a:ext>
            </a:extLst>
          </p:cNvPr>
          <p:cNvSpPr>
            <a:spLocks/>
          </p:cNvSpPr>
          <p:nvPr userDrawn="1"/>
        </p:nvSpPr>
        <p:spPr bwMode="gray">
          <a:xfrm>
            <a:off x="288006" y="360000"/>
            <a:ext cx="4320000" cy="360000"/>
          </a:xfrm>
          <a:prstGeom prst="rect">
            <a:avLst/>
          </a:prstGeom>
          <a:no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6" name="Classification-Dynamic" descr="{&quot;templafy&quot;:{&quot;id&quot;:&quot;f981829e-2a6f-463e-81f8-0c46eab802be&quot;}}">
            <a:extLst>
              <a:ext uri="{FF2B5EF4-FFF2-40B4-BE49-F238E27FC236}">
                <a16:creationId xmlns:a16="http://schemas.microsoft.com/office/drawing/2014/main" id="{870EB466-B92B-9D4D-974E-A49C0F424152}"/>
              </a:ext>
            </a:extLst>
          </p:cNvPr>
          <p:cNvSpPr txBox="1"/>
          <p:nvPr userDrawn="1"/>
        </p:nvSpPr>
        <p:spPr>
          <a:xfrm>
            <a:off x="282575" y="5080814"/>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endParaRPr lang="en-US" sz="1000" b="0" i="0" kern="0">
              <a:solidFill>
                <a:schemeClr val="tx1"/>
              </a:solidFill>
              <a:latin typeface="72 Brand" panose="020B0504030603020204" pitchFamily="34" charset="0"/>
              <a:ea typeface="72 Brand" pitchFamily="34" charset="-128"/>
              <a:cs typeface="72 Brand" pitchFamily="34" charset="-128"/>
            </a:endParaRPr>
          </a:p>
        </p:txBody>
      </p:sp>
    </p:spTree>
    <p:extLst>
      <p:ext uri="{BB962C8B-B14F-4D97-AF65-F5344CB8AC3E}">
        <p14:creationId xmlns:p14="http://schemas.microsoft.com/office/powerpoint/2010/main" val="299556716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704">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Blue cover, anvil and image">
    <p:bg>
      <p:bgRef idx="1001">
        <a:schemeClr val="bg1"/>
      </p:bgRef>
    </p:bg>
    <p:spTree>
      <p:nvGrpSpPr>
        <p:cNvPr id="1" name=""/>
        <p:cNvGrpSpPr/>
        <p:nvPr/>
      </p:nvGrpSpPr>
      <p:grpSpPr>
        <a:xfrm>
          <a:off x="0" y="0"/>
          <a:ext cx="0" cy="0"/>
          <a:chOff x="0" y="0"/>
          <a:chExt cx="0" cy="0"/>
        </a:xfrm>
      </p:grpSpPr>
      <p:pic>
        <p:nvPicPr>
          <p:cNvPr id="10" name="Image 0" descr="preencoded.png">
            <a:extLst>
              <a:ext uri="{FF2B5EF4-FFF2-40B4-BE49-F238E27FC236}">
                <a16:creationId xmlns:a16="http://schemas.microsoft.com/office/drawing/2014/main" id="{9DE307C8-D1C3-00E2-C5B0-2A7EBB981384}"/>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0" y="0"/>
            <a:ext cx="12195175" cy="6861496"/>
          </a:xfrm>
          <a:prstGeom prst="rect">
            <a:avLst/>
          </a:prstGeom>
        </p:spPr>
      </p:pic>
      <p:pic>
        <p:nvPicPr>
          <p:cNvPr id="11" name="Image 1" descr="preencoded.png">
            <a:extLst>
              <a:ext uri="{FF2B5EF4-FFF2-40B4-BE49-F238E27FC236}">
                <a16:creationId xmlns:a16="http://schemas.microsoft.com/office/drawing/2014/main" id="{6C575B3E-49FD-8450-F2CB-84C6E7A1153D}"/>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52355" y="1156532"/>
            <a:ext cx="5613722" cy="2756252"/>
          </a:xfrm>
          <a:prstGeom prst="rect">
            <a:avLst/>
          </a:prstGeom>
        </p:spPr>
      </p:pic>
      <p:pic>
        <p:nvPicPr>
          <p:cNvPr id="28936725" name="Acquired Company Logo Placeholder" descr="{&quot;templafy&quot;:{&quot;id&quot;:&quot;e24a6e43-600a-4c6b-89de-bcf3787a4fa8&quot;}}" hidden="1"/>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82575" y="2141327"/>
            <a:ext cx="4125924" cy="266010"/>
          </a:xfrm>
          <a:prstGeom prst="rect">
            <a:avLst/>
          </a:prstGeom>
        </p:spPr>
      </p:pic>
      <p:sp>
        <p:nvSpPr>
          <p:cNvPr id="13" name="Picture Placeholder 12">
            <a:extLst>
              <a:ext uri="{FF2B5EF4-FFF2-40B4-BE49-F238E27FC236}">
                <a16:creationId xmlns:a16="http://schemas.microsoft.com/office/drawing/2014/main" id="{FF6D8674-EA25-0C87-7F7A-4B6FFA7F1F14}"/>
              </a:ext>
            </a:extLst>
          </p:cNvPr>
          <p:cNvSpPr>
            <a:spLocks noGrp="1"/>
          </p:cNvSpPr>
          <p:nvPr>
            <p:ph type="pic" sz="quarter" idx="10" hasCustomPrompt="1"/>
          </p:nvPr>
        </p:nvSpPr>
        <p:spPr>
          <a:xfrm>
            <a:off x="7836062" y="0"/>
            <a:ext cx="4359114" cy="6858000"/>
          </a:xfrm>
        </p:spPr>
        <p:txBody>
          <a:bodyPr anchor="ctr" anchorCtr="0"/>
          <a:lstStyle>
            <a:lvl1pPr algn="ctr">
              <a:defRPr>
                <a:solidFill>
                  <a:schemeClr val="bg1"/>
                </a:solidFill>
              </a:defRPr>
            </a:lvl1pPr>
          </a:lstStyle>
          <a:p>
            <a:r>
              <a:rPr lang="en-US"/>
              <a:t>Click to insert picture</a:t>
            </a:r>
          </a:p>
        </p:txBody>
      </p:sp>
      <p:sp>
        <p:nvSpPr>
          <p:cNvPr id="4" name="Title">
            <a:extLst>
              <a:ext uri="{FF2B5EF4-FFF2-40B4-BE49-F238E27FC236}">
                <a16:creationId xmlns:a16="http://schemas.microsoft.com/office/drawing/2014/main" id="{A222ABC1-A03E-5EDE-02E2-6F3794850CC1}"/>
              </a:ext>
            </a:extLst>
          </p:cNvPr>
          <p:cNvSpPr>
            <a:spLocks noGrp="1"/>
          </p:cNvSpPr>
          <p:nvPr>
            <p:ph type="title" hasCustomPrompt="1"/>
          </p:nvPr>
        </p:nvSpPr>
        <p:spPr>
          <a:xfrm>
            <a:off x="287338" y="2206502"/>
            <a:ext cx="5567804" cy="997196"/>
          </a:xfrm>
        </p:spPr>
        <p:txBody>
          <a:bodyPr anchor="b" anchorCtr="0">
            <a:noAutofit/>
          </a:bodyPr>
          <a:lstStyle>
            <a:lvl1pPr>
              <a:lnSpc>
                <a:spcPct val="90000"/>
              </a:lnSpc>
              <a:defRPr sz="3600" b="0" i="0">
                <a:solidFill>
                  <a:schemeClr val="bg1"/>
                </a:solidFill>
                <a:latin typeface="+mj-lt"/>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sp>
        <p:nvSpPr>
          <p:cNvPr id="2" name="LogoWhite-Dynamic" descr="{&quot;templafy&quot;:{&quot;id&quot;:&quot;2902f6d7-d7d7-4fb6-8042-cb248a306eaf&quot;}}">
            <a:extLst>
              <a:ext uri="{FF2B5EF4-FFF2-40B4-BE49-F238E27FC236}">
                <a16:creationId xmlns:a16="http://schemas.microsoft.com/office/drawing/2014/main" id="{032494F6-48CD-A02A-329B-1D3AE74E0E9C}"/>
              </a:ext>
            </a:extLst>
          </p:cNvPr>
          <p:cNvSpPr>
            <a:spLocks/>
          </p:cNvSpPr>
          <p:nvPr userDrawn="1"/>
        </p:nvSpPr>
        <p:spPr bwMode="gray">
          <a:xfrm>
            <a:off x="288006" y="360000"/>
            <a:ext cx="4320000" cy="360000"/>
          </a:xfrm>
          <a:prstGeom prst="rect">
            <a:avLst/>
          </a:prstGeom>
          <a:no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3" name="Classification-Dynamic" descr="{&quot;templafy&quot;:{&quot;id&quot;:&quot;2839cf9b-2af9-44af-aaa3-e2ee142340e5&quot;}}">
            <a:extLst>
              <a:ext uri="{FF2B5EF4-FFF2-40B4-BE49-F238E27FC236}">
                <a16:creationId xmlns:a16="http://schemas.microsoft.com/office/drawing/2014/main" id="{A6D6797F-FF5B-BE1A-D940-2289CF2968F7}"/>
              </a:ext>
            </a:extLst>
          </p:cNvPr>
          <p:cNvSpPr txBox="1"/>
          <p:nvPr userDrawn="1"/>
        </p:nvSpPr>
        <p:spPr>
          <a:xfrm>
            <a:off x="282575" y="5080814"/>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endParaRPr lang="en-US" sz="1000" b="0" i="0" kern="0">
              <a:solidFill>
                <a:schemeClr val="bg1"/>
              </a:solidFill>
              <a:latin typeface="72 Brand" panose="020B0504030603020204" pitchFamily="34" charset="0"/>
              <a:ea typeface="72 Brand" pitchFamily="34" charset="-128"/>
              <a:cs typeface="72 Brand" pitchFamily="34" charset="-128"/>
            </a:endParaRPr>
          </a:p>
        </p:txBody>
      </p:sp>
    </p:spTree>
    <p:extLst>
      <p:ext uri="{BB962C8B-B14F-4D97-AF65-F5344CB8AC3E}">
        <p14:creationId xmlns:p14="http://schemas.microsoft.com/office/powerpoint/2010/main" val="324752936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389">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Pink cover with anvil">
    <p:bg>
      <p:bgPr>
        <a:solidFill>
          <a:srgbClr val="28004A"/>
        </a:solidFill>
        <a:effectLst/>
      </p:bgPr>
    </p:bg>
    <p:spTree>
      <p:nvGrpSpPr>
        <p:cNvPr id="1" name=""/>
        <p:cNvGrpSpPr/>
        <p:nvPr/>
      </p:nvGrpSpPr>
      <p:grpSpPr>
        <a:xfrm>
          <a:off x="0" y="0"/>
          <a:ext cx="0" cy="0"/>
          <a:chOff x="0" y="0"/>
          <a:chExt cx="0" cy="0"/>
        </a:xfrm>
      </p:grpSpPr>
      <p:sp>
        <p:nvSpPr>
          <p:cNvPr id="3" name="Background">
            <a:extLst>
              <a:ext uri="{FF2B5EF4-FFF2-40B4-BE49-F238E27FC236}">
                <a16:creationId xmlns:a16="http://schemas.microsoft.com/office/drawing/2014/main" id="{37E79459-E5C5-5E87-E38B-80855D38E462}"/>
              </a:ext>
            </a:extLst>
          </p:cNvPr>
          <p:cNvSpPr/>
          <p:nvPr userDrawn="1"/>
        </p:nvSpPr>
        <p:spPr bwMode="gray">
          <a:xfrm>
            <a:off x="-1" y="0"/>
            <a:ext cx="12195175" cy="6858000"/>
          </a:xfrm>
          <a:prstGeom prst="rect">
            <a:avLst/>
          </a:prstGeom>
          <a:solidFill>
            <a:srgbClr val="28004A"/>
          </a:solidFill>
          <a:ln w="15238" cap="flat">
            <a:noFill/>
            <a:prstDash val="solid"/>
            <a:miter/>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pic>
        <p:nvPicPr>
          <p:cNvPr id="2" name="Picture 1">
            <a:extLst>
              <a:ext uri="{FF2B5EF4-FFF2-40B4-BE49-F238E27FC236}">
                <a16:creationId xmlns:a16="http://schemas.microsoft.com/office/drawing/2014/main" id="{1846E736-979F-0D4B-6D59-D0EA5D367E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299111" y="1216759"/>
            <a:ext cx="8887864" cy="4424483"/>
          </a:xfrm>
          <a:prstGeom prst="rect">
            <a:avLst/>
          </a:prstGeom>
        </p:spPr>
      </p:pic>
      <p:sp>
        <p:nvSpPr>
          <p:cNvPr id="4" name="Title"/>
          <p:cNvSpPr>
            <a:spLocks noGrp="1"/>
          </p:cNvSpPr>
          <p:nvPr>
            <p:ph type="title" hasCustomPrompt="1"/>
          </p:nvPr>
        </p:nvSpPr>
        <p:spPr>
          <a:xfrm>
            <a:off x="288000" y="2706317"/>
            <a:ext cx="10900800" cy="997196"/>
          </a:xfrm>
        </p:spPr>
        <p:txBody>
          <a:bodyPr>
            <a:noAutofit/>
          </a:bodyPr>
          <a:lstStyle>
            <a:lvl1pPr>
              <a:lnSpc>
                <a:spcPct val="90000"/>
              </a:lnSpc>
              <a:defRPr sz="3600" b="0" i="0">
                <a:solidFill>
                  <a:schemeClr val="bg1"/>
                </a:solidFill>
                <a:latin typeface="+mj-lt"/>
                <a:cs typeface="72"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sp>
        <p:nvSpPr>
          <p:cNvPr id="5" name="LogoWhite-Dynamic" descr="{&quot;templafy&quot;:{&quot;id&quot;:&quot;aa76e08b-ad56-44c1-940e-4e9fb4d87cb0&quot;}}">
            <a:extLst>
              <a:ext uri="{FF2B5EF4-FFF2-40B4-BE49-F238E27FC236}">
                <a16:creationId xmlns:a16="http://schemas.microsoft.com/office/drawing/2014/main" id="{1B320325-E461-1EF2-0F59-CB86E0E6F9E5}"/>
              </a:ext>
            </a:extLst>
          </p:cNvPr>
          <p:cNvSpPr>
            <a:spLocks/>
          </p:cNvSpPr>
          <p:nvPr userDrawn="1"/>
        </p:nvSpPr>
        <p:spPr bwMode="gray">
          <a:xfrm>
            <a:off x="288006" y="360000"/>
            <a:ext cx="4320000" cy="360000"/>
          </a:xfrm>
          <a:prstGeom prst="rect">
            <a:avLst/>
          </a:prstGeom>
          <a:no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7" name="Classification-Dynamic" descr="{&quot;templafy&quot;:{&quot;id&quot;:&quot;41dc020e-7f1e-4d10-9449-773715508ce8&quot;}}">
            <a:extLst>
              <a:ext uri="{FF2B5EF4-FFF2-40B4-BE49-F238E27FC236}">
                <a16:creationId xmlns:a16="http://schemas.microsoft.com/office/drawing/2014/main" id="{1D05DC80-84C9-9ECA-3B84-3577D8D81659}"/>
              </a:ext>
            </a:extLst>
          </p:cNvPr>
          <p:cNvSpPr txBox="1"/>
          <p:nvPr userDrawn="1"/>
        </p:nvSpPr>
        <p:spPr>
          <a:xfrm>
            <a:off x="282575" y="5080814"/>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endParaRPr lang="en-US" sz="1000" b="0" i="0" kern="0">
              <a:solidFill>
                <a:schemeClr val="bg1"/>
              </a:solidFill>
              <a:latin typeface="72 Brand" panose="020B0504030603020204" pitchFamily="34" charset="0"/>
              <a:ea typeface="72 Brand" pitchFamily="34" charset="-128"/>
              <a:cs typeface="72 Brand" pitchFamily="34" charset="-128"/>
            </a:endParaRPr>
          </a:p>
        </p:txBody>
      </p:sp>
    </p:spTree>
    <p:extLst>
      <p:ext uri="{BB962C8B-B14F-4D97-AF65-F5344CB8AC3E}">
        <p14:creationId xmlns:p14="http://schemas.microsoft.com/office/powerpoint/2010/main" val="1155018518"/>
      </p:ext>
    </p:extLst>
  </p:cSld>
  <p:clrMapOvr>
    <a:masterClrMapping/>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Mango cover with anvil and image">
    <p:bg>
      <p:bgPr>
        <a:solidFill>
          <a:schemeClr val="bg1"/>
        </a:solidFill>
        <a:effectLst/>
      </p:bgPr>
    </p:bg>
    <p:spTree>
      <p:nvGrpSpPr>
        <p:cNvPr id="1" name=""/>
        <p:cNvGrpSpPr/>
        <p:nvPr/>
      </p:nvGrpSpPr>
      <p:grpSpPr>
        <a:xfrm>
          <a:off x="0" y="0"/>
          <a:ext cx="0" cy="0"/>
          <a:chOff x="0" y="0"/>
          <a:chExt cx="0" cy="0"/>
        </a:xfrm>
      </p:grpSpPr>
      <p:sp>
        <p:nvSpPr>
          <p:cNvPr id="149" name="Rectangle 148">
            <a:extLst>
              <a:ext uri="{FF2B5EF4-FFF2-40B4-BE49-F238E27FC236}">
                <a16:creationId xmlns:a16="http://schemas.microsoft.com/office/drawing/2014/main" id="{3F9D113E-DB39-0CF2-578D-9B5D35C92F55}"/>
              </a:ext>
            </a:extLst>
          </p:cNvPr>
          <p:cNvSpPr/>
          <p:nvPr userDrawn="1"/>
        </p:nvSpPr>
        <p:spPr bwMode="gray">
          <a:xfrm>
            <a:off x="7102258" y="0"/>
            <a:ext cx="5092917" cy="6858000"/>
          </a:xfrm>
          <a:prstGeom prst="rect">
            <a:avLst/>
          </a:prstGeom>
          <a:solidFill>
            <a:srgbClr val="FFC932"/>
          </a:solid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pic>
        <p:nvPicPr>
          <p:cNvPr id="6" name="Graphic 5">
            <a:extLst>
              <a:ext uri="{FF2B5EF4-FFF2-40B4-BE49-F238E27FC236}">
                <a16:creationId xmlns:a16="http://schemas.microsoft.com/office/drawing/2014/main" id="{F9CF98F2-AE93-6F6D-B5F5-C2F74E0787B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467600" y="250521"/>
            <a:ext cx="4538091" cy="6328079"/>
          </a:xfrm>
          <a:prstGeom prst="rect">
            <a:avLst/>
          </a:prstGeom>
        </p:spPr>
      </p:pic>
      <p:sp>
        <p:nvSpPr>
          <p:cNvPr id="2" name="Rectangle 1">
            <a:extLst>
              <a:ext uri="{FF2B5EF4-FFF2-40B4-BE49-F238E27FC236}">
                <a16:creationId xmlns:a16="http://schemas.microsoft.com/office/drawing/2014/main" id="{FDD06AF2-2141-CEFD-4797-A6E50CC267FE}"/>
              </a:ext>
            </a:extLst>
          </p:cNvPr>
          <p:cNvSpPr/>
          <p:nvPr userDrawn="1"/>
        </p:nvSpPr>
        <p:spPr bwMode="gray">
          <a:xfrm>
            <a:off x="1" y="0"/>
            <a:ext cx="7226300" cy="6858000"/>
          </a:xfrm>
          <a:prstGeom prst="rect">
            <a:avLst/>
          </a:prstGeom>
          <a:solidFill>
            <a:schemeClr val="accent1"/>
          </a:solidFill>
          <a:ln w="1342" cap="flat">
            <a:noFill/>
            <a:prstDash val="solid"/>
            <a:miter/>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3" name="LogoWhite-Dynamic" descr="{&quot;templafy&quot;:{&quot;id&quot;:&quot;2d92352a-d5ec-4a74-9dc3-240a85b70ea6&quot;}}">
            <a:extLst>
              <a:ext uri="{FF2B5EF4-FFF2-40B4-BE49-F238E27FC236}">
                <a16:creationId xmlns:a16="http://schemas.microsoft.com/office/drawing/2014/main" id="{0B97AABB-AB35-5D1E-370F-103F22E1157F}"/>
              </a:ext>
            </a:extLst>
          </p:cNvPr>
          <p:cNvSpPr>
            <a:spLocks/>
          </p:cNvSpPr>
          <p:nvPr userDrawn="1"/>
        </p:nvSpPr>
        <p:spPr bwMode="gray">
          <a:xfrm>
            <a:off x="288006" y="360000"/>
            <a:ext cx="4320000" cy="360000"/>
          </a:xfrm>
          <a:prstGeom prst="rect">
            <a:avLst/>
          </a:prstGeom>
          <a:no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8" name="Classification-Dynamic" descr="{&quot;templafy&quot;:{&quot;id&quot;:&quot;f399fc6c-c5a1-4c20-a6f7-b9d441df5875&quot;}}">
            <a:extLst>
              <a:ext uri="{FF2B5EF4-FFF2-40B4-BE49-F238E27FC236}">
                <a16:creationId xmlns:a16="http://schemas.microsoft.com/office/drawing/2014/main" id="{F1333C1B-AD40-D53A-5A1E-EFB8C6390D49}"/>
              </a:ext>
            </a:extLst>
          </p:cNvPr>
          <p:cNvSpPr txBox="1"/>
          <p:nvPr userDrawn="1"/>
        </p:nvSpPr>
        <p:spPr>
          <a:xfrm>
            <a:off x="282575" y="5080814"/>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endParaRPr lang="en-US" sz="1000" b="0" i="0" kern="0">
              <a:solidFill>
                <a:schemeClr val="bg1"/>
              </a:solidFill>
              <a:latin typeface="72 Brand" panose="020B0504030603020204" pitchFamily="34" charset="0"/>
              <a:ea typeface="72 Brand" pitchFamily="34" charset="-128"/>
              <a:cs typeface="72 Brand" pitchFamily="34" charset="-128"/>
            </a:endParaRPr>
          </a:p>
        </p:txBody>
      </p:sp>
      <p:pic>
        <p:nvPicPr>
          <p:cNvPr id="5" name="Picture 4">
            <a:extLst>
              <a:ext uri="{FF2B5EF4-FFF2-40B4-BE49-F238E27FC236}">
                <a16:creationId xmlns:a16="http://schemas.microsoft.com/office/drawing/2014/main" id="{F75B4DB5-6F82-52F7-7AD9-80874B011E33}"/>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flipH="1">
            <a:off x="4664821" y="1129553"/>
            <a:ext cx="6886462" cy="5728447"/>
          </a:xfrm>
          <a:prstGeom prst="rect">
            <a:avLst/>
          </a:prstGeom>
        </p:spPr>
      </p:pic>
      <p:sp>
        <p:nvSpPr>
          <p:cNvPr id="4" name="Title"/>
          <p:cNvSpPr>
            <a:spLocks noGrp="1"/>
          </p:cNvSpPr>
          <p:nvPr>
            <p:ph type="title" hasCustomPrompt="1"/>
          </p:nvPr>
        </p:nvSpPr>
        <p:spPr>
          <a:xfrm>
            <a:off x="288000" y="2706317"/>
            <a:ext cx="6633305" cy="997196"/>
          </a:xfrm>
        </p:spPr>
        <p:txBody>
          <a:bodyPr anchor="b" anchorCtr="0">
            <a:noAutofit/>
          </a:bodyPr>
          <a:lstStyle>
            <a:lvl1pPr>
              <a:lnSpc>
                <a:spcPct val="90000"/>
              </a:lnSpc>
              <a:defRPr sz="3600" b="0" i="0">
                <a:solidFill>
                  <a:schemeClr val="bg1"/>
                </a:solidFill>
                <a:latin typeface="72 Brand Medium" panose="020B0504030603020204" pitchFamily="34" charset="0"/>
                <a:cs typeface="72"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spTree>
    <p:extLst>
      <p:ext uri="{BB962C8B-B14F-4D97-AF65-F5344CB8AC3E}">
        <p14:creationId xmlns:p14="http://schemas.microsoft.com/office/powerpoint/2010/main" val="2631886714"/>
      </p:ext>
    </p:extLst>
  </p:cSld>
  <p:clrMapOvr>
    <a:masterClrMapping/>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41">
          <p15:clr>
            <a:srgbClr val="FBAE40"/>
          </p15:clr>
        </p15:guide>
        <p15:guide id="5" orient="horz" pos="2999">
          <p15:clr>
            <a:srgbClr val="FBAE40"/>
          </p15:clr>
        </p15:guide>
        <p15:guide id="7" orient="horz" pos="4144">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Green cover with image in anvil shape">
    <p:bg>
      <p:bgPr>
        <a:solidFill>
          <a:srgbClr val="97DD40"/>
        </a:solidFill>
        <a:effectLst/>
      </p:bgPr>
    </p:bg>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CF15634C-E3A9-CDE6-5F8E-35B41DFE2B5D}"/>
              </a:ext>
            </a:extLst>
          </p:cNvPr>
          <p:cNvSpPr/>
          <p:nvPr userDrawn="1"/>
        </p:nvSpPr>
        <p:spPr bwMode="gray">
          <a:xfrm>
            <a:off x="0" y="0"/>
            <a:ext cx="12195175" cy="6858000"/>
          </a:xfrm>
          <a:prstGeom prst="rect">
            <a:avLst/>
          </a:prstGeom>
          <a:solidFill>
            <a:srgbClr val="97DD40"/>
          </a:solidFill>
          <a:ln w="15238" cap="flat">
            <a:noFill/>
            <a:prstDash val="solid"/>
            <a:miter/>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6" name="Title">
            <a:extLst>
              <a:ext uri="{FF2B5EF4-FFF2-40B4-BE49-F238E27FC236}">
                <a16:creationId xmlns:a16="http://schemas.microsoft.com/office/drawing/2014/main" id="{729E6C33-847C-5792-E2BD-5963C662ECED}"/>
              </a:ext>
            </a:extLst>
          </p:cNvPr>
          <p:cNvSpPr>
            <a:spLocks noGrp="1"/>
          </p:cNvSpPr>
          <p:nvPr>
            <p:ph type="title" hasCustomPrompt="1"/>
          </p:nvPr>
        </p:nvSpPr>
        <p:spPr>
          <a:xfrm>
            <a:off x="288001" y="2706317"/>
            <a:ext cx="5529704" cy="997196"/>
          </a:xfrm>
        </p:spPr>
        <p:txBody>
          <a:bodyPr anchor="b" anchorCtr="0">
            <a:noAutofit/>
          </a:bodyPr>
          <a:lstStyle>
            <a:lvl1pPr>
              <a:lnSpc>
                <a:spcPct val="90000"/>
              </a:lnSpc>
              <a:defRPr sz="3600" b="0" i="0">
                <a:solidFill>
                  <a:schemeClr val="tx1"/>
                </a:solidFill>
                <a:latin typeface="72 Brand Medium" panose="020B0504030603020204"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sp>
        <p:nvSpPr>
          <p:cNvPr id="14" name="Picture Placeholder 5">
            <a:extLst>
              <a:ext uri="{FF2B5EF4-FFF2-40B4-BE49-F238E27FC236}">
                <a16:creationId xmlns:a16="http://schemas.microsoft.com/office/drawing/2014/main" id="{D2BFABF1-DD81-F2D4-FD65-DBCD6636029A}"/>
              </a:ext>
            </a:extLst>
          </p:cNvPr>
          <p:cNvSpPr>
            <a:spLocks noGrp="1"/>
          </p:cNvSpPr>
          <p:nvPr>
            <p:ph type="pic" sz="quarter" idx="10" hasCustomPrompt="1"/>
          </p:nvPr>
        </p:nvSpPr>
        <p:spPr>
          <a:xfrm>
            <a:off x="6069496" y="2029240"/>
            <a:ext cx="5711687" cy="2828844"/>
          </a:xfrm>
          <a:custGeom>
            <a:avLst/>
            <a:gdLst>
              <a:gd name="connsiteX0" fmla="*/ 0 w 5453062"/>
              <a:gd name="connsiteY0" fmla="*/ 0 h 2700337"/>
              <a:gd name="connsiteX1" fmla="*/ 5453062 w 5453062"/>
              <a:gd name="connsiteY1" fmla="*/ 0 h 2700337"/>
              <a:gd name="connsiteX2" fmla="*/ 5453062 w 5453062"/>
              <a:gd name="connsiteY2" fmla="*/ 2700337 h 2700337"/>
              <a:gd name="connsiteX3" fmla="*/ 0 w 5453062"/>
              <a:gd name="connsiteY3" fmla="*/ 2700337 h 2700337"/>
              <a:gd name="connsiteX4" fmla="*/ 0 w 5453062"/>
              <a:gd name="connsiteY4" fmla="*/ 0 h 2700337"/>
              <a:gd name="connsiteX0" fmla="*/ 0 w 5453062"/>
              <a:gd name="connsiteY0" fmla="*/ 0 h 2758526"/>
              <a:gd name="connsiteX1" fmla="*/ 5453062 w 5453062"/>
              <a:gd name="connsiteY1" fmla="*/ 0 h 2758526"/>
              <a:gd name="connsiteX2" fmla="*/ 2751426 w 5453062"/>
              <a:gd name="connsiteY2" fmla="*/ 2758526 h 2758526"/>
              <a:gd name="connsiteX3" fmla="*/ 0 w 5453062"/>
              <a:gd name="connsiteY3" fmla="*/ 2700337 h 2758526"/>
              <a:gd name="connsiteX4" fmla="*/ 0 w 5453062"/>
              <a:gd name="connsiteY4" fmla="*/ 0 h 2758526"/>
              <a:gd name="connsiteX0" fmla="*/ 0 w 5453062"/>
              <a:gd name="connsiteY0" fmla="*/ 0 h 2700337"/>
              <a:gd name="connsiteX1" fmla="*/ 5453062 w 5453062"/>
              <a:gd name="connsiteY1" fmla="*/ 0 h 2700337"/>
              <a:gd name="connsiteX2" fmla="*/ 2726487 w 5453062"/>
              <a:gd name="connsiteY2" fmla="*/ 2700336 h 2700337"/>
              <a:gd name="connsiteX3" fmla="*/ 0 w 5453062"/>
              <a:gd name="connsiteY3" fmla="*/ 2700337 h 2700337"/>
              <a:gd name="connsiteX4" fmla="*/ 0 w 5453062"/>
              <a:gd name="connsiteY4" fmla="*/ 0 h 2700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3062" h="2700337">
                <a:moveTo>
                  <a:pt x="0" y="0"/>
                </a:moveTo>
                <a:lnTo>
                  <a:pt x="5453062" y="0"/>
                </a:lnTo>
                <a:lnTo>
                  <a:pt x="2726487" y="2700336"/>
                </a:lnTo>
                <a:lnTo>
                  <a:pt x="0" y="2700337"/>
                </a:lnTo>
                <a:lnTo>
                  <a:pt x="0" y="0"/>
                </a:lnTo>
                <a:close/>
              </a:path>
            </a:pathLst>
          </a:custGeom>
        </p:spPr>
        <p:txBody>
          <a:bodyPr anchor="ctr" anchorCtr="0"/>
          <a:lstStyle>
            <a:lvl1pPr algn="l">
              <a:defRPr>
                <a:solidFill>
                  <a:schemeClr val="tx1"/>
                </a:solidFill>
              </a:defRPr>
            </a:lvl1pPr>
          </a:lstStyle>
          <a:p>
            <a:r>
              <a:rPr lang="en-US"/>
              <a:t>         Click to add image</a:t>
            </a:r>
          </a:p>
        </p:txBody>
      </p:sp>
      <p:sp>
        <p:nvSpPr>
          <p:cNvPr id="4" name="Classification-Dynamic" descr="{&quot;templafy&quot;:{&quot;id&quot;:&quot;95e9f5db-32b4-4eb1-8c11-442d12b1d98d&quot;}}">
            <a:extLst>
              <a:ext uri="{FF2B5EF4-FFF2-40B4-BE49-F238E27FC236}">
                <a16:creationId xmlns:a16="http://schemas.microsoft.com/office/drawing/2014/main" id="{13EDB9F6-FBDA-8ED8-A84B-244CC53CFF99}"/>
              </a:ext>
            </a:extLst>
          </p:cNvPr>
          <p:cNvSpPr txBox="1"/>
          <p:nvPr userDrawn="1"/>
        </p:nvSpPr>
        <p:spPr>
          <a:xfrm>
            <a:off x="282575" y="5080814"/>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endParaRPr lang="en-US" sz="1000" b="0" i="0" kern="0">
              <a:solidFill>
                <a:schemeClr val="tx1"/>
              </a:solidFill>
              <a:latin typeface="72 Brand" panose="020B0504030603020204" pitchFamily="34" charset="0"/>
              <a:ea typeface="72 Brand" pitchFamily="34" charset="-128"/>
              <a:cs typeface="72 Brand" pitchFamily="34" charset="-128"/>
            </a:endParaRPr>
          </a:p>
        </p:txBody>
      </p:sp>
      <p:sp>
        <p:nvSpPr>
          <p:cNvPr id="3" name="LogoBlack-Dynamic" descr="{&quot;templafy&quot;:{&quot;id&quot;:&quot;339e9887-c083-4baf-9b39-f19ff3afa3ab&quot;}}">
            <a:extLst>
              <a:ext uri="{FF2B5EF4-FFF2-40B4-BE49-F238E27FC236}">
                <a16:creationId xmlns:a16="http://schemas.microsoft.com/office/drawing/2014/main" id="{9890E76A-908A-C687-D029-53FB8DB3A88D}"/>
              </a:ext>
            </a:extLst>
          </p:cNvPr>
          <p:cNvSpPr>
            <a:spLocks/>
          </p:cNvSpPr>
          <p:nvPr userDrawn="1"/>
        </p:nvSpPr>
        <p:spPr bwMode="gray">
          <a:xfrm>
            <a:off x="288006" y="360000"/>
            <a:ext cx="4320000" cy="360000"/>
          </a:xfrm>
          <a:prstGeom prst="rect">
            <a:avLst/>
          </a:prstGeom>
          <a:no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Tree>
    <p:extLst>
      <p:ext uri="{BB962C8B-B14F-4D97-AF65-F5344CB8AC3E}">
        <p14:creationId xmlns:p14="http://schemas.microsoft.com/office/powerpoint/2010/main" val="2187481831"/>
      </p:ext>
    </p:extLst>
  </p:cSld>
  <p:clrMapOvr>
    <a:masterClrMapping/>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41">
          <p15:clr>
            <a:srgbClr val="FBAE40"/>
          </p15:clr>
        </p15:guide>
        <p15:guide id="5" orient="horz" pos="2999">
          <p15:clr>
            <a:srgbClr val="FBAE40"/>
          </p15:clr>
        </p15:guide>
        <p15:guide id="7" orient="horz" pos="4144">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Cover with Image or Illustration">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F6B4F408-95BC-730E-4114-45641ED46491}"/>
              </a:ext>
            </a:extLst>
          </p:cNvPr>
          <p:cNvSpPr/>
          <p:nvPr userDrawn="1"/>
        </p:nvSpPr>
        <p:spPr bwMode="gray">
          <a:xfrm>
            <a:off x="-1" y="0"/>
            <a:ext cx="12195175" cy="6858000"/>
          </a:xfrm>
          <a:prstGeom prst="rect">
            <a:avLst/>
          </a:prstGeom>
          <a:solidFill>
            <a:schemeClr val="bg1"/>
          </a:solidFill>
          <a:ln w="15238" cap="flat">
            <a:noFill/>
            <a:prstDash val="solid"/>
            <a:miter/>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3" name="Title"/>
          <p:cNvSpPr>
            <a:spLocks noGrp="1"/>
          </p:cNvSpPr>
          <p:nvPr>
            <p:ph type="title" hasCustomPrompt="1"/>
          </p:nvPr>
        </p:nvSpPr>
        <p:spPr>
          <a:xfrm>
            <a:off x="288000" y="4024430"/>
            <a:ext cx="10899174" cy="997196"/>
          </a:xfrm>
        </p:spPr>
        <p:txBody>
          <a:bodyPr vert="horz" wrap="square" lIns="0" tIns="0" rIns="0" bIns="0" rtlCol="0">
            <a:noAutofit/>
          </a:bodyPr>
          <a:lstStyle>
            <a:lvl1pPr>
              <a:lnSpc>
                <a:spcPct val="90000"/>
              </a:lnSpc>
              <a:defRPr lang="de-DE" sz="3600" b="0" i="0" dirty="0">
                <a:latin typeface="72 Brand Medium" panose="020B0504030603020204" pitchFamily="34" charset="0"/>
                <a:ea typeface="+mn-ea"/>
                <a:cs typeface="+mn-cs"/>
              </a:defRPr>
            </a:lvl1pPr>
          </a:lstStyle>
          <a:p>
            <a:pPr lvl="0"/>
            <a:r>
              <a:rPr lang="en-US"/>
              <a:t>Title Goes Here</a:t>
            </a:r>
            <a:br>
              <a:rPr lang="en-US"/>
            </a:br>
            <a:r>
              <a:rPr lang="en-US"/>
              <a:t>and Here and Here</a:t>
            </a:r>
          </a:p>
        </p:txBody>
      </p:sp>
      <p:sp>
        <p:nvSpPr>
          <p:cNvPr id="7" name="Picture Placeholder 6">
            <a:extLst>
              <a:ext uri="{FF2B5EF4-FFF2-40B4-BE49-F238E27FC236}">
                <a16:creationId xmlns:a16="http://schemas.microsoft.com/office/drawing/2014/main" id="{4FA78832-C268-4EC5-BB82-7F9D7F5B51B2}"/>
              </a:ext>
            </a:extLst>
          </p:cNvPr>
          <p:cNvSpPr>
            <a:spLocks noGrp="1"/>
          </p:cNvSpPr>
          <p:nvPr>
            <p:ph type="pic" sz="quarter" idx="16" hasCustomPrompt="1"/>
          </p:nvPr>
        </p:nvSpPr>
        <p:spPr>
          <a:xfrm>
            <a:off x="0" y="-1"/>
            <a:ext cx="12195175" cy="3430800"/>
          </a:xfrm>
        </p:spPr>
        <p:txBody>
          <a:bodyPr anchor="ctr" anchorCtr="0"/>
          <a:lstStyle>
            <a:lvl1pPr marL="0" marR="0" indent="0" algn="ctr" defTabSz="1088558" rtl="0" eaLnBrk="1" fontAlgn="auto" latinLnBrk="0" hangingPunct="1">
              <a:lnSpc>
                <a:spcPct val="100000"/>
              </a:lnSpc>
              <a:spcBef>
                <a:spcPts val="1800"/>
              </a:spcBef>
              <a:spcAft>
                <a:spcPts val="0"/>
              </a:spcAft>
              <a:buClr>
                <a:schemeClr val="accent1"/>
              </a:buClr>
              <a:buSzPct val="80000"/>
              <a:buFontTx/>
              <a:buNone/>
              <a:tabLst/>
              <a:defRPr/>
            </a:lvl1pPr>
          </a:lstStyle>
          <a:p>
            <a:pPr marL="0" marR="0" lvl="0" indent="0" algn="ctr" defTabSz="1088558" rtl="0" eaLnBrk="1" fontAlgn="auto" latinLnBrk="0" hangingPunct="1">
              <a:lnSpc>
                <a:spcPct val="100000"/>
              </a:lnSpc>
              <a:spcBef>
                <a:spcPts val="1800"/>
              </a:spcBef>
              <a:spcAft>
                <a:spcPts val="0"/>
              </a:spcAft>
              <a:buClr>
                <a:schemeClr val="accent1"/>
              </a:buClr>
              <a:buSzPct val="80000"/>
              <a:buFontTx/>
              <a:buNone/>
              <a:tabLst/>
              <a:defRPr/>
            </a:pPr>
            <a:r>
              <a:rPr lang="en-US"/>
              <a:t>Click to insert picture</a:t>
            </a:r>
          </a:p>
        </p:txBody>
      </p:sp>
      <p:sp>
        <p:nvSpPr>
          <p:cNvPr id="6" name="LogoBlue-Dynamic" descr="{&quot;templafy&quot;:{&quot;id&quot;:&quot;4bfa0327-892b-4e3d-92e3-0942e16cd293&quot;}}">
            <a:extLst>
              <a:ext uri="{FF2B5EF4-FFF2-40B4-BE49-F238E27FC236}">
                <a16:creationId xmlns:a16="http://schemas.microsoft.com/office/drawing/2014/main" id="{910E499D-8DEA-41A7-80A4-13BE1C7038A4}"/>
              </a:ext>
            </a:extLst>
          </p:cNvPr>
          <p:cNvSpPr>
            <a:spLocks/>
          </p:cNvSpPr>
          <p:nvPr userDrawn="1"/>
        </p:nvSpPr>
        <p:spPr bwMode="gray">
          <a:xfrm>
            <a:off x="288006" y="6218600"/>
            <a:ext cx="4320000" cy="360000"/>
          </a:xfrm>
          <a:prstGeom prst="rect">
            <a:avLst/>
          </a:prstGeom>
          <a:no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9" name="Classification-Dynamic" descr="{&quot;templafy&quot;:{&quot;id&quot;:&quot;fa0c42c3-ec6b-4626-88f9-c1edb695e78c&quot;}}">
            <a:extLst>
              <a:ext uri="{FF2B5EF4-FFF2-40B4-BE49-F238E27FC236}">
                <a16:creationId xmlns:a16="http://schemas.microsoft.com/office/drawing/2014/main" id="{CE0C2033-6FDF-7DD6-E25C-C03296FDAD00}"/>
              </a:ext>
            </a:extLst>
          </p:cNvPr>
          <p:cNvSpPr txBox="1"/>
          <p:nvPr userDrawn="1"/>
        </p:nvSpPr>
        <p:spPr>
          <a:xfrm>
            <a:off x="282575" y="5724000"/>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endParaRPr lang="en-US" sz="1000" b="0" i="0" kern="0">
              <a:solidFill>
                <a:schemeClr val="tx1"/>
              </a:solidFill>
              <a:latin typeface="72 Brand" panose="020B0504030603020204" pitchFamily="34" charset="0"/>
              <a:ea typeface="72 Brand" pitchFamily="34" charset="-128"/>
              <a:cs typeface="72 Brand" pitchFamily="34" charset="-128"/>
            </a:endParaRPr>
          </a:p>
        </p:txBody>
      </p:sp>
    </p:spTree>
    <p:extLst>
      <p:ext uri="{BB962C8B-B14F-4D97-AF65-F5344CB8AC3E}">
        <p14:creationId xmlns:p14="http://schemas.microsoft.com/office/powerpoint/2010/main" val="280625682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7505">
          <p15:clr>
            <a:srgbClr val="FBAE40"/>
          </p15:clr>
        </p15:guide>
        <p15:guide id="2" orient="horz" pos="4144">
          <p15:clr>
            <a:srgbClr val="FBAE40"/>
          </p15:clr>
        </p15:guide>
        <p15:guide id="3" orient="horz" pos="2162">
          <p15:clr>
            <a:srgbClr val="FBAE40"/>
          </p15:clr>
        </p15:guide>
        <p15:guide id="4" pos="181">
          <p15:clr>
            <a:srgbClr val="FBAE40"/>
          </p15:clr>
        </p15:guide>
        <p15:guide id="5" orient="horz" pos="2534">
          <p15:clr>
            <a:srgbClr val="FBAE40"/>
          </p15:clr>
        </p15:guide>
        <p15:guide id="6" orient="horz" pos="3164">
          <p15:clr>
            <a:srgbClr val="FBAE40"/>
          </p15:clr>
        </p15:guide>
        <p15:guide id="7" orient="horz" pos="3232">
          <p15:clr>
            <a:srgbClr val="FBAE40"/>
          </p15:clr>
        </p15:guide>
        <p15:guide id="8" orient="horz" pos="3543">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White cover with green anvil">
    <p:bg>
      <p:bgRef idx="1001">
        <a:schemeClr val="bg1"/>
      </p:bgRef>
    </p:bg>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615A14AB-7A75-B899-CDA1-E311E201A837}"/>
              </a:ext>
            </a:extLst>
          </p:cNvPr>
          <p:cNvSpPr/>
          <p:nvPr userDrawn="1"/>
        </p:nvSpPr>
        <p:spPr bwMode="gray">
          <a:xfrm>
            <a:off x="-1" y="0"/>
            <a:ext cx="12195175" cy="6858000"/>
          </a:xfrm>
          <a:prstGeom prst="rect">
            <a:avLst/>
          </a:prstGeom>
          <a:solidFill>
            <a:schemeClr val="bg1"/>
          </a:solidFill>
          <a:ln w="15238" cap="flat">
            <a:noFill/>
            <a:prstDash val="solid"/>
            <a:miter/>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3" name="Anvil" descr="preencoded.png">
            <a:extLst>
              <a:ext uri="{FF2B5EF4-FFF2-40B4-BE49-F238E27FC236}">
                <a16:creationId xmlns:a16="http://schemas.microsoft.com/office/drawing/2014/main" id="{CAD3135A-95A0-606F-5A25-35CF890B232D}"/>
              </a:ext>
            </a:extLst>
          </p:cNvPr>
          <p:cNvSpPr/>
          <p:nvPr/>
        </p:nvSpPr>
        <p:spPr>
          <a:xfrm>
            <a:off x="5072441" y="1275473"/>
            <a:ext cx="6069341" cy="2991727"/>
          </a:xfrm>
          <a:custGeom>
            <a:avLst/>
            <a:gdLst>
              <a:gd name="connsiteX0" fmla="*/ 0 w 6069341"/>
              <a:gd name="connsiteY0" fmla="*/ 0 h 2991727"/>
              <a:gd name="connsiteX1" fmla="*/ 0 w 6069341"/>
              <a:gd name="connsiteY1" fmla="*/ 2991727 h 2991727"/>
              <a:gd name="connsiteX2" fmla="*/ 3084421 w 6069341"/>
              <a:gd name="connsiteY2" fmla="*/ 2991727 h 2991727"/>
              <a:gd name="connsiteX3" fmla="*/ 6069341 w 6069341"/>
              <a:gd name="connsiteY3" fmla="*/ 0 h 2991727"/>
              <a:gd name="connsiteX4" fmla="*/ 0 w 6069341"/>
              <a:gd name="connsiteY4" fmla="*/ 0 h 29917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69341" h="2991727">
                <a:moveTo>
                  <a:pt x="0" y="0"/>
                </a:moveTo>
                <a:lnTo>
                  <a:pt x="0" y="2991727"/>
                </a:lnTo>
                <a:lnTo>
                  <a:pt x="3084421" y="2991727"/>
                </a:lnTo>
                <a:lnTo>
                  <a:pt x="6069341" y="0"/>
                </a:lnTo>
                <a:lnTo>
                  <a:pt x="0" y="0"/>
                </a:lnTo>
                <a:close/>
              </a:path>
            </a:pathLst>
          </a:custGeom>
          <a:solidFill>
            <a:srgbClr val="97DD40"/>
          </a:solidFill>
          <a:ln w="7155" cap="flat">
            <a:noFill/>
            <a:prstDash val="solid"/>
            <a:miter/>
          </a:ln>
        </p:spPr>
        <p:txBody>
          <a:bodyPr rtlCol="0" anchor="ctr"/>
          <a:lstStyle/>
          <a:p>
            <a:endParaRPr lang="en-US" b="0" i="0">
              <a:latin typeface="72 Brand" panose="020B0504030603020204" pitchFamily="34" charset="0"/>
            </a:endParaRPr>
          </a:p>
        </p:txBody>
      </p:sp>
      <p:sp>
        <p:nvSpPr>
          <p:cNvPr id="4" name="Title">
            <a:extLst>
              <a:ext uri="{FF2B5EF4-FFF2-40B4-BE49-F238E27FC236}">
                <a16:creationId xmlns:a16="http://schemas.microsoft.com/office/drawing/2014/main" id="{D8805AE3-41BC-E9DB-1A66-ADF41EDBC899}"/>
              </a:ext>
            </a:extLst>
          </p:cNvPr>
          <p:cNvSpPr>
            <a:spLocks noGrp="1"/>
          </p:cNvSpPr>
          <p:nvPr>
            <p:ph type="title" hasCustomPrompt="1"/>
          </p:nvPr>
        </p:nvSpPr>
        <p:spPr>
          <a:xfrm>
            <a:off x="288000" y="2706317"/>
            <a:ext cx="6026739" cy="997196"/>
          </a:xfrm>
        </p:spPr>
        <p:txBody>
          <a:bodyPr>
            <a:noAutofit/>
          </a:bodyPr>
          <a:lstStyle>
            <a:lvl1pPr>
              <a:lnSpc>
                <a:spcPct val="90000"/>
              </a:lnSpc>
              <a:defRPr sz="3600" b="0" i="0">
                <a:latin typeface="72 Brand Medium" panose="020B0504030603020204" pitchFamily="34" charset="0"/>
                <a:cs typeface="72"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sp>
        <p:nvSpPr>
          <p:cNvPr id="5" name="LogoBlue-Dynamic" descr="{&quot;templafy&quot;:{&quot;id&quot;:&quot;8e97416f-d673-4f4e-80de-64955c269b74&quot;}}">
            <a:extLst>
              <a:ext uri="{FF2B5EF4-FFF2-40B4-BE49-F238E27FC236}">
                <a16:creationId xmlns:a16="http://schemas.microsoft.com/office/drawing/2014/main" id="{65992DD7-F456-F593-DE55-17D43CC1A2C0}"/>
              </a:ext>
            </a:extLst>
          </p:cNvPr>
          <p:cNvSpPr>
            <a:spLocks/>
          </p:cNvSpPr>
          <p:nvPr userDrawn="1"/>
        </p:nvSpPr>
        <p:spPr bwMode="gray">
          <a:xfrm>
            <a:off x="288006" y="360000"/>
            <a:ext cx="4320000" cy="360000"/>
          </a:xfrm>
          <a:prstGeom prst="rect">
            <a:avLst/>
          </a:prstGeom>
          <a:no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11" name="Classification-Dynamic" descr="{&quot;templafy&quot;:{&quot;id&quot;:&quot;520d3095-e217-4e93-abe9-c429b8cc2f54&quot;}}">
            <a:extLst>
              <a:ext uri="{FF2B5EF4-FFF2-40B4-BE49-F238E27FC236}">
                <a16:creationId xmlns:a16="http://schemas.microsoft.com/office/drawing/2014/main" id="{62D91ACB-BD14-46CB-4B61-F4B072D877C0}"/>
              </a:ext>
            </a:extLst>
          </p:cNvPr>
          <p:cNvSpPr txBox="1"/>
          <p:nvPr userDrawn="1"/>
        </p:nvSpPr>
        <p:spPr>
          <a:xfrm>
            <a:off x="282575" y="5080814"/>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endParaRPr lang="en-US" sz="1000" b="0" i="0" kern="0">
              <a:solidFill>
                <a:schemeClr val="tx1"/>
              </a:solidFill>
              <a:latin typeface="72 Brand" panose="020B0504030603020204" pitchFamily="34" charset="0"/>
              <a:ea typeface="72 Brand" pitchFamily="34" charset="-128"/>
              <a:cs typeface="72 Brand" pitchFamily="34" charset="-128"/>
            </a:endParaRPr>
          </a:p>
        </p:txBody>
      </p:sp>
    </p:spTree>
    <p:extLst>
      <p:ext uri="{BB962C8B-B14F-4D97-AF65-F5344CB8AC3E}">
        <p14:creationId xmlns:p14="http://schemas.microsoft.com/office/powerpoint/2010/main" val="310728375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Light blue cover with anvil">
    <p:bg>
      <p:bgRef idx="1001">
        <a:schemeClr val="bg1"/>
      </p:bgRef>
    </p:bg>
    <p:spTree>
      <p:nvGrpSpPr>
        <p:cNvPr id="1" name=""/>
        <p:cNvGrpSpPr/>
        <p:nvPr/>
      </p:nvGrpSpPr>
      <p:grpSpPr>
        <a:xfrm>
          <a:off x="0" y="0"/>
          <a:ext cx="0" cy="0"/>
          <a:chOff x="0" y="0"/>
          <a:chExt cx="0" cy="0"/>
        </a:xfrm>
      </p:grpSpPr>
      <p:sp>
        <p:nvSpPr>
          <p:cNvPr id="14" name="Background">
            <a:extLst>
              <a:ext uri="{FF2B5EF4-FFF2-40B4-BE49-F238E27FC236}">
                <a16:creationId xmlns:a16="http://schemas.microsoft.com/office/drawing/2014/main" id="{581FAEF7-1ACD-83AC-7B42-761E6A30387F}"/>
              </a:ext>
            </a:extLst>
          </p:cNvPr>
          <p:cNvSpPr/>
          <p:nvPr userDrawn="1"/>
        </p:nvSpPr>
        <p:spPr bwMode="gray">
          <a:xfrm>
            <a:off x="0" y="0"/>
            <a:ext cx="12195175" cy="6858000"/>
          </a:xfrm>
          <a:prstGeom prst="rect">
            <a:avLst/>
          </a:prstGeom>
          <a:solidFill>
            <a:srgbClr val="A6E0FF">
              <a:alpha val="42715"/>
            </a:srgbClr>
          </a:solidFill>
          <a:ln w="15238" cap="flat">
            <a:noFill/>
            <a:prstDash val="solid"/>
            <a:miter/>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2" name="Anvil" descr="preencoded.png">
            <a:extLst>
              <a:ext uri="{FF2B5EF4-FFF2-40B4-BE49-F238E27FC236}">
                <a16:creationId xmlns:a16="http://schemas.microsoft.com/office/drawing/2014/main" id="{94093846-CC07-3993-CA62-86004F1C03F9}"/>
              </a:ext>
            </a:extLst>
          </p:cNvPr>
          <p:cNvSpPr/>
          <p:nvPr/>
        </p:nvSpPr>
        <p:spPr>
          <a:xfrm>
            <a:off x="2289865" y="1275473"/>
            <a:ext cx="8851917" cy="4363327"/>
          </a:xfrm>
          <a:custGeom>
            <a:avLst/>
            <a:gdLst>
              <a:gd name="connsiteX0" fmla="*/ 0 w 8851917"/>
              <a:gd name="connsiteY0" fmla="*/ 0 h 4363327"/>
              <a:gd name="connsiteX1" fmla="*/ 0 w 8851917"/>
              <a:gd name="connsiteY1" fmla="*/ 4363327 h 4363327"/>
              <a:gd name="connsiteX2" fmla="*/ 4498517 w 8851917"/>
              <a:gd name="connsiteY2" fmla="*/ 4363327 h 4363327"/>
              <a:gd name="connsiteX3" fmla="*/ 8851917 w 8851917"/>
              <a:gd name="connsiteY3" fmla="*/ 0 h 4363327"/>
              <a:gd name="connsiteX4" fmla="*/ 0 w 8851917"/>
              <a:gd name="connsiteY4" fmla="*/ 0 h 4363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1917" h="4363327">
                <a:moveTo>
                  <a:pt x="0" y="0"/>
                </a:moveTo>
                <a:lnTo>
                  <a:pt x="0" y="4363327"/>
                </a:lnTo>
                <a:lnTo>
                  <a:pt x="4498517" y="4363327"/>
                </a:lnTo>
                <a:lnTo>
                  <a:pt x="8851917" y="0"/>
                </a:lnTo>
                <a:lnTo>
                  <a:pt x="0" y="0"/>
                </a:lnTo>
                <a:close/>
              </a:path>
            </a:pathLst>
          </a:custGeom>
          <a:solidFill>
            <a:srgbClr val="A6E0FF"/>
          </a:solidFill>
          <a:ln w="15238" cap="flat">
            <a:noFill/>
            <a:prstDash val="solid"/>
            <a:miter/>
          </a:ln>
        </p:spPr>
        <p:txBody>
          <a:bodyPr rtlCol="0" anchor="ctr"/>
          <a:lstStyle/>
          <a:p>
            <a:endParaRPr lang="en-US" b="0" i="0">
              <a:latin typeface="72 Brand" panose="020B0504030603020204" pitchFamily="34" charset="0"/>
            </a:endParaRPr>
          </a:p>
        </p:txBody>
      </p:sp>
      <p:sp>
        <p:nvSpPr>
          <p:cNvPr id="8" name="Title">
            <a:extLst>
              <a:ext uri="{FF2B5EF4-FFF2-40B4-BE49-F238E27FC236}">
                <a16:creationId xmlns:a16="http://schemas.microsoft.com/office/drawing/2014/main" id="{1098B98B-8FDE-5B19-2FC7-97058A6B53FD}"/>
              </a:ext>
            </a:extLst>
          </p:cNvPr>
          <p:cNvSpPr>
            <a:spLocks noGrp="1"/>
          </p:cNvSpPr>
          <p:nvPr>
            <p:ph type="title" hasCustomPrompt="1"/>
          </p:nvPr>
        </p:nvSpPr>
        <p:spPr>
          <a:xfrm>
            <a:off x="288000" y="2706317"/>
            <a:ext cx="5929920" cy="997196"/>
          </a:xfrm>
        </p:spPr>
        <p:txBody>
          <a:bodyPr>
            <a:noAutofit/>
          </a:bodyPr>
          <a:lstStyle>
            <a:lvl1pPr>
              <a:lnSpc>
                <a:spcPct val="90000"/>
              </a:lnSpc>
              <a:defRPr sz="3600" b="0" i="0">
                <a:latin typeface="72 Brand Medium" panose="020B0504030603020204" pitchFamily="34" charset="0"/>
                <a:cs typeface="72"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sp>
        <p:nvSpPr>
          <p:cNvPr id="4" name="LogoBlack-Dynamic" descr="{&quot;templafy&quot;:{&quot;id&quot;:&quot;543f944e-ca6b-4203-ae39-68ec7d69e74b&quot;}}">
            <a:extLst>
              <a:ext uri="{FF2B5EF4-FFF2-40B4-BE49-F238E27FC236}">
                <a16:creationId xmlns:a16="http://schemas.microsoft.com/office/drawing/2014/main" id="{2637A33E-C6A7-7C2A-3068-C4A803D3573D}"/>
              </a:ext>
            </a:extLst>
          </p:cNvPr>
          <p:cNvSpPr>
            <a:spLocks/>
          </p:cNvSpPr>
          <p:nvPr userDrawn="1"/>
        </p:nvSpPr>
        <p:spPr bwMode="gray">
          <a:xfrm>
            <a:off x="288006" y="360000"/>
            <a:ext cx="4320000" cy="360000"/>
          </a:xfrm>
          <a:prstGeom prst="rect">
            <a:avLst/>
          </a:prstGeom>
          <a:no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3" name="Classification-Dynamic" descr="{&quot;templafy&quot;:{&quot;id&quot;:&quot;21c421dc-26a2-47f6-afc0-0a32dccd9978&quot;}}">
            <a:extLst>
              <a:ext uri="{FF2B5EF4-FFF2-40B4-BE49-F238E27FC236}">
                <a16:creationId xmlns:a16="http://schemas.microsoft.com/office/drawing/2014/main" id="{D417CEF6-1FCD-75B6-FA13-C583ECCE7BE5}"/>
              </a:ext>
            </a:extLst>
          </p:cNvPr>
          <p:cNvSpPr txBox="1"/>
          <p:nvPr userDrawn="1"/>
        </p:nvSpPr>
        <p:spPr>
          <a:xfrm>
            <a:off x="282575" y="5080814"/>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endParaRPr lang="en-US" sz="1000" b="0" i="0" kern="0">
              <a:solidFill>
                <a:schemeClr val="tx1"/>
              </a:solidFill>
              <a:latin typeface="72 Brand" panose="020B0504030603020204" pitchFamily="34" charset="0"/>
              <a:ea typeface="72 Brand" pitchFamily="34" charset="-128"/>
              <a:cs typeface="72 Brand" pitchFamily="34" charset="-128"/>
            </a:endParaRPr>
          </a:p>
        </p:txBody>
      </p:sp>
    </p:spTree>
    <p:extLst>
      <p:ext uri="{BB962C8B-B14F-4D97-AF65-F5344CB8AC3E}">
        <p14:creationId xmlns:p14="http://schemas.microsoft.com/office/powerpoint/2010/main" val="108344579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Blue cover with anvil">
    <p:bg>
      <p:bgRef idx="1001">
        <a:schemeClr val="bg1"/>
      </p:bgRef>
    </p:bg>
    <p:spTree>
      <p:nvGrpSpPr>
        <p:cNvPr id="1" name=""/>
        <p:cNvGrpSpPr/>
        <p:nvPr/>
      </p:nvGrpSpPr>
      <p:grpSpPr>
        <a:xfrm>
          <a:off x="0" y="0"/>
          <a:ext cx="0" cy="0"/>
          <a:chOff x="0" y="0"/>
          <a:chExt cx="0" cy="0"/>
        </a:xfrm>
      </p:grpSpPr>
      <p:sp>
        <p:nvSpPr>
          <p:cNvPr id="7" name="background" descr="preencoded.png">
            <a:extLst>
              <a:ext uri="{FF2B5EF4-FFF2-40B4-BE49-F238E27FC236}">
                <a16:creationId xmlns:a16="http://schemas.microsoft.com/office/drawing/2014/main" id="{5F3BB899-74C3-EBF7-C191-EC2863B8F536}"/>
              </a:ext>
            </a:extLst>
          </p:cNvPr>
          <p:cNvSpPr/>
          <p:nvPr/>
        </p:nvSpPr>
        <p:spPr>
          <a:xfrm>
            <a:off x="0" y="0"/>
            <a:ext cx="12195175" cy="6858000"/>
          </a:xfrm>
          <a:custGeom>
            <a:avLst/>
            <a:gdLst>
              <a:gd name="connsiteX0" fmla="*/ 0 w 12195175"/>
              <a:gd name="connsiteY0" fmla="*/ 0 h 6858000"/>
              <a:gd name="connsiteX1" fmla="*/ 12195175 w 12195175"/>
              <a:gd name="connsiteY1" fmla="*/ 0 h 6858000"/>
              <a:gd name="connsiteX2" fmla="*/ 12195175 w 12195175"/>
              <a:gd name="connsiteY2" fmla="*/ 6858000 h 6858000"/>
              <a:gd name="connsiteX3" fmla="*/ 0 w 121951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5175" h="6858000">
                <a:moveTo>
                  <a:pt x="0" y="0"/>
                </a:moveTo>
                <a:lnTo>
                  <a:pt x="12195175" y="0"/>
                </a:lnTo>
                <a:lnTo>
                  <a:pt x="12195175" y="6858000"/>
                </a:lnTo>
                <a:lnTo>
                  <a:pt x="0" y="6858000"/>
                </a:lnTo>
                <a:close/>
              </a:path>
            </a:pathLst>
          </a:custGeom>
          <a:solidFill>
            <a:srgbClr val="1B90FF"/>
          </a:solidFill>
          <a:ln w="11289" cap="flat">
            <a:noFill/>
            <a:prstDash val="solid"/>
            <a:miter/>
          </a:ln>
        </p:spPr>
        <p:txBody>
          <a:bodyPr rtlCol="0" anchor="ctr"/>
          <a:lstStyle/>
          <a:p>
            <a:endParaRPr lang="en-US" b="0" i="0">
              <a:latin typeface="72 Brand" panose="020B0504030603020204" pitchFamily="34" charset="0"/>
            </a:endParaRPr>
          </a:p>
        </p:txBody>
      </p:sp>
      <p:sp>
        <p:nvSpPr>
          <p:cNvPr id="8" name="Anvil" descr="preencoded.png">
            <a:extLst>
              <a:ext uri="{FF2B5EF4-FFF2-40B4-BE49-F238E27FC236}">
                <a16:creationId xmlns:a16="http://schemas.microsoft.com/office/drawing/2014/main" id="{39A9B643-3B5A-F0D7-C3BF-3A81DE80FEB6}"/>
              </a:ext>
            </a:extLst>
          </p:cNvPr>
          <p:cNvSpPr/>
          <p:nvPr/>
        </p:nvSpPr>
        <p:spPr>
          <a:xfrm>
            <a:off x="287339" y="935666"/>
            <a:ext cx="6762048" cy="3333180"/>
          </a:xfrm>
          <a:custGeom>
            <a:avLst/>
            <a:gdLst>
              <a:gd name="connsiteX0" fmla="*/ 0 w 6762048"/>
              <a:gd name="connsiteY0" fmla="*/ 0 h 3333180"/>
              <a:gd name="connsiteX1" fmla="*/ 0 w 6762048"/>
              <a:gd name="connsiteY1" fmla="*/ 3333180 h 3333180"/>
              <a:gd name="connsiteX2" fmla="*/ 3436452 w 6762048"/>
              <a:gd name="connsiteY2" fmla="*/ 3333180 h 3333180"/>
              <a:gd name="connsiteX3" fmla="*/ 6762048 w 6762048"/>
              <a:gd name="connsiteY3" fmla="*/ 0 h 3333180"/>
              <a:gd name="connsiteX4" fmla="*/ 0 w 6762048"/>
              <a:gd name="connsiteY4" fmla="*/ 0 h 3333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62048" h="3333180">
                <a:moveTo>
                  <a:pt x="0" y="0"/>
                </a:moveTo>
                <a:lnTo>
                  <a:pt x="0" y="3333180"/>
                </a:lnTo>
                <a:lnTo>
                  <a:pt x="3436452" y="3333180"/>
                </a:lnTo>
                <a:lnTo>
                  <a:pt x="6762048" y="0"/>
                </a:lnTo>
                <a:lnTo>
                  <a:pt x="0" y="0"/>
                </a:lnTo>
                <a:close/>
              </a:path>
            </a:pathLst>
          </a:custGeom>
          <a:solidFill>
            <a:srgbClr val="002A86"/>
          </a:solidFill>
          <a:ln w="9264" cap="flat">
            <a:noFill/>
            <a:prstDash val="solid"/>
            <a:miter/>
          </a:ln>
        </p:spPr>
        <p:txBody>
          <a:bodyPr rtlCol="0" anchor="ctr"/>
          <a:lstStyle/>
          <a:p>
            <a:endParaRPr lang="en-US" b="0" i="0">
              <a:latin typeface="72 Brand" panose="020B0504030603020204" pitchFamily="34" charset="0"/>
            </a:endParaRPr>
          </a:p>
        </p:txBody>
      </p:sp>
      <p:sp>
        <p:nvSpPr>
          <p:cNvPr id="4" name="Title">
            <a:extLst>
              <a:ext uri="{FF2B5EF4-FFF2-40B4-BE49-F238E27FC236}">
                <a16:creationId xmlns:a16="http://schemas.microsoft.com/office/drawing/2014/main" id="{709C0759-3773-C728-D6A6-855D822107FE}"/>
              </a:ext>
            </a:extLst>
          </p:cNvPr>
          <p:cNvSpPr>
            <a:spLocks noGrp="1"/>
          </p:cNvSpPr>
          <p:nvPr>
            <p:ph type="title" hasCustomPrompt="1"/>
          </p:nvPr>
        </p:nvSpPr>
        <p:spPr>
          <a:xfrm>
            <a:off x="288000" y="2706317"/>
            <a:ext cx="6876593" cy="997196"/>
          </a:xfrm>
        </p:spPr>
        <p:txBody>
          <a:bodyPr>
            <a:noAutofit/>
          </a:bodyPr>
          <a:lstStyle>
            <a:lvl1pPr>
              <a:lnSpc>
                <a:spcPct val="90000"/>
              </a:lnSpc>
              <a:defRPr sz="3600" b="0" i="0">
                <a:solidFill>
                  <a:schemeClr val="bg1"/>
                </a:solidFill>
                <a:latin typeface="72 Brand Medium" panose="020B0504030603020204" pitchFamily="34" charset="0"/>
                <a:cs typeface="72"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sp>
        <p:nvSpPr>
          <p:cNvPr id="2" name="LogoWhite-Dynamic" descr="{&quot;templafy&quot;:{&quot;id&quot;:&quot;a1e1a453-d644-40fe-9674-0a6ecdbaea62&quot;}}">
            <a:extLst>
              <a:ext uri="{FF2B5EF4-FFF2-40B4-BE49-F238E27FC236}">
                <a16:creationId xmlns:a16="http://schemas.microsoft.com/office/drawing/2014/main" id="{1B2BA827-5E2B-B410-D729-E5CB1E58EDA4}"/>
              </a:ext>
            </a:extLst>
          </p:cNvPr>
          <p:cNvSpPr>
            <a:spLocks/>
          </p:cNvSpPr>
          <p:nvPr userDrawn="1"/>
        </p:nvSpPr>
        <p:spPr bwMode="gray">
          <a:xfrm>
            <a:off x="288006" y="360000"/>
            <a:ext cx="4320000" cy="360000"/>
          </a:xfrm>
          <a:prstGeom prst="rect">
            <a:avLst/>
          </a:prstGeom>
          <a:no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3" name="Classification-Dynamic" descr="{&quot;templafy&quot;:{&quot;id&quot;:&quot;518c31ff-2a42-4479-b136-fdef65fc0bd9&quot;}}">
            <a:extLst>
              <a:ext uri="{FF2B5EF4-FFF2-40B4-BE49-F238E27FC236}">
                <a16:creationId xmlns:a16="http://schemas.microsoft.com/office/drawing/2014/main" id="{D67AB148-356D-F356-4E6C-9664D9EB9DF3}"/>
              </a:ext>
            </a:extLst>
          </p:cNvPr>
          <p:cNvSpPr txBox="1"/>
          <p:nvPr userDrawn="1"/>
        </p:nvSpPr>
        <p:spPr>
          <a:xfrm>
            <a:off x="282575" y="5080814"/>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endParaRPr lang="en-US" sz="1000" b="0" i="0" kern="0">
              <a:solidFill>
                <a:schemeClr val="bg1"/>
              </a:solidFill>
              <a:latin typeface="72 Brand" panose="020B0504030603020204" pitchFamily="34" charset="0"/>
              <a:ea typeface="72 Brand" pitchFamily="34" charset="-128"/>
              <a:cs typeface="72 Brand" pitchFamily="34" charset="-128"/>
            </a:endParaRPr>
          </a:p>
        </p:txBody>
      </p:sp>
    </p:spTree>
    <p:extLst>
      <p:ext uri="{BB962C8B-B14F-4D97-AF65-F5344CB8AC3E}">
        <p14:creationId xmlns:p14="http://schemas.microsoft.com/office/powerpoint/2010/main" val="287749191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Teal cover with anvil ">
    <p:bg>
      <p:bgRef idx="1001">
        <a:schemeClr val="bg1"/>
      </p:bgRef>
    </p:bg>
    <p:spTree>
      <p:nvGrpSpPr>
        <p:cNvPr id="1" name=""/>
        <p:cNvGrpSpPr/>
        <p:nvPr/>
      </p:nvGrpSpPr>
      <p:grpSpPr>
        <a:xfrm>
          <a:off x="0" y="0"/>
          <a:ext cx="0" cy="0"/>
          <a:chOff x="0" y="0"/>
          <a:chExt cx="0" cy="0"/>
        </a:xfrm>
      </p:grpSpPr>
      <p:sp>
        <p:nvSpPr>
          <p:cNvPr id="5" name="Background" descr="preencoded.png">
            <a:extLst>
              <a:ext uri="{FF2B5EF4-FFF2-40B4-BE49-F238E27FC236}">
                <a16:creationId xmlns:a16="http://schemas.microsoft.com/office/drawing/2014/main" id="{5F3BB899-74C3-EBF7-C191-EC2863B8F536}"/>
              </a:ext>
            </a:extLst>
          </p:cNvPr>
          <p:cNvSpPr/>
          <p:nvPr/>
        </p:nvSpPr>
        <p:spPr>
          <a:xfrm>
            <a:off x="0" y="0"/>
            <a:ext cx="12195175" cy="6858000"/>
          </a:xfrm>
          <a:custGeom>
            <a:avLst/>
            <a:gdLst>
              <a:gd name="connsiteX0" fmla="*/ 0 w 12195175"/>
              <a:gd name="connsiteY0" fmla="*/ 0 h 6858000"/>
              <a:gd name="connsiteX1" fmla="*/ 12195175 w 12195175"/>
              <a:gd name="connsiteY1" fmla="*/ 0 h 6858000"/>
              <a:gd name="connsiteX2" fmla="*/ 12195175 w 12195175"/>
              <a:gd name="connsiteY2" fmla="*/ 6858000 h 6858000"/>
              <a:gd name="connsiteX3" fmla="*/ 0 w 121951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5175" h="6858000">
                <a:moveTo>
                  <a:pt x="0" y="0"/>
                </a:moveTo>
                <a:lnTo>
                  <a:pt x="12195175" y="0"/>
                </a:lnTo>
                <a:lnTo>
                  <a:pt x="12195175" y="6858000"/>
                </a:lnTo>
                <a:lnTo>
                  <a:pt x="0" y="6858000"/>
                </a:lnTo>
                <a:close/>
              </a:path>
            </a:pathLst>
          </a:custGeom>
          <a:solidFill>
            <a:srgbClr val="00CEAC"/>
          </a:solidFill>
          <a:ln w="11289" cap="flat">
            <a:noFill/>
            <a:prstDash val="solid"/>
            <a:miter/>
          </a:ln>
        </p:spPr>
        <p:txBody>
          <a:bodyPr rtlCol="0" anchor="ctr"/>
          <a:lstStyle/>
          <a:p>
            <a:endParaRPr lang="en-US" b="0" i="0">
              <a:latin typeface="72 Brand" panose="020B0504030603020204" pitchFamily="34" charset="0"/>
            </a:endParaRPr>
          </a:p>
        </p:txBody>
      </p:sp>
      <p:sp>
        <p:nvSpPr>
          <p:cNvPr id="6" name="Anvil" descr="preencoded.png">
            <a:extLst>
              <a:ext uri="{FF2B5EF4-FFF2-40B4-BE49-F238E27FC236}">
                <a16:creationId xmlns:a16="http://schemas.microsoft.com/office/drawing/2014/main" id="{F36DF1A0-33EF-D4BF-029F-2435A3EF8C01}"/>
              </a:ext>
            </a:extLst>
          </p:cNvPr>
          <p:cNvSpPr/>
          <p:nvPr/>
        </p:nvSpPr>
        <p:spPr>
          <a:xfrm>
            <a:off x="870433" y="989322"/>
            <a:ext cx="9187967" cy="4528975"/>
          </a:xfrm>
          <a:custGeom>
            <a:avLst/>
            <a:gdLst>
              <a:gd name="connsiteX0" fmla="*/ 0 w 9187967"/>
              <a:gd name="connsiteY0" fmla="*/ 0 h 4528975"/>
              <a:gd name="connsiteX1" fmla="*/ 0 w 9187967"/>
              <a:gd name="connsiteY1" fmla="*/ 4528975 h 4528975"/>
              <a:gd name="connsiteX2" fmla="*/ 4669297 w 9187967"/>
              <a:gd name="connsiteY2" fmla="*/ 4528975 h 4528975"/>
              <a:gd name="connsiteX3" fmla="*/ 9187967 w 9187967"/>
              <a:gd name="connsiteY3" fmla="*/ 0 h 4528975"/>
              <a:gd name="connsiteX4" fmla="*/ 0 w 9187967"/>
              <a:gd name="connsiteY4" fmla="*/ 0 h 4528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7967" h="4528975">
                <a:moveTo>
                  <a:pt x="0" y="0"/>
                </a:moveTo>
                <a:lnTo>
                  <a:pt x="0" y="4528975"/>
                </a:lnTo>
                <a:lnTo>
                  <a:pt x="4669297" y="4528975"/>
                </a:lnTo>
                <a:lnTo>
                  <a:pt x="9187967" y="0"/>
                </a:lnTo>
                <a:lnTo>
                  <a:pt x="0" y="0"/>
                </a:lnTo>
                <a:close/>
              </a:path>
            </a:pathLst>
          </a:custGeom>
          <a:solidFill>
            <a:srgbClr val="63EDD4"/>
          </a:solidFill>
          <a:ln w="12596" cap="flat">
            <a:noFill/>
            <a:prstDash val="solid"/>
            <a:miter/>
          </a:ln>
        </p:spPr>
        <p:txBody>
          <a:bodyPr rtlCol="0" anchor="ctr"/>
          <a:lstStyle/>
          <a:p>
            <a:endParaRPr lang="en-US" b="0" i="0">
              <a:latin typeface="72 Brand" panose="020B0504030603020204" pitchFamily="34" charset="0"/>
            </a:endParaRPr>
          </a:p>
        </p:txBody>
      </p:sp>
      <p:sp>
        <p:nvSpPr>
          <p:cNvPr id="9" name="Title">
            <a:extLst>
              <a:ext uri="{FF2B5EF4-FFF2-40B4-BE49-F238E27FC236}">
                <a16:creationId xmlns:a16="http://schemas.microsoft.com/office/drawing/2014/main" id="{5515F5CA-E76C-CC3B-68A7-37E88873AB4B}"/>
              </a:ext>
            </a:extLst>
          </p:cNvPr>
          <p:cNvSpPr>
            <a:spLocks noGrp="1"/>
          </p:cNvSpPr>
          <p:nvPr>
            <p:ph type="title" hasCustomPrompt="1"/>
          </p:nvPr>
        </p:nvSpPr>
        <p:spPr>
          <a:xfrm>
            <a:off x="288000" y="2706317"/>
            <a:ext cx="5929920" cy="997196"/>
          </a:xfrm>
        </p:spPr>
        <p:txBody>
          <a:bodyPr>
            <a:noAutofit/>
          </a:bodyPr>
          <a:lstStyle>
            <a:lvl1pPr>
              <a:lnSpc>
                <a:spcPct val="90000"/>
              </a:lnSpc>
              <a:defRPr sz="3600" b="0" i="0">
                <a:latin typeface="72 Brand Medium" panose="020B0504030603020204" pitchFamily="34" charset="0"/>
                <a:cs typeface="72"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sp>
        <p:nvSpPr>
          <p:cNvPr id="2" name="LogoBlack-Dynamic" descr="{&quot;templafy&quot;:{&quot;id&quot;:&quot;66a1ad6f-01b8-4bd8-80ca-4f629e66b882&quot;}}">
            <a:extLst>
              <a:ext uri="{FF2B5EF4-FFF2-40B4-BE49-F238E27FC236}">
                <a16:creationId xmlns:a16="http://schemas.microsoft.com/office/drawing/2014/main" id="{6F517C48-28CD-5089-ED8A-57BF0CC2794C}"/>
              </a:ext>
            </a:extLst>
          </p:cNvPr>
          <p:cNvSpPr>
            <a:spLocks/>
          </p:cNvSpPr>
          <p:nvPr userDrawn="1"/>
        </p:nvSpPr>
        <p:spPr bwMode="gray">
          <a:xfrm>
            <a:off x="288006" y="360000"/>
            <a:ext cx="4320000" cy="360000"/>
          </a:xfrm>
          <a:prstGeom prst="rect">
            <a:avLst/>
          </a:prstGeom>
          <a:no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3" name="Classification-Dynamic" descr="{&quot;templafy&quot;:{&quot;id&quot;:&quot;e152107b-ee64-4059-bcef-94307892b593&quot;}}">
            <a:extLst>
              <a:ext uri="{FF2B5EF4-FFF2-40B4-BE49-F238E27FC236}">
                <a16:creationId xmlns:a16="http://schemas.microsoft.com/office/drawing/2014/main" id="{BBFBBDC3-D031-6041-465D-9F7147F423CF}"/>
              </a:ext>
            </a:extLst>
          </p:cNvPr>
          <p:cNvSpPr txBox="1"/>
          <p:nvPr userDrawn="1"/>
        </p:nvSpPr>
        <p:spPr>
          <a:xfrm>
            <a:off x="282575" y="5080814"/>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endParaRPr lang="en-US" sz="1000" b="0" i="0" kern="0">
              <a:solidFill>
                <a:schemeClr val="tx1"/>
              </a:solidFill>
              <a:latin typeface="72 Brand" panose="020B0504030603020204" pitchFamily="34" charset="0"/>
              <a:ea typeface="72 Brand" pitchFamily="34" charset="-128"/>
              <a:cs typeface="72 Brand" pitchFamily="34" charset="-128"/>
            </a:endParaRPr>
          </a:p>
        </p:txBody>
      </p:sp>
    </p:spTree>
    <p:extLst>
      <p:ext uri="{BB962C8B-B14F-4D97-AF65-F5344CB8AC3E}">
        <p14:creationId xmlns:p14="http://schemas.microsoft.com/office/powerpoint/2010/main" val="68734826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With cover with image">
    <p:bg>
      <p:bgRef idx="1001">
        <a:schemeClr val="bg1"/>
      </p:bgRef>
    </p:bg>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83FFCA81-9D1B-7BE9-9F97-BEDB3E67519A}"/>
              </a:ext>
            </a:extLst>
          </p:cNvPr>
          <p:cNvSpPr/>
          <p:nvPr userDrawn="1"/>
        </p:nvSpPr>
        <p:spPr bwMode="gray">
          <a:xfrm>
            <a:off x="-1" y="0"/>
            <a:ext cx="12195175" cy="6858000"/>
          </a:xfrm>
          <a:prstGeom prst="rect">
            <a:avLst/>
          </a:prstGeom>
          <a:solidFill>
            <a:schemeClr val="bg1"/>
          </a:solidFill>
          <a:ln w="15238" cap="flat">
            <a:noFill/>
            <a:prstDash val="solid"/>
            <a:miter/>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6" name="Picture Placeholder 5">
            <a:extLst>
              <a:ext uri="{FF2B5EF4-FFF2-40B4-BE49-F238E27FC236}">
                <a16:creationId xmlns:a16="http://schemas.microsoft.com/office/drawing/2014/main" id="{28860E7D-5DEB-5F1B-5AAF-4C41BD1A7778}"/>
              </a:ext>
            </a:extLst>
          </p:cNvPr>
          <p:cNvSpPr>
            <a:spLocks noGrp="1"/>
          </p:cNvSpPr>
          <p:nvPr>
            <p:ph type="pic" sz="quarter" idx="15" hasCustomPrompt="1"/>
          </p:nvPr>
        </p:nvSpPr>
        <p:spPr>
          <a:xfrm>
            <a:off x="6108700" y="0"/>
            <a:ext cx="6086475" cy="6858000"/>
          </a:xfrm>
        </p:spPr>
        <p:txBody>
          <a:bodyPr anchor="ctr" anchorCtr="0"/>
          <a:lstStyle>
            <a:lvl1pPr algn="ctr">
              <a:defRPr/>
            </a:lvl1pPr>
          </a:lstStyle>
          <a:p>
            <a:r>
              <a:rPr lang="en-US"/>
              <a:t>Click to insert picture</a:t>
            </a:r>
          </a:p>
        </p:txBody>
      </p:sp>
      <p:pic>
        <p:nvPicPr>
          <p:cNvPr id="28936725" name="Acquired Company Logo Placeholder" descr="{&quot;templafy&quot;:{&quot;id&quot;:&quot;e24a6e43-600a-4c6b-89de-bcf3787a4fa8&quot;}}" hidden="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82575" y="2141327"/>
            <a:ext cx="4125924" cy="266010"/>
          </a:xfrm>
          <a:prstGeom prst="rect">
            <a:avLst/>
          </a:prstGeom>
        </p:spPr>
      </p:pic>
      <p:sp>
        <p:nvSpPr>
          <p:cNvPr id="4" name="Title">
            <a:extLst>
              <a:ext uri="{FF2B5EF4-FFF2-40B4-BE49-F238E27FC236}">
                <a16:creationId xmlns:a16="http://schemas.microsoft.com/office/drawing/2014/main" id="{D8805AE3-41BC-E9DB-1A66-ADF41EDBC899}"/>
              </a:ext>
            </a:extLst>
          </p:cNvPr>
          <p:cNvSpPr>
            <a:spLocks noGrp="1"/>
          </p:cNvSpPr>
          <p:nvPr>
            <p:ph type="title" hasCustomPrompt="1"/>
          </p:nvPr>
        </p:nvSpPr>
        <p:spPr>
          <a:xfrm>
            <a:off x="288000" y="2706317"/>
            <a:ext cx="6026739" cy="997196"/>
          </a:xfrm>
        </p:spPr>
        <p:txBody>
          <a:bodyPr>
            <a:noAutofit/>
          </a:bodyPr>
          <a:lstStyle>
            <a:lvl1pPr>
              <a:lnSpc>
                <a:spcPct val="90000"/>
              </a:lnSpc>
              <a:defRPr sz="3600" b="0" i="0">
                <a:latin typeface="72 Brand Medium" panose="020B0504030603020204" pitchFamily="34" charset="0"/>
                <a:cs typeface="72"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sp>
        <p:nvSpPr>
          <p:cNvPr id="5" name="LogoBlue-Dynamic" descr="{&quot;templafy&quot;:{&quot;id&quot;:&quot;3f72e50c-0e42-41bf-8a17-97139013c53f&quot;}}">
            <a:extLst>
              <a:ext uri="{FF2B5EF4-FFF2-40B4-BE49-F238E27FC236}">
                <a16:creationId xmlns:a16="http://schemas.microsoft.com/office/drawing/2014/main" id="{D1190656-DEBD-FEA9-516B-DD318272D18E}"/>
              </a:ext>
            </a:extLst>
          </p:cNvPr>
          <p:cNvSpPr>
            <a:spLocks/>
          </p:cNvSpPr>
          <p:nvPr userDrawn="1"/>
        </p:nvSpPr>
        <p:spPr bwMode="gray">
          <a:xfrm>
            <a:off x="288006" y="360000"/>
            <a:ext cx="4320000" cy="360000"/>
          </a:xfrm>
          <a:prstGeom prst="rect">
            <a:avLst/>
          </a:prstGeom>
          <a:no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3" name="Classification-Dynamic" descr="{&quot;templafy&quot;:{&quot;id&quot;:&quot;8306205b-e883-4db9-a37f-98123c47eb3a&quot;}}">
            <a:extLst>
              <a:ext uri="{FF2B5EF4-FFF2-40B4-BE49-F238E27FC236}">
                <a16:creationId xmlns:a16="http://schemas.microsoft.com/office/drawing/2014/main" id="{4A078429-99DD-7555-B0F4-FEF46FD297B0}"/>
              </a:ext>
            </a:extLst>
          </p:cNvPr>
          <p:cNvSpPr txBox="1"/>
          <p:nvPr userDrawn="1"/>
        </p:nvSpPr>
        <p:spPr>
          <a:xfrm>
            <a:off x="282575" y="5080814"/>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endParaRPr lang="en-US" sz="1000" b="0" i="0" kern="0">
              <a:solidFill>
                <a:schemeClr val="tx1"/>
              </a:solidFill>
              <a:latin typeface="72 Brand" panose="020B0504030603020204" pitchFamily="34" charset="0"/>
              <a:ea typeface="72 Brand" pitchFamily="34" charset="-128"/>
              <a:cs typeface="72 Brand" pitchFamily="34" charset="-128"/>
            </a:endParaRPr>
          </a:p>
        </p:txBody>
      </p:sp>
    </p:spTree>
    <p:extLst>
      <p:ext uri="{BB962C8B-B14F-4D97-AF65-F5344CB8AC3E}">
        <p14:creationId xmlns:p14="http://schemas.microsoft.com/office/powerpoint/2010/main" val="74734214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Blue cover with anvil and image">
    <p:bg>
      <p:bgRef idx="1001">
        <a:schemeClr val="bg1"/>
      </p:bgRef>
    </p:bg>
    <p:spTree>
      <p:nvGrpSpPr>
        <p:cNvPr id="1" name=""/>
        <p:cNvGrpSpPr/>
        <p:nvPr/>
      </p:nvGrpSpPr>
      <p:grpSpPr>
        <a:xfrm>
          <a:off x="0" y="0"/>
          <a:ext cx="0" cy="0"/>
          <a:chOff x="0" y="0"/>
          <a:chExt cx="0" cy="0"/>
        </a:xfrm>
      </p:grpSpPr>
      <p:sp>
        <p:nvSpPr>
          <p:cNvPr id="7" name="Background" descr="preencoded.png">
            <a:extLst>
              <a:ext uri="{FF2B5EF4-FFF2-40B4-BE49-F238E27FC236}">
                <a16:creationId xmlns:a16="http://schemas.microsoft.com/office/drawing/2014/main" id="{9DE307C8-D1C3-00E2-C5B0-2A7EBB981384}"/>
              </a:ext>
            </a:extLst>
          </p:cNvPr>
          <p:cNvSpPr/>
          <p:nvPr/>
        </p:nvSpPr>
        <p:spPr>
          <a:xfrm>
            <a:off x="0" y="0"/>
            <a:ext cx="12195175" cy="6861495"/>
          </a:xfrm>
          <a:custGeom>
            <a:avLst/>
            <a:gdLst>
              <a:gd name="connsiteX0" fmla="*/ 0 w 12195175"/>
              <a:gd name="connsiteY0" fmla="*/ 0 h 6861495"/>
              <a:gd name="connsiteX1" fmla="*/ 12195175 w 12195175"/>
              <a:gd name="connsiteY1" fmla="*/ 0 h 6861495"/>
              <a:gd name="connsiteX2" fmla="*/ 12195175 w 12195175"/>
              <a:gd name="connsiteY2" fmla="*/ 6861496 h 6861495"/>
              <a:gd name="connsiteX3" fmla="*/ 0 w 12195175"/>
              <a:gd name="connsiteY3" fmla="*/ 6861496 h 6861495"/>
            </a:gdLst>
            <a:ahLst/>
            <a:cxnLst>
              <a:cxn ang="0">
                <a:pos x="connsiteX0" y="connsiteY0"/>
              </a:cxn>
              <a:cxn ang="0">
                <a:pos x="connsiteX1" y="connsiteY1"/>
              </a:cxn>
              <a:cxn ang="0">
                <a:pos x="connsiteX2" y="connsiteY2"/>
              </a:cxn>
              <a:cxn ang="0">
                <a:pos x="connsiteX3" y="connsiteY3"/>
              </a:cxn>
            </a:cxnLst>
            <a:rect l="l" t="t" r="r" b="b"/>
            <a:pathLst>
              <a:path w="12195175" h="6861495">
                <a:moveTo>
                  <a:pt x="0" y="0"/>
                </a:moveTo>
                <a:lnTo>
                  <a:pt x="12195175" y="0"/>
                </a:lnTo>
                <a:lnTo>
                  <a:pt x="12195175" y="6861496"/>
                </a:lnTo>
                <a:lnTo>
                  <a:pt x="0" y="6861496"/>
                </a:lnTo>
                <a:close/>
              </a:path>
            </a:pathLst>
          </a:custGeom>
          <a:solidFill>
            <a:srgbClr val="0057D2"/>
          </a:solidFill>
          <a:ln w="10160" cap="flat">
            <a:noFill/>
            <a:prstDash val="solid"/>
            <a:miter/>
          </a:ln>
        </p:spPr>
        <p:txBody>
          <a:bodyPr rtlCol="0" anchor="ctr"/>
          <a:lstStyle/>
          <a:p>
            <a:endParaRPr lang="en-US" b="0" i="0">
              <a:latin typeface="72 Brand" panose="020B0504030603020204" pitchFamily="34" charset="0"/>
            </a:endParaRPr>
          </a:p>
        </p:txBody>
      </p:sp>
      <p:sp>
        <p:nvSpPr>
          <p:cNvPr id="6" name="Anvil" descr="preencoded.png">
            <a:extLst>
              <a:ext uri="{FF2B5EF4-FFF2-40B4-BE49-F238E27FC236}">
                <a16:creationId xmlns:a16="http://schemas.microsoft.com/office/drawing/2014/main" id="{6C575B3E-49FD-8450-F2CB-84C6E7A1153D}"/>
              </a:ext>
            </a:extLst>
          </p:cNvPr>
          <p:cNvSpPr/>
          <p:nvPr/>
        </p:nvSpPr>
        <p:spPr>
          <a:xfrm>
            <a:off x="752355" y="1156532"/>
            <a:ext cx="5613722" cy="2756252"/>
          </a:xfrm>
          <a:custGeom>
            <a:avLst/>
            <a:gdLst>
              <a:gd name="connsiteX0" fmla="*/ 0 w 5613722"/>
              <a:gd name="connsiteY0" fmla="*/ 0 h 2756252"/>
              <a:gd name="connsiteX1" fmla="*/ 0 w 5613722"/>
              <a:gd name="connsiteY1" fmla="*/ 2756252 h 2756252"/>
              <a:gd name="connsiteX2" fmla="*/ 2852875 w 5613722"/>
              <a:gd name="connsiteY2" fmla="*/ 2756252 h 2756252"/>
              <a:gd name="connsiteX3" fmla="*/ 5613722 w 5613722"/>
              <a:gd name="connsiteY3" fmla="*/ 0 h 2756252"/>
              <a:gd name="connsiteX4" fmla="*/ 0 w 5613722"/>
              <a:gd name="connsiteY4" fmla="*/ 0 h 27562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13722" h="2756252">
                <a:moveTo>
                  <a:pt x="0" y="0"/>
                </a:moveTo>
                <a:lnTo>
                  <a:pt x="0" y="2756252"/>
                </a:lnTo>
                <a:lnTo>
                  <a:pt x="2852875" y="2756252"/>
                </a:lnTo>
                <a:lnTo>
                  <a:pt x="5613722" y="0"/>
                </a:lnTo>
                <a:lnTo>
                  <a:pt x="0" y="0"/>
                </a:lnTo>
                <a:close/>
              </a:path>
            </a:pathLst>
          </a:custGeom>
          <a:solidFill>
            <a:srgbClr val="1B90FF"/>
          </a:solidFill>
          <a:ln w="9273" cap="flat">
            <a:noFill/>
            <a:prstDash val="solid"/>
            <a:miter/>
          </a:ln>
        </p:spPr>
        <p:txBody>
          <a:bodyPr rtlCol="0" anchor="ctr"/>
          <a:lstStyle/>
          <a:p>
            <a:endParaRPr lang="en-US" b="0" i="0">
              <a:latin typeface="72 Brand" panose="020B0504030603020204" pitchFamily="34" charset="0"/>
            </a:endParaRPr>
          </a:p>
        </p:txBody>
      </p:sp>
      <p:sp>
        <p:nvSpPr>
          <p:cNvPr id="13" name="Picture Placeholder 12">
            <a:extLst>
              <a:ext uri="{FF2B5EF4-FFF2-40B4-BE49-F238E27FC236}">
                <a16:creationId xmlns:a16="http://schemas.microsoft.com/office/drawing/2014/main" id="{FF6D8674-EA25-0C87-7F7A-4B6FFA7F1F14}"/>
              </a:ext>
            </a:extLst>
          </p:cNvPr>
          <p:cNvSpPr>
            <a:spLocks noGrp="1"/>
          </p:cNvSpPr>
          <p:nvPr>
            <p:ph type="pic" sz="quarter" idx="10" hasCustomPrompt="1"/>
          </p:nvPr>
        </p:nvSpPr>
        <p:spPr>
          <a:xfrm>
            <a:off x="7836062" y="0"/>
            <a:ext cx="4359114" cy="6858000"/>
          </a:xfrm>
        </p:spPr>
        <p:txBody>
          <a:bodyPr anchor="ctr" anchorCtr="0"/>
          <a:lstStyle>
            <a:lvl1pPr algn="ctr">
              <a:defRPr>
                <a:solidFill>
                  <a:schemeClr val="bg1"/>
                </a:solidFill>
              </a:defRPr>
            </a:lvl1pPr>
          </a:lstStyle>
          <a:p>
            <a:r>
              <a:rPr lang="en-US"/>
              <a:t>Click to insert picture</a:t>
            </a:r>
          </a:p>
        </p:txBody>
      </p:sp>
      <p:sp>
        <p:nvSpPr>
          <p:cNvPr id="4" name="Title">
            <a:extLst>
              <a:ext uri="{FF2B5EF4-FFF2-40B4-BE49-F238E27FC236}">
                <a16:creationId xmlns:a16="http://schemas.microsoft.com/office/drawing/2014/main" id="{A222ABC1-A03E-5EDE-02E2-6F3794850CC1}"/>
              </a:ext>
            </a:extLst>
          </p:cNvPr>
          <p:cNvSpPr>
            <a:spLocks noGrp="1"/>
          </p:cNvSpPr>
          <p:nvPr>
            <p:ph type="title" hasCustomPrompt="1"/>
          </p:nvPr>
        </p:nvSpPr>
        <p:spPr>
          <a:xfrm>
            <a:off x="287338" y="2206502"/>
            <a:ext cx="5529704" cy="997196"/>
          </a:xfrm>
        </p:spPr>
        <p:txBody>
          <a:bodyPr>
            <a:noAutofit/>
          </a:bodyPr>
          <a:lstStyle>
            <a:lvl1pPr>
              <a:lnSpc>
                <a:spcPct val="90000"/>
              </a:lnSpc>
              <a:defRPr sz="3600" b="0" i="0">
                <a:solidFill>
                  <a:schemeClr val="bg1"/>
                </a:solidFill>
                <a:latin typeface="72 Brand Medium" panose="020B0504030603020204"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sp>
        <p:nvSpPr>
          <p:cNvPr id="3" name="LogoWhite-Dynamic" descr="{&quot;templafy&quot;:{&quot;id&quot;:&quot;3bd245b5-412f-4841-8b37-4e489a1a4f90&quot;}}">
            <a:extLst>
              <a:ext uri="{FF2B5EF4-FFF2-40B4-BE49-F238E27FC236}">
                <a16:creationId xmlns:a16="http://schemas.microsoft.com/office/drawing/2014/main" id="{DAF77494-7969-7420-F0E8-876B83E39BD5}"/>
              </a:ext>
            </a:extLst>
          </p:cNvPr>
          <p:cNvSpPr>
            <a:spLocks/>
          </p:cNvSpPr>
          <p:nvPr userDrawn="1"/>
        </p:nvSpPr>
        <p:spPr bwMode="gray">
          <a:xfrm>
            <a:off x="288006" y="360000"/>
            <a:ext cx="4320000" cy="360000"/>
          </a:xfrm>
          <a:prstGeom prst="rect">
            <a:avLst/>
          </a:prstGeom>
          <a:no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5" name="Classification-Dynamic" descr="{&quot;templafy&quot;:{&quot;id&quot;:&quot;5d590734-f71e-43c0-9334-de754831ea99&quot;}}">
            <a:extLst>
              <a:ext uri="{FF2B5EF4-FFF2-40B4-BE49-F238E27FC236}">
                <a16:creationId xmlns:a16="http://schemas.microsoft.com/office/drawing/2014/main" id="{7A6CB977-D711-D436-9DC2-AAFCC56F9CAA}"/>
              </a:ext>
            </a:extLst>
          </p:cNvPr>
          <p:cNvSpPr txBox="1"/>
          <p:nvPr userDrawn="1"/>
        </p:nvSpPr>
        <p:spPr>
          <a:xfrm>
            <a:off x="440401" y="5080814"/>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endParaRPr lang="en-US" sz="1000" b="0" i="0" kern="0">
              <a:solidFill>
                <a:schemeClr val="bg1"/>
              </a:solidFill>
              <a:latin typeface="72 Brand" panose="020B0504030603020204" pitchFamily="34" charset="0"/>
              <a:ea typeface="72 Brand" pitchFamily="34" charset="-128"/>
              <a:cs typeface="72 Brand" pitchFamily="34" charset="-128"/>
            </a:endParaRPr>
          </a:p>
        </p:txBody>
      </p:sp>
    </p:spTree>
    <p:extLst>
      <p:ext uri="{BB962C8B-B14F-4D97-AF65-F5344CB8AC3E}">
        <p14:creationId xmlns:p14="http://schemas.microsoft.com/office/powerpoint/2010/main" val="245810233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385">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Agenda title"/>
          <p:cNvSpPr>
            <a:spLocks noGrp="1"/>
          </p:cNvSpPr>
          <p:nvPr>
            <p:ph type="title" hasCustomPrompt="1"/>
          </p:nvPr>
        </p:nvSpPr>
        <p:spPr>
          <a:xfrm>
            <a:off x="504000" y="505381"/>
            <a:ext cx="11186476" cy="369332"/>
          </a:xfrm>
        </p:spPr>
        <p:txBody>
          <a:bodyPr/>
          <a:lstStyle>
            <a:lvl1pPr>
              <a:defRPr b="0" i="0">
                <a:latin typeface="72 Brand Medium" panose="020B0504030603020204" pitchFamily="34" charset="0"/>
              </a:defRPr>
            </a:lvl1pPr>
          </a:lstStyle>
          <a:p>
            <a:r>
              <a:rPr lang="en-US"/>
              <a:t>Agenda</a:t>
            </a:r>
          </a:p>
        </p:txBody>
      </p:sp>
      <p:sp>
        <p:nvSpPr>
          <p:cNvPr id="5" name="Text placeholder">
            <a:extLst>
              <a:ext uri="{FF2B5EF4-FFF2-40B4-BE49-F238E27FC236}">
                <a16:creationId xmlns:a16="http://schemas.microsoft.com/office/drawing/2014/main" id="{8E82BE2B-69B2-5121-2AA4-8473C53F0CF1}"/>
              </a:ext>
            </a:extLst>
          </p:cNvPr>
          <p:cNvSpPr>
            <a:spLocks noGrp="1"/>
          </p:cNvSpPr>
          <p:nvPr>
            <p:ph type="body" sz="quarter" idx="11" hasCustomPrompt="1"/>
          </p:nvPr>
        </p:nvSpPr>
        <p:spPr>
          <a:xfrm>
            <a:off x="504000" y="1548000"/>
            <a:ext cx="11186477" cy="4787900"/>
          </a:xfrm>
        </p:spPr>
        <p:txBody>
          <a:bodyPr/>
          <a:lstStyle>
            <a:lvl1pPr>
              <a:defRPr/>
            </a:lvl1pPr>
          </a:lstStyle>
          <a:p>
            <a:pPr lvl="0"/>
            <a:r>
              <a:rPr lang="en-US"/>
              <a:t>Agenda Item/Divider Headline</a:t>
            </a:r>
          </a:p>
          <a:p>
            <a:pPr lvl="1"/>
            <a:r>
              <a:rPr lang="en-US"/>
              <a:t>Details</a:t>
            </a:r>
          </a:p>
        </p:txBody>
      </p:sp>
    </p:spTree>
    <p:extLst>
      <p:ext uri="{BB962C8B-B14F-4D97-AF65-F5344CB8AC3E}">
        <p14:creationId xmlns:p14="http://schemas.microsoft.com/office/powerpoint/2010/main" val="3433419581"/>
      </p:ext>
    </p:extLst>
  </p:cSld>
  <p:clrMapOvr>
    <a:masterClrMapping/>
  </p:clrMapOvr>
  <p:extLst>
    <p:ext uri="{DCECCB84-F9BA-43D5-87BE-67443E8EF086}">
      <p15:sldGuideLst xmlns:p15="http://schemas.microsoft.com/office/powerpoint/2012/main">
        <p15:guide id="1" pos="311">
          <p15:clr>
            <a:srgbClr val="FBAE40"/>
          </p15:clr>
        </p15:guide>
        <p15:guide id="2" orient="horz" pos="970">
          <p15:clr>
            <a:srgbClr val="FBAE40"/>
          </p15:clr>
        </p15:guide>
        <p15:guide id="3" pos="7364">
          <p15:clr>
            <a:srgbClr val="FBAE40"/>
          </p15:clr>
        </p15:guide>
        <p15:guide id="4" orient="horz" pos="316">
          <p15:clr>
            <a:srgbClr val="FBAE40"/>
          </p15:clr>
        </p15:guide>
        <p15:guide id="5" orient="horz" pos="551">
          <p15:clr>
            <a:srgbClr val="FBAE40"/>
          </p15:clr>
        </p15:guide>
        <p15:guide id="6" orient="horz" pos="3997">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Divider Page">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black">
          <a:xfrm>
            <a:off x="504000" y="3090446"/>
            <a:ext cx="11185200" cy="677108"/>
          </a:xfrm>
        </p:spPr>
        <p:txBody>
          <a:bodyPr anchor="ctr" anchorCtr="0">
            <a:noAutofit/>
          </a:bodyPr>
          <a:lstStyle>
            <a:lvl1pPr>
              <a:defRPr sz="4400" b="0" i="0">
                <a:solidFill>
                  <a:schemeClr val="tx1"/>
                </a:solidFill>
                <a:latin typeface="72 Brand Medium" panose="020B0504030603020204" pitchFamily="34" charset="0"/>
              </a:defRPr>
            </a:lvl1pPr>
          </a:lstStyle>
          <a:p>
            <a:r>
              <a:rPr lang="en-US"/>
              <a:t>Divider page</a:t>
            </a:r>
            <a:endParaRPr lang="de-DE"/>
          </a:p>
        </p:txBody>
      </p:sp>
    </p:spTree>
    <p:extLst>
      <p:ext uri="{BB962C8B-B14F-4D97-AF65-F5344CB8AC3E}">
        <p14:creationId xmlns:p14="http://schemas.microsoft.com/office/powerpoint/2010/main" val="2296346106"/>
      </p:ext>
    </p:extLst>
  </p:cSld>
  <p:clrMapOvr>
    <a:masterClrMapping/>
  </p:clrMapOvr>
  <p:hf sldNum="0" hdr="0" ftr="0" dt="0"/>
  <p:extLst>
    <p:ext uri="{DCECCB84-F9BA-43D5-87BE-67443E8EF086}">
      <p15:sldGuideLst xmlns:p15="http://schemas.microsoft.com/office/powerpoint/2012/main">
        <p15:guide id="1" pos="314">
          <p15:clr>
            <a:srgbClr val="FBAE40"/>
          </p15:clr>
        </p15:guide>
        <p15:guide id="2" orient="horz" pos="2160">
          <p15:clr>
            <a:srgbClr val="FBAE40"/>
          </p15:clr>
        </p15:guide>
        <p15:guide id="3" pos="7364">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Divider Page with Image">
    <p:spTree>
      <p:nvGrpSpPr>
        <p:cNvPr id="1" name=""/>
        <p:cNvGrpSpPr/>
        <p:nvPr/>
      </p:nvGrpSpPr>
      <p:grpSpPr>
        <a:xfrm>
          <a:off x="0" y="0"/>
          <a:ext cx="0" cy="0"/>
          <a:chOff x="0" y="0"/>
          <a:chExt cx="0" cy="0"/>
        </a:xfrm>
      </p:grpSpPr>
      <p:sp>
        <p:nvSpPr>
          <p:cNvPr id="4" name="Divider image placeholder"/>
          <p:cNvSpPr>
            <a:spLocks noGrp="1"/>
          </p:cNvSpPr>
          <p:nvPr>
            <p:ph type="pic" sz="quarter" idx="12" hasCustomPrompt="1"/>
          </p:nvPr>
        </p:nvSpPr>
        <p:spPr bwMode="gray">
          <a:xfrm>
            <a:off x="1" y="3427200"/>
            <a:ext cx="12195175" cy="3430800"/>
          </a:xfrm>
          <a:noFill/>
        </p:spPr>
        <p:txBody>
          <a:bodyPr tIns="324000"/>
          <a:lstStyle>
            <a:lvl1pPr marL="0" marR="0" indent="0" algn="ctr" defTabSz="1088558" rtl="0" eaLnBrk="1" fontAlgn="auto" latinLnBrk="0" hangingPunct="1">
              <a:lnSpc>
                <a:spcPct val="100000"/>
              </a:lnSpc>
              <a:spcBef>
                <a:spcPts val="1200"/>
              </a:spcBef>
              <a:spcAft>
                <a:spcPts val="0"/>
              </a:spcAft>
              <a:buClr>
                <a:schemeClr val="accent1"/>
              </a:buClr>
              <a:buSzPct val="80000"/>
              <a:buFontTx/>
              <a:buNone/>
              <a:tabLst/>
              <a:defRPr sz="1600">
                <a:solidFill>
                  <a:schemeClr val="tx1"/>
                </a:solidFill>
              </a:defRPr>
            </a:lvl1pPr>
          </a:lstStyle>
          <a:p>
            <a:pPr marL="0" marR="0" lvl="0" indent="0" algn="ctr" defTabSz="1088558" rtl="0" eaLnBrk="1" fontAlgn="auto" latinLnBrk="0" hangingPunct="1">
              <a:lnSpc>
                <a:spcPct val="100000"/>
              </a:lnSpc>
              <a:spcBef>
                <a:spcPts val="1200"/>
              </a:spcBef>
              <a:spcAft>
                <a:spcPts val="0"/>
              </a:spcAft>
              <a:buClr>
                <a:schemeClr val="accent1"/>
              </a:buClr>
              <a:buSzPct val="80000"/>
              <a:buFontTx/>
              <a:buNone/>
              <a:tabLst/>
              <a:defRPr/>
            </a:pPr>
            <a:r>
              <a:rPr lang="en-US"/>
              <a:t>Placeholder for image and illustration</a:t>
            </a:r>
          </a:p>
        </p:txBody>
      </p:sp>
      <p:sp>
        <p:nvSpPr>
          <p:cNvPr id="2" name="Divider text"/>
          <p:cNvSpPr>
            <a:spLocks noGrp="1"/>
          </p:cNvSpPr>
          <p:nvPr>
            <p:ph type="ctrTitle" hasCustomPrompt="1"/>
          </p:nvPr>
        </p:nvSpPr>
        <p:spPr bwMode="black">
          <a:xfrm>
            <a:off x="504000" y="1375046"/>
            <a:ext cx="11185200" cy="677108"/>
          </a:xfrm>
        </p:spPr>
        <p:txBody>
          <a:bodyPr anchor="t" anchorCtr="0">
            <a:noAutofit/>
          </a:bodyPr>
          <a:lstStyle>
            <a:lvl1pPr>
              <a:defRPr sz="4400" b="0" i="0">
                <a:solidFill>
                  <a:schemeClr val="tx1"/>
                </a:solidFill>
                <a:latin typeface="72 Brand Medium" panose="020B0504030603020204" pitchFamily="34" charset="0"/>
              </a:defRPr>
            </a:lvl1pPr>
          </a:lstStyle>
          <a:p>
            <a:r>
              <a:rPr lang="en-US"/>
              <a:t>Divider page</a:t>
            </a:r>
            <a:endParaRPr lang="de-DE"/>
          </a:p>
        </p:txBody>
      </p:sp>
    </p:spTree>
    <p:extLst>
      <p:ext uri="{BB962C8B-B14F-4D97-AF65-F5344CB8AC3E}">
        <p14:creationId xmlns:p14="http://schemas.microsoft.com/office/powerpoint/2010/main" val="3514277932"/>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2" pos="7364">
          <p15:clr>
            <a:srgbClr val="FBAE40"/>
          </p15:clr>
        </p15:guide>
        <p15:guide id="3" pos="314">
          <p15:clr>
            <a:srgbClr val="FBAE40"/>
          </p15:clr>
        </p15:guide>
        <p15:guide id="4" orient="horz" pos="865">
          <p15:clr>
            <a:srgbClr val="FBAE40"/>
          </p15:clr>
        </p15:guide>
        <p15:guide id="5" orient="horz" pos="1294">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1_Divider Page with Image">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black">
          <a:xfrm>
            <a:off x="504000" y="1375046"/>
            <a:ext cx="11185200" cy="677108"/>
          </a:xfrm>
        </p:spPr>
        <p:txBody>
          <a:bodyPr anchor="t" anchorCtr="0">
            <a:noAutofit/>
          </a:bodyPr>
          <a:lstStyle>
            <a:lvl1pPr>
              <a:defRPr sz="4400" b="0" i="0">
                <a:solidFill>
                  <a:schemeClr val="tx1"/>
                </a:solidFill>
                <a:latin typeface="72 Brand Medium" panose="020B0504030603020204" pitchFamily="34" charset="0"/>
              </a:defRPr>
            </a:lvl1pPr>
          </a:lstStyle>
          <a:p>
            <a:r>
              <a:rPr lang="en-US"/>
              <a:t>Divider page</a:t>
            </a:r>
            <a:endParaRPr lang="de-DE"/>
          </a:p>
        </p:txBody>
      </p:sp>
    </p:spTree>
    <p:extLst>
      <p:ext uri="{BB962C8B-B14F-4D97-AF65-F5344CB8AC3E}">
        <p14:creationId xmlns:p14="http://schemas.microsoft.com/office/powerpoint/2010/main" val="3239458189"/>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2" pos="7364">
          <p15:clr>
            <a:srgbClr val="FBAE40"/>
          </p15:clr>
        </p15:guide>
        <p15:guide id="3" pos="314">
          <p15:clr>
            <a:srgbClr val="FBAE40"/>
          </p15:clr>
        </p15:guide>
        <p15:guide id="4" orient="horz" pos="865">
          <p15:clr>
            <a:srgbClr val="FBAE40"/>
          </p15:clr>
        </p15:guide>
        <p15:guide id="5" orient="horz" pos="1294">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p:cNvSpPr>
            <a:spLocks noGrp="1"/>
          </p:cNvSpPr>
          <p:nvPr>
            <p:ph type="title" hasCustomPrompt="1"/>
          </p:nvPr>
        </p:nvSpPr>
        <p:spPr/>
        <p:txBody>
          <a:bodyPr/>
          <a:lstStyle>
            <a:lvl1pPr>
              <a:defRPr b="0" i="0">
                <a:latin typeface="72 Brand Medium" panose="020B0504030603020204" pitchFamily="34" charset="0"/>
              </a:defRPr>
            </a:lvl1pPr>
          </a:lstStyle>
          <a:p>
            <a:r>
              <a:rPr lang="en-US" noProof="0"/>
              <a:t>Insert page title (sentence case)</a:t>
            </a:r>
            <a:endParaRPr lang="en-US"/>
          </a:p>
        </p:txBody>
      </p:sp>
    </p:spTree>
    <p:extLst>
      <p:ext uri="{BB962C8B-B14F-4D97-AF65-F5344CB8AC3E}">
        <p14:creationId xmlns:p14="http://schemas.microsoft.com/office/powerpoint/2010/main" val="1280456512"/>
      </p:ext>
    </p:extLst>
  </p:cSld>
  <p:clrMapOvr>
    <a:masterClrMapping/>
  </p:clrMapOvr>
  <p:extLst>
    <p:ext uri="{DCECCB84-F9BA-43D5-87BE-67443E8EF086}">
      <p15:sldGuideLst xmlns:p15="http://schemas.microsoft.com/office/powerpoint/2012/main">
        <p15:guide id="1" pos="314">
          <p15:clr>
            <a:srgbClr val="FBAE40"/>
          </p15:clr>
        </p15:guide>
        <p15:guide id="2" orient="horz" pos="317">
          <p15:clr>
            <a:srgbClr val="FBAE40"/>
          </p15:clr>
        </p15:guide>
        <p15:guide id="3" pos="7364">
          <p15:clr>
            <a:srgbClr val="FBAE40"/>
          </p15:clr>
        </p15:guide>
        <p15:guide id="4" orient="horz" pos="551">
          <p15:clr>
            <a:srgbClr val="FBAE40"/>
          </p15:clr>
        </p15:guide>
        <p15:guide id="5" orient="horz" pos="3992">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4" name="Text placeholder"/>
          <p:cNvSpPr>
            <a:spLocks noGrp="1"/>
          </p:cNvSpPr>
          <p:nvPr>
            <p:ph type="body" sz="quarter" idx="10" hasCustomPrompt="1"/>
          </p:nvPr>
        </p:nvSpPr>
        <p:spPr>
          <a:xfrm>
            <a:off x="504000" y="1548000"/>
            <a:ext cx="11186477" cy="4787900"/>
          </a:xfrm>
        </p:spPr>
        <p:txBody>
          <a:bodyPr/>
          <a:lstStyle>
            <a:lvl1pPr>
              <a:defRPr/>
            </a:lvl1pPr>
          </a:lstStyle>
          <a:p>
            <a:pPr lvl="0"/>
            <a:r>
              <a:rPr lang="en-GB"/>
              <a:t>Start typing to add text without a bullet point. To add a bullet point, place the cursor at the start of this line and press tab.</a:t>
            </a:r>
            <a:endParaRPr lang="en-US" noProof="0"/>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4001" y="504000"/>
            <a:ext cx="11186476" cy="369332"/>
          </a:xfrm>
        </p:spPr>
        <p:txBody>
          <a:bodyPr/>
          <a:lstStyle>
            <a:lvl1pPr>
              <a:defRPr b="0"/>
            </a:lvl1pPr>
          </a:lstStyle>
          <a:p>
            <a:r>
              <a:rPr lang="en-US" noProof="0"/>
              <a:t>Insert page title (sentence case)</a:t>
            </a:r>
            <a:endParaRPr lang="en-US"/>
          </a:p>
        </p:txBody>
      </p:sp>
    </p:spTree>
    <p:extLst>
      <p:ext uri="{BB962C8B-B14F-4D97-AF65-F5344CB8AC3E}">
        <p14:creationId xmlns:p14="http://schemas.microsoft.com/office/powerpoint/2010/main" val="620588463"/>
      </p:ext>
    </p:extLst>
  </p:cSld>
  <p:clrMapOvr>
    <a:masterClrMapping/>
  </p:clrMapOvr>
  <p:extLst>
    <p:ext uri="{DCECCB84-F9BA-43D5-87BE-67443E8EF086}">
      <p15:sldGuideLst xmlns:p15="http://schemas.microsoft.com/office/powerpoint/2012/main">
        <p15:guide id="1" pos="316">
          <p15:clr>
            <a:srgbClr val="FBAE40"/>
          </p15:clr>
        </p15:guide>
        <p15:guide id="2" orient="horz" pos="3997">
          <p15:clr>
            <a:srgbClr val="FBAE40"/>
          </p15:clr>
        </p15:guide>
        <p15:guide id="3" pos="7364">
          <p15:clr>
            <a:srgbClr val="FBAE40"/>
          </p15:clr>
        </p15:guide>
        <p15:guide id="4" orient="horz" pos="318">
          <p15:clr>
            <a:srgbClr val="FBAE40"/>
          </p15:clr>
        </p15:guide>
        <p15:guide id="5" orient="horz" pos="552">
          <p15:clr>
            <a:srgbClr val="FBAE40"/>
          </p15:clr>
        </p15:guide>
        <p15:guide id="6" orient="horz" pos="958">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5" name="Text placeholder - column 2"/>
          <p:cNvSpPr>
            <a:spLocks noGrp="1"/>
          </p:cNvSpPr>
          <p:nvPr>
            <p:ph type="body" sz="quarter" idx="11" hasCustomPrompt="1"/>
          </p:nvPr>
        </p:nvSpPr>
        <p:spPr>
          <a:xfrm>
            <a:off x="6362477" y="1548000"/>
            <a:ext cx="5328000" cy="47879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4" name="Text placeholder - column 1"/>
          <p:cNvSpPr>
            <a:spLocks noGrp="1"/>
          </p:cNvSpPr>
          <p:nvPr>
            <p:ph type="body" sz="quarter" idx="10" hasCustomPrompt="1"/>
          </p:nvPr>
        </p:nvSpPr>
        <p:spPr>
          <a:xfrm>
            <a:off x="504000" y="1548000"/>
            <a:ext cx="5328000" cy="47879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1994139804"/>
      </p:ext>
    </p:extLst>
  </p:cSld>
  <p:clrMapOvr>
    <a:masterClrMapping/>
  </p:clrMapOvr>
  <p:extLst>
    <p:ext uri="{DCECCB84-F9BA-43D5-87BE-67443E8EF086}">
      <p15:sldGuideLst xmlns:p15="http://schemas.microsoft.com/office/powerpoint/2012/main">
        <p15:guide id="1" pos="314">
          <p15:clr>
            <a:srgbClr val="FBAE40"/>
          </p15:clr>
        </p15:guide>
        <p15:guide id="2" orient="horz" pos="3997">
          <p15:clr>
            <a:srgbClr val="FBAE40"/>
          </p15:clr>
        </p15:guide>
        <p15:guide id="3" pos="7364">
          <p15:clr>
            <a:srgbClr val="FBAE40"/>
          </p15:clr>
        </p15:guide>
        <p15:guide id="4" pos="3674">
          <p15:clr>
            <a:srgbClr val="FBAE40"/>
          </p15:clr>
        </p15:guide>
        <p15:guide id="5" pos="4007">
          <p15:clr>
            <a:srgbClr val="FBAE40"/>
          </p15:clr>
        </p15:guide>
        <p15:guide id="6" orient="horz" pos="317">
          <p15:clr>
            <a:srgbClr val="FBAE40"/>
          </p15:clr>
        </p15:guide>
        <p15:guide id="7" orient="horz" pos="551">
          <p15:clr>
            <a:srgbClr val="FBAE40"/>
          </p15:clr>
        </p15:guide>
        <p15:guide id="8" orient="horz" pos="972">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8126477" y="1548000"/>
            <a:ext cx="3564000" cy="47879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6" name="Text Placeholder - column 2"/>
          <p:cNvSpPr>
            <a:spLocks noGrp="1"/>
          </p:cNvSpPr>
          <p:nvPr>
            <p:ph type="body" sz="quarter" idx="12" hasCustomPrompt="1"/>
          </p:nvPr>
        </p:nvSpPr>
        <p:spPr>
          <a:xfrm>
            <a:off x="4315238" y="1548000"/>
            <a:ext cx="3564000" cy="47879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4" name="Text Placeholder - column 1"/>
          <p:cNvSpPr>
            <a:spLocks noGrp="1"/>
          </p:cNvSpPr>
          <p:nvPr>
            <p:ph type="body" sz="quarter" idx="10" hasCustomPrompt="1"/>
          </p:nvPr>
        </p:nvSpPr>
        <p:spPr>
          <a:xfrm>
            <a:off x="504000" y="1548000"/>
            <a:ext cx="3564000" cy="47879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043233522"/>
      </p:ext>
    </p:extLst>
  </p:cSld>
  <p:clrMapOvr>
    <a:masterClrMapping/>
  </p:clrMapOvr>
  <p:extLst>
    <p:ext uri="{DCECCB84-F9BA-43D5-87BE-67443E8EF086}">
      <p15:sldGuideLst xmlns:p15="http://schemas.microsoft.com/office/powerpoint/2012/main">
        <p15:guide id="1" pos="314">
          <p15:clr>
            <a:srgbClr val="FBAE40"/>
          </p15:clr>
        </p15:guide>
        <p15:guide id="2" orient="horz" pos="317">
          <p15:clr>
            <a:srgbClr val="FBAE40"/>
          </p15:clr>
        </p15:guide>
        <p15:guide id="3" pos="2563">
          <p15:clr>
            <a:srgbClr val="FBAE40"/>
          </p15:clr>
        </p15:guide>
        <p15:guide id="4" pos="2717">
          <p15:clr>
            <a:srgbClr val="FBAE40"/>
          </p15:clr>
        </p15:guide>
        <p15:guide id="5" pos="4964">
          <p15:clr>
            <a:srgbClr val="FBAE40"/>
          </p15:clr>
        </p15:guide>
        <p15:guide id="6" pos="5119">
          <p15:clr>
            <a:srgbClr val="FBAE40"/>
          </p15:clr>
        </p15:guide>
        <p15:guide id="7" pos="7364">
          <p15:clr>
            <a:srgbClr val="FBAE40"/>
          </p15:clr>
        </p15:guide>
        <p15:guide id="8" orient="horz" pos="551">
          <p15:clr>
            <a:srgbClr val="FBAE40"/>
          </p15:clr>
        </p15:guide>
        <p15:guide id="9" orient="horz" pos="974">
          <p15:clr>
            <a:srgbClr val="FBAE40"/>
          </p15:clr>
        </p15:guide>
        <p15:guide id="10" orient="horz" pos="3997">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2 Columns - Text and Images">
    <p:spTree>
      <p:nvGrpSpPr>
        <p:cNvPr id="1" name=""/>
        <p:cNvGrpSpPr/>
        <p:nvPr/>
      </p:nvGrpSpPr>
      <p:grpSpPr>
        <a:xfrm>
          <a:off x="0" y="0"/>
          <a:ext cx="0" cy="0"/>
          <a:chOff x="0" y="0"/>
          <a:chExt cx="0" cy="0"/>
        </a:xfrm>
      </p:grpSpPr>
      <p:sp>
        <p:nvSpPr>
          <p:cNvPr id="17" name="Text placeholder 2"/>
          <p:cNvSpPr>
            <a:spLocks noGrp="1"/>
          </p:cNvSpPr>
          <p:nvPr>
            <p:ph type="body" sz="quarter" idx="13" hasCustomPrompt="1"/>
          </p:nvPr>
        </p:nvSpPr>
        <p:spPr>
          <a:xfrm>
            <a:off x="6362477" y="4770000"/>
            <a:ext cx="5328000" cy="1575238"/>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2"/>
          <p:cNvSpPr>
            <a:spLocks noGrp="1"/>
          </p:cNvSpPr>
          <p:nvPr>
            <p:ph type="pic" sz="quarter" idx="14" hasCustomPrompt="1"/>
          </p:nvPr>
        </p:nvSpPr>
        <p:spPr bwMode="gray">
          <a:xfrm>
            <a:off x="6362477" y="1548000"/>
            <a:ext cx="5328000" cy="279259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3" name="Text placeholder 1"/>
          <p:cNvSpPr>
            <a:spLocks noGrp="1"/>
          </p:cNvSpPr>
          <p:nvPr>
            <p:ph type="body" sz="quarter" idx="10" hasCustomPrompt="1"/>
          </p:nvPr>
        </p:nvSpPr>
        <p:spPr>
          <a:xfrm>
            <a:off x="504000" y="4770000"/>
            <a:ext cx="5328000" cy="1575238"/>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1"/>
          <p:cNvSpPr>
            <a:spLocks noGrp="1"/>
          </p:cNvSpPr>
          <p:nvPr>
            <p:ph type="pic" sz="quarter" idx="12" hasCustomPrompt="1"/>
          </p:nvPr>
        </p:nvSpPr>
        <p:spPr bwMode="gray">
          <a:xfrm>
            <a:off x="504000" y="1548000"/>
            <a:ext cx="5328000" cy="279259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4047038888"/>
      </p:ext>
    </p:extLst>
  </p:cSld>
  <p:clrMapOvr>
    <a:masterClrMapping/>
  </p:clrMapOvr>
  <p:extLst>
    <p:ext uri="{DCECCB84-F9BA-43D5-87BE-67443E8EF086}">
      <p15:sldGuideLst xmlns:p15="http://schemas.microsoft.com/office/powerpoint/2012/main">
        <p15:guide id="1" pos="314">
          <p15:clr>
            <a:srgbClr val="FBAE40"/>
          </p15:clr>
        </p15:guide>
        <p15:guide id="2" orient="horz" pos="317">
          <p15:clr>
            <a:srgbClr val="FBAE40"/>
          </p15:clr>
        </p15:guide>
        <p15:guide id="3" orient="horz" pos="551">
          <p15:clr>
            <a:srgbClr val="FBAE40"/>
          </p15:clr>
        </p15:guide>
        <p15:guide id="4" orient="horz" pos="974">
          <p15:clr>
            <a:srgbClr val="FBAE40"/>
          </p15:clr>
        </p15:guide>
        <p15:guide id="5" orient="horz" pos="2750">
          <p15:clr>
            <a:srgbClr val="FBAE40"/>
          </p15:clr>
        </p15:guide>
        <p15:guide id="6" orient="horz" pos="3004">
          <p15:clr>
            <a:srgbClr val="FBAE40"/>
          </p15:clr>
        </p15:guide>
        <p15:guide id="7" orient="horz" pos="3997">
          <p15:clr>
            <a:srgbClr val="FBAE40"/>
          </p15:clr>
        </p15:guide>
        <p15:guide id="8" pos="3682">
          <p15:clr>
            <a:srgbClr val="FBAE40"/>
          </p15:clr>
        </p15:guide>
        <p15:guide id="9" pos="4000">
          <p15:clr>
            <a:srgbClr val="FBAE40"/>
          </p15:clr>
        </p15:guide>
        <p15:guide id="10" pos="7364">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 Columns - Text and Images">
    <p:spTree>
      <p:nvGrpSpPr>
        <p:cNvPr id="1" name=""/>
        <p:cNvGrpSpPr/>
        <p:nvPr/>
      </p:nvGrpSpPr>
      <p:grpSpPr>
        <a:xfrm>
          <a:off x="0" y="0"/>
          <a:ext cx="0" cy="0"/>
          <a:chOff x="0" y="0"/>
          <a:chExt cx="0" cy="0"/>
        </a:xfrm>
      </p:grpSpPr>
      <p:sp>
        <p:nvSpPr>
          <p:cNvPr id="17" name="Text placeholder 3"/>
          <p:cNvSpPr>
            <a:spLocks noGrp="1"/>
          </p:cNvSpPr>
          <p:nvPr>
            <p:ph type="body" sz="quarter" idx="13" hasCustomPrompt="1"/>
          </p:nvPr>
        </p:nvSpPr>
        <p:spPr>
          <a:xfrm>
            <a:off x="8299277" y="4354921"/>
            <a:ext cx="3391200" cy="1981079"/>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3"/>
          <p:cNvSpPr>
            <a:spLocks noGrp="1"/>
          </p:cNvSpPr>
          <p:nvPr>
            <p:ph type="pic" sz="quarter" idx="14" hasCustomPrompt="1"/>
          </p:nvPr>
        </p:nvSpPr>
        <p:spPr bwMode="gray">
          <a:xfrm>
            <a:off x="8299277" y="1548000"/>
            <a:ext cx="3391200" cy="2294662"/>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9" name="Text placeholder 2"/>
          <p:cNvSpPr>
            <a:spLocks noGrp="1"/>
          </p:cNvSpPr>
          <p:nvPr>
            <p:ph type="body" sz="quarter" idx="15" hasCustomPrompt="1"/>
          </p:nvPr>
        </p:nvSpPr>
        <p:spPr>
          <a:xfrm>
            <a:off x="4401639" y="4354921"/>
            <a:ext cx="3391200" cy="1981079"/>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0" name="Picture placeholder 2"/>
          <p:cNvSpPr>
            <a:spLocks noGrp="1"/>
          </p:cNvSpPr>
          <p:nvPr>
            <p:ph type="pic" sz="quarter" idx="16" hasCustomPrompt="1"/>
          </p:nvPr>
        </p:nvSpPr>
        <p:spPr bwMode="gray">
          <a:xfrm>
            <a:off x="4401639" y="1548000"/>
            <a:ext cx="3391200" cy="2294662"/>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3" name="Text placeholder 1"/>
          <p:cNvSpPr>
            <a:spLocks noGrp="1"/>
          </p:cNvSpPr>
          <p:nvPr>
            <p:ph type="body" sz="quarter" idx="10" hasCustomPrompt="1"/>
          </p:nvPr>
        </p:nvSpPr>
        <p:spPr>
          <a:xfrm>
            <a:off x="504000" y="4354921"/>
            <a:ext cx="3391200" cy="1981079"/>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1"/>
          <p:cNvSpPr>
            <a:spLocks noGrp="1"/>
          </p:cNvSpPr>
          <p:nvPr>
            <p:ph type="pic" sz="quarter" idx="12" hasCustomPrompt="1"/>
          </p:nvPr>
        </p:nvSpPr>
        <p:spPr bwMode="gray">
          <a:xfrm>
            <a:off x="504000" y="1548000"/>
            <a:ext cx="3391200" cy="2294662"/>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213371977"/>
      </p:ext>
    </p:extLst>
  </p:cSld>
  <p:clrMapOvr>
    <a:masterClrMapping/>
  </p:clrMapOvr>
  <p:extLst>
    <p:ext uri="{DCECCB84-F9BA-43D5-87BE-67443E8EF086}">
      <p15:sldGuideLst xmlns:p15="http://schemas.microsoft.com/office/powerpoint/2012/main">
        <p15:guide id="1" pos="314">
          <p15:clr>
            <a:srgbClr val="FBAE40"/>
          </p15:clr>
        </p15:guide>
        <p15:guide id="2" orient="horz" pos="317">
          <p15:clr>
            <a:srgbClr val="FBAE40"/>
          </p15:clr>
        </p15:guide>
        <p15:guide id="3" pos="2455">
          <p15:clr>
            <a:srgbClr val="FBAE40"/>
          </p15:clr>
        </p15:guide>
        <p15:guide id="4" pos="2773">
          <p15:clr>
            <a:srgbClr val="FBAE40"/>
          </p15:clr>
        </p15:guide>
        <p15:guide id="5" pos="4910">
          <p15:clr>
            <a:srgbClr val="FBAE40"/>
          </p15:clr>
        </p15:guide>
        <p15:guide id="6" pos="5227">
          <p15:clr>
            <a:srgbClr val="FBAE40"/>
          </p15:clr>
        </p15:guide>
        <p15:guide id="7" pos="7364">
          <p15:clr>
            <a:srgbClr val="FBAE40"/>
          </p15:clr>
        </p15:guide>
        <p15:guide id="8" orient="horz" pos="551">
          <p15:clr>
            <a:srgbClr val="FBAE40"/>
          </p15:clr>
        </p15:guide>
        <p15:guide id="9" orient="horz" pos="970">
          <p15:clr>
            <a:srgbClr val="FBAE40"/>
          </p15:clr>
        </p15:guide>
        <p15:guide id="10" orient="horz" pos="2428">
          <p15:clr>
            <a:srgbClr val="FBAE40"/>
          </p15:clr>
        </p15:guide>
        <p15:guide id="11" orient="horz" pos="2743">
          <p15:clr>
            <a:srgbClr val="FBAE40"/>
          </p15:clr>
        </p15:guide>
        <p15:guide id="12" orient="horz" pos="3997">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4 Columns - Text and Images">
    <p:spTree>
      <p:nvGrpSpPr>
        <p:cNvPr id="1" name=""/>
        <p:cNvGrpSpPr/>
        <p:nvPr/>
      </p:nvGrpSpPr>
      <p:grpSpPr>
        <a:xfrm>
          <a:off x="0" y="0"/>
          <a:ext cx="0" cy="0"/>
          <a:chOff x="0" y="0"/>
          <a:chExt cx="0" cy="0"/>
        </a:xfrm>
      </p:grpSpPr>
      <p:sp>
        <p:nvSpPr>
          <p:cNvPr id="17" name="Text placeholder - column 2"/>
          <p:cNvSpPr>
            <a:spLocks noGrp="1"/>
          </p:cNvSpPr>
          <p:nvPr>
            <p:ph type="body" sz="quarter" idx="13" hasCustomPrompt="1"/>
          </p:nvPr>
        </p:nvSpPr>
        <p:spPr>
          <a:xfrm>
            <a:off x="9274877" y="3877200"/>
            <a:ext cx="2415600" cy="2457780"/>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4"/>
          <p:cNvSpPr>
            <a:spLocks noGrp="1"/>
          </p:cNvSpPr>
          <p:nvPr>
            <p:ph type="pic" sz="quarter" idx="14" hasCustomPrompt="1"/>
          </p:nvPr>
        </p:nvSpPr>
        <p:spPr bwMode="gray">
          <a:xfrm>
            <a:off x="9274877" y="1548000"/>
            <a:ext cx="2415600"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13" name="Text placeholder - column 2"/>
          <p:cNvSpPr>
            <a:spLocks noGrp="1"/>
          </p:cNvSpPr>
          <p:nvPr>
            <p:ph type="body" sz="quarter" idx="17" hasCustomPrompt="1"/>
          </p:nvPr>
        </p:nvSpPr>
        <p:spPr>
          <a:xfrm>
            <a:off x="6351252" y="3877200"/>
            <a:ext cx="2415600" cy="2457780"/>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4" name="Picture Placeholder 4"/>
          <p:cNvSpPr>
            <a:spLocks noGrp="1"/>
          </p:cNvSpPr>
          <p:nvPr>
            <p:ph type="pic" sz="quarter" idx="18" hasCustomPrompt="1"/>
          </p:nvPr>
        </p:nvSpPr>
        <p:spPr bwMode="gray">
          <a:xfrm>
            <a:off x="6351252" y="1548000"/>
            <a:ext cx="2415600"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9" name="Text placeholder - column 2"/>
          <p:cNvSpPr>
            <a:spLocks noGrp="1"/>
          </p:cNvSpPr>
          <p:nvPr>
            <p:ph type="body" sz="quarter" idx="15" hasCustomPrompt="1"/>
          </p:nvPr>
        </p:nvSpPr>
        <p:spPr>
          <a:xfrm>
            <a:off x="3427626" y="3877200"/>
            <a:ext cx="2415600" cy="2457780"/>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0" name="Picture Placeholder 4"/>
          <p:cNvSpPr>
            <a:spLocks noGrp="1"/>
          </p:cNvSpPr>
          <p:nvPr>
            <p:ph type="pic" sz="quarter" idx="16" hasCustomPrompt="1"/>
          </p:nvPr>
        </p:nvSpPr>
        <p:spPr bwMode="gray">
          <a:xfrm>
            <a:off x="3427626" y="1548000"/>
            <a:ext cx="2415600"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3" name="Text placeholder - column 2"/>
          <p:cNvSpPr>
            <a:spLocks noGrp="1"/>
          </p:cNvSpPr>
          <p:nvPr>
            <p:ph type="body" sz="quarter" idx="10" hasCustomPrompt="1"/>
          </p:nvPr>
        </p:nvSpPr>
        <p:spPr>
          <a:xfrm>
            <a:off x="504000" y="3877200"/>
            <a:ext cx="2415600" cy="2457780"/>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4"/>
          <p:cNvSpPr>
            <a:spLocks noGrp="1"/>
          </p:cNvSpPr>
          <p:nvPr>
            <p:ph type="pic" sz="quarter" idx="12" hasCustomPrompt="1"/>
          </p:nvPr>
        </p:nvSpPr>
        <p:spPr bwMode="gray">
          <a:xfrm>
            <a:off x="504000" y="1548000"/>
            <a:ext cx="2415600"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1702836488"/>
      </p:ext>
    </p:extLst>
  </p:cSld>
  <p:clrMapOvr>
    <a:masterClrMapping/>
  </p:clrMapOvr>
  <p:extLst>
    <p:ext uri="{DCECCB84-F9BA-43D5-87BE-67443E8EF086}">
      <p15:sldGuideLst xmlns:p15="http://schemas.microsoft.com/office/powerpoint/2012/main">
        <p15:guide id="1" pos="314">
          <p15:clr>
            <a:srgbClr val="FBAE40"/>
          </p15:clr>
        </p15:guide>
        <p15:guide id="2" orient="horz" pos="317">
          <p15:clr>
            <a:srgbClr val="FBAE40"/>
          </p15:clr>
        </p15:guide>
        <p15:guide id="3" orient="horz" pos="551">
          <p15:clr>
            <a:srgbClr val="FBAE40"/>
          </p15:clr>
        </p15:guide>
        <p15:guide id="4" orient="horz" pos="974">
          <p15:clr>
            <a:srgbClr val="FBAE40"/>
          </p15:clr>
        </p15:guide>
        <p15:guide id="5" orient="horz" pos="2160">
          <p15:clr>
            <a:srgbClr val="FBAE40"/>
          </p15:clr>
        </p15:guide>
        <p15:guide id="6" orient="horz" pos="2442">
          <p15:clr>
            <a:srgbClr val="FBAE40"/>
          </p15:clr>
        </p15:guide>
        <p15:guide id="7" orient="horz" pos="3990">
          <p15:clr>
            <a:srgbClr val="FBAE40"/>
          </p15:clr>
        </p15:guide>
        <p15:guide id="8" pos="1840">
          <p15:clr>
            <a:srgbClr val="FBAE40"/>
          </p15:clr>
        </p15:guide>
        <p15:guide id="9" pos="2159">
          <p15:clr>
            <a:srgbClr val="FBAE40"/>
          </p15:clr>
        </p15:guide>
        <p15:guide id="10" pos="3683">
          <p15:clr>
            <a:srgbClr val="FBAE40"/>
          </p15:clr>
        </p15:guide>
        <p15:guide id="11" pos="4000">
          <p15:clr>
            <a:srgbClr val="FBAE40"/>
          </p15:clr>
        </p15:guide>
        <p15:guide id="12" pos="5525">
          <p15:clr>
            <a:srgbClr val="FBAE40"/>
          </p15:clr>
        </p15:guide>
        <p15:guide id="13" pos="5842">
          <p15:clr>
            <a:srgbClr val="FBAE40"/>
          </p15:clr>
        </p15:guide>
        <p15:guide id="14" pos="7364">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5" name="Quote placeholder"/>
          <p:cNvSpPr>
            <a:spLocks noGrp="1"/>
          </p:cNvSpPr>
          <p:nvPr>
            <p:ph type="body" sz="quarter" idx="10" hasCustomPrompt="1"/>
          </p:nvPr>
        </p:nvSpPr>
        <p:spPr>
          <a:xfrm>
            <a:off x="504000" y="1800000"/>
            <a:ext cx="11185200" cy="3285032"/>
          </a:xfrm>
        </p:spPr>
        <p:txBody>
          <a:bodyPr/>
          <a:lstStyle>
            <a:lvl1pPr marL="395921" indent="-395921">
              <a:lnSpc>
                <a:spcPct val="90000"/>
              </a:lnSpc>
              <a:spcBef>
                <a:spcPts val="600"/>
              </a:spcBef>
              <a:defRPr sz="5999" b="0" i="0">
                <a:latin typeface="72 Brand Medium" panose="020B0504030603020204" pitchFamily="34" charset="0"/>
              </a:defRPr>
            </a:lvl1pPr>
            <a:lvl2pPr marL="395921" indent="0">
              <a:buNone/>
              <a:defRPr sz="1600"/>
            </a:lvl2pPr>
          </a:lstStyle>
          <a:p>
            <a:pPr lvl="0"/>
            <a:r>
              <a:rPr lang="en-US" noProof="0"/>
              <a:t>“Quote goes here </a:t>
            </a:r>
            <a:br>
              <a:rPr lang="en-US" noProof="0"/>
            </a:br>
            <a:r>
              <a:rPr lang="en-US" noProof="0"/>
              <a:t>and here.”</a:t>
            </a:r>
          </a:p>
          <a:p>
            <a:pPr lvl="1"/>
            <a:r>
              <a:rPr lang="en-US" noProof="0"/>
              <a:t>Source</a:t>
            </a:r>
          </a:p>
        </p:txBody>
      </p:sp>
    </p:spTree>
    <p:extLst>
      <p:ext uri="{BB962C8B-B14F-4D97-AF65-F5344CB8AC3E}">
        <p14:creationId xmlns:p14="http://schemas.microsoft.com/office/powerpoint/2010/main" val="1481013123"/>
      </p:ext>
    </p:extLst>
  </p:cSld>
  <p:clrMapOvr>
    <a:masterClrMapping/>
  </p:clrMapOvr>
  <p:extLst>
    <p:ext uri="{DCECCB84-F9BA-43D5-87BE-67443E8EF086}">
      <p15:sldGuideLst xmlns:p15="http://schemas.microsoft.com/office/powerpoint/2012/main">
        <p15:guide id="1" pos="314">
          <p15:clr>
            <a:srgbClr val="FBAE40"/>
          </p15:clr>
        </p15:guide>
        <p15:guide id="4" orient="horz" pos="1132">
          <p15:clr>
            <a:srgbClr val="FBAE40"/>
          </p15:clr>
        </p15:guide>
        <p15:guide id="5" orient="horz" pos="3204">
          <p15:clr>
            <a:srgbClr val="FBAE40"/>
          </p15:clr>
        </p15:guide>
        <p15:guide id="6" pos="7363">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and Text with Image 1/3">
    <p:spTree>
      <p:nvGrpSpPr>
        <p:cNvPr id="1" name=""/>
        <p:cNvGrpSpPr/>
        <p:nvPr/>
      </p:nvGrpSpPr>
      <p:grpSpPr>
        <a:xfrm>
          <a:off x="0" y="0"/>
          <a:ext cx="0" cy="0"/>
          <a:chOff x="0" y="0"/>
          <a:chExt cx="0" cy="0"/>
        </a:xfrm>
      </p:grpSpPr>
      <p:sp>
        <p:nvSpPr>
          <p:cNvPr id="5" name="Picture Placeholder 1/3 right"/>
          <p:cNvSpPr>
            <a:spLocks noGrp="1"/>
          </p:cNvSpPr>
          <p:nvPr>
            <p:ph type="pic" sz="quarter" idx="10" hasCustomPrompt="1"/>
          </p:nvPr>
        </p:nvSpPr>
        <p:spPr bwMode="gray">
          <a:xfrm>
            <a:off x="8127175" y="0"/>
            <a:ext cx="4068000" cy="6858000"/>
          </a:xfrm>
          <a:no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a:t>
            </a:r>
            <a:endParaRPr lang="de-DE"/>
          </a:p>
        </p:txBody>
      </p:sp>
      <p:sp>
        <p:nvSpPr>
          <p:cNvPr id="7" name="Text Placeholder"/>
          <p:cNvSpPr>
            <a:spLocks noGrp="1"/>
          </p:cNvSpPr>
          <p:nvPr>
            <p:ph type="body" sz="quarter" idx="11" hasCustomPrompt="1"/>
          </p:nvPr>
        </p:nvSpPr>
        <p:spPr bwMode="black">
          <a:xfrm>
            <a:off x="503999" y="1548000"/>
            <a:ext cx="7092000" cy="4788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endParaRPr lang="de-DE"/>
          </a:p>
        </p:txBody>
      </p:sp>
      <p:sp>
        <p:nvSpPr>
          <p:cNvPr id="3" name="Title"/>
          <p:cNvSpPr>
            <a:spLocks noGrp="1"/>
          </p:cNvSpPr>
          <p:nvPr>
            <p:ph type="title" hasCustomPrompt="1"/>
          </p:nvPr>
        </p:nvSpPr>
        <p:spPr>
          <a:xfrm>
            <a:off x="504001" y="504000"/>
            <a:ext cx="7092000"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705463029"/>
      </p:ext>
    </p:extLst>
  </p:cSld>
  <p:clrMapOvr>
    <a:masterClrMapping/>
  </p:clrMapOvr>
  <p:extLst>
    <p:ext uri="{DCECCB84-F9BA-43D5-87BE-67443E8EF086}">
      <p15:sldGuideLst xmlns:p15="http://schemas.microsoft.com/office/powerpoint/2012/main">
        <p15:guide id="1" pos="314">
          <p15:clr>
            <a:srgbClr val="FBAE40"/>
          </p15:clr>
        </p15:guide>
        <p15:guide id="2" orient="horz" pos="3991">
          <p15:clr>
            <a:srgbClr val="FBAE40"/>
          </p15:clr>
        </p15:guide>
        <p15:guide id="3" pos="4786">
          <p15:clr>
            <a:srgbClr val="FBAE40"/>
          </p15:clr>
        </p15:guide>
        <p15:guide id="4" pos="5111">
          <p15:clr>
            <a:srgbClr val="FBAE40"/>
          </p15:clr>
        </p15:guide>
        <p15:guide id="5" orient="horz" pos="317">
          <p15:clr>
            <a:srgbClr val="FBAE40"/>
          </p15:clr>
        </p15:guide>
        <p15:guide id="6" orient="horz" pos="551">
          <p15:clr>
            <a:srgbClr val="FBAE40"/>
          </p15:clr>
        </p15:guide>
        <p15:guide id="7" orient="horz" pos="972">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Full Bleed Image ">
    <p:spTree>
      <p:nvGrpSpPr>
        <p:cNvPr id="1" name=""/>
        <p:cNvGrpSpPr/>
        <p:nvPr/>
      </p:nvGrpSpPr>
      <p:grpSpPr>
        <a:xfrm>
          <a:off x="0" y="0"/>
          <a:ext cx="0" cy="0"/>
          <a:chOff x="0" y="0"/>
          <a:chExt cx="0" cy="0"/>
        </a:xfrm>
      </p:grpSpPr>
      <p:sp>
        <p:nvSpPr>
          <p:cNvPr id="5" name="Picture Placeholder"/>
          <p:cNvSpPr>
            <a:spLocks noGrp="1"/>
          </p:cNvSpPr>
          <p:nvPr>
            <p:ph type="pic" sz="quarter" idx="10" hasCustomPrompt="1"/>
          </p:nvPr>
        </p:nvSpPr>
        <p:spPr bwMode="gray">
          <a:xfrm>
            <a:off x="1" y="0"/>
            <a:ext cx="12195175" cy="6858000"/>
          </a:xfrm>
          <a:no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a:t>
            </a:r>
            <a:endParaRPr lang="de-DE"/>
          </a:p>
        </p:txBody>
      </p:sp>
    </p:spTree>
    <p:extLst>
      <p:ext uri="{BB962C8B-B14F-4D97-AF65-F5344CB8AC3E}">
        <p14:creationId xmlns:p14="http://schemas.microsoft.com/office/powerpoint/2010/main" val="319375499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ext and Screenshot">
    <p:spTree>
      <p:nvGrpSpPr>
        <p:cNvPr id="1" name=""/>
        <p:cNvGrpSpPr/>
        <p:nvPr/>
      </p:nvGrpSpPr>
      <p:grpSpPr>
        <a:xfrm>
          <a:off x="0" y="0"/>
          <a:ext cx="0" cy="0"/>
          <a:chOff x="0" y="0"/>
          <a:chExt cx="0" cy="0"/>
        </a:xfrm>
      </p:grpSpPr>
      <p:sp>
        <p:nvSpPr>
          <p:cNvPr id="5" name="Picture Placeholder"/>
          <p:cNvSpPr>
            <a:spLocks noGrp="1"/>
          </p:cNvSpPr>
          <p:nvPr>
            <p:ph type="pic" sz="quarter" idx="13" hasCustomPrompt="1"/>
          </p:nvPr>
        </p:nvSpPr>
        <p:spPr bwMode="gray">
          <a:xfrm>
            <a:off x="6362477" y="1557338"/>
            <a:ext cx="5328000" cy="4788000"/>
          </a:xfrm>
          <a:noFill/>
        </p:spPr>
        <p:txBody>
          <a:bodyPr vert="horz" lIns="0" tIns="1512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screenshot</a:t>
            </a:r>
            <a:endParaRPr lang="de-DE"/>
          </a:p>
        </p:txBody>
      </p:sp>
      <p:sp>
        <p:nvSpPr>
          <p:cNvPr id="4" name="Text Placeholder"/>
          <p:cNvSpPr>
            <a:spLocks noGrp="1"/>
          </p:cNvSpPr>
          <p:nvPr>
            <p:ph type="body" sz="quarter" idx="10" hasCustomPrompt="1"/>
          </p:nvPr>
        </p:nvSpPr>
        <p:spPr>
          <a:xfrm>
            <a:off x="504000" y="1548000"/>
            <a:ext cx="5328000" cy="4788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671536189"/>
      </p:ext>
    </p:extLst>
  </p:cSld>
  <p:clrMapOvr>
    <a:masterClrMapping/>
  </p:clrMapOvr>
  <p:extLst>
    <p:ext uri="{DCECCB84-F9BA-43D5-87BE-67443E8EF086}">
      <p15:sldGuideLst xmlns:p15="http://schemas.microsoft.com/office/powerpoint/2012/main">
        <p15:guide id="1" pos="314">
          <p15:clr>
            <a:srgbClr val="FBAE40"/>
          </p15:clr>
        </p15:guide>
        <p15:guide id="2" orient="horz" pos="972">
          <p15:clr>
            <a:srgbClr val="FBAE40"/>
          </p15:clr>
        </p15:guide>
        <p15:guide id="3" pos="3674">
          <p15:clr>
            <a:srgbClr val="FBAE40"/>
          </p15:clr>
        </p15:guide>
        <p15:guide id="4" pos="4008">
          <p15:clr>
            <a:srgbClr val="FBAE40"/>
          </p15:clr>
        </p15:guide>
        <p15:guide id="5" pos="7364">
          <p15:clr>
            <a:srgbClr val="FBAE40"/>
          </p15:clr>
        </p15:guide>
        <p15:guide id="6" orient="horz" pos="317">
          <p15:clr>
            <a:srgbClr val="FBAE40"/>
          </p15:clr>
        </p15:guide>
        <p15:guide id="7" orient="horz" pos="551">
          <p15:clr>
            <a:srgbClr val="FBAE40"/>
          </p15:clr>
        </p15:guide>
        <p15:guide id="8" orient="horz" pos="3991">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p:cNvSpPr>
            <a:spLocks noGrp="1"/>
          </p:cNvSpPr>
          <p:nvPr>
            <p:ph idx="1" hasCustomPrompt="1"/>
          </p:nvPr>
        </p:nvSpPr>
        <p:spPr bwMode="gray">
          <a:xfrm>
            <a:off x="504000" y="1548000"/>
            <a:ext cx="11185200" cy="4788000"/>
          </a:xfrm>
          <a:noFill/>
        </p:spPr>
        <p:txBody>
          <a:bodyPr tIns="1368000"/>
          <a:lstStyle>
            <a:lvl1pPr algn="ctr">
              <a:defRPr sz="1400" b="0"/>
            </a:lvl1pPr>
          </a:lstStyle>
          <a:p>
            <a:pPr lvl="0"/>
            <a:r>
              <a:rPr lang="en-US"/>
              <a:t>Click to add content</a:t>
            </a:r>
          </a:p>
        </p:txBody>
      </p:sp>
      <p:sp>
        <p:nvSpPr>
          <p:cNvPr id="2" name="Title"/>
          <p:cNvSpPr>
            <a:spLocks noGrp="1"/>
          </p:cNvSpPr>
          <p:nvPr>
            <p:ph type="title" hasCustomPrompt="1"/>
          </p:nvPr>
        </p:nvSpPr>
        <p:spPr/>
        <p:txBody>
          <a:bodyPr/>
          <a:lstStyle/>
          <a:p>
            <a:r>
              <a:rPr lang="en-US" noProof="0"/>
              <a:t>Insert page title (sentence case)</a:t>
            </a:r>
            <a:endParaRPr lang="en-US"/>
          </a:p>
        </p:txBody>
      </p:sp>
    </p:spTree>
    <p:extLst>
      <p:ext uri="{BB962C8B-B14F-4D97-AF65-F5344CB8AC3E}">
        <p14:creationId xmlns:p14="http://schemas.microsoft.com/office/powerpoint/2010/main" val="89899654"/>
      </p:ext>
    </p:extLst>
  </p:cSld>
  <p:clrMapOvr>
    <a:masterClrMapping/>
  </p:clrMapOvr>
  <p:extLst>
    <p:ext uri="{DCECCB84-F9BA-43D5-87BE-67443E8EF086}">
      <p15:sldGuideLst xmlns:p15="http://schemas.microsoft.com/office/powerpoint/2012/main">
        <p15:guide id="1" pos="314">
          <p15:clr>
            <a:srgbClr val="FBAE40"/>
          </p15:clr>
        </p15:guide>
        <p15:guide id="2" orient="horz" pos="317">
          <p15:clr>
            <a:srgbClr val="FBAE40"/>
          </p15:clr>
        </p15:guide>
        <p15:guide id="3" orient="horz" pos="551">
          <p15:clr>
            <a:srgbClr val="FBAE40"/>
          </p15:clr>
        </p15:guide>
        <p15:guide id="4" orient="horz" pos="972">
          <p15:clr>
            <a:srgbClr val="FBAE40"/>
          </p15:clr>
        </p15:guide>
        <p15:guide id="5" orient="horz" pos="3991">
          <p15:clr>
            <a:srgbClr val="FBAE40"/>
          </p15:clr>
        </p15:guide>
        <p15:guide id="6" pos="7364">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3703498"/>
      </p:ext>
    </p:extLst>
  </p:cSld>
  <p:clrMapOvr>
    <a:masterClrMapping/>
  </p:clrMapOvr>
  <p:extLst>
    <p:ext uri="{DCECCB84-F9BA-43D5-87BE-67443E8EF086}">
      <p15:sldGuideLst xmlns:p15="http://schemas.microsoft.com/office/powerpoint/2012/main">
        <p15:guide id="1" orient="horz" pos="2160">
          <p15:clr>
            <a:srgbClr val="FBAE40"/>
          </p15:clr>
        </p15:guide>
        <p15:guide id="2" pos="3841">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Thank You, Contact and Copyright">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33C5639-DDA2-864A-9DC3-7FC80AC852D5}"/>
              </a:ext>
            </a:extLst>
          </p:cNvPr>
          <p:cNvSpPr txBox="1"/>
          <p:nvPr userDrawn="1"/>
        </p:nvSpPr>
        <p:spPr>
          <a:xfrm>
            <a:off x="503238" y="2905125"/>
            <a:ext cx="1837041" cy="246221"/>
          </a:xfrm>
          <a:prstGeom prst="rect">
            <a:avLst/>
          </a:prstGeom>
          <a:noFill/>
        </p:spPr>
        <p:txBody>
          <a:bodyPr wrap="none" lIns="0" tIns="0" rIns="0" bIns="0" rtlCol="0">
            <a:spAutoFit/>
          </a:bodyPr>
          <a:lstStyle/>
          <a:p>
            <a:pPr marL="0" marR="0" lvl="0" indent="0" algn="l" defTabSz="1088776" rtl="0" eaLnBrk="1" fontAlgn="base" latinLnBrk="0" hangingPunct="1">
              <a:lnSpc>
                <a:spcPct val="100000"/>
              </a:lnSpc>
              <a:spcBef>
                <a:spcPct val="50000"/>
              </a:spcBef>
              <a:spcAft>
                <a:spcPct val="0"/>
              </a:spcAft>
              <a:buClr>
                <a:srgbClr val="F0AB00"/>
              </a:buClr>
              <a:buSzPct val="80000"/>
              <a:buFontTx/>
              <a:buNone/>
              <a:tabLst/>
              <a:defRPr/>
            </a:pPr>
            <a:r>
              <a:rPr lang="en-US" sz="1600" b="0" i="0">
                <a:latin typeface="+mn-lt"/>
              </a:rPr>
              <a:t>Contact information:</a:t>
            </a:r>
          </a:p>
        </p:txBody>
      </p:sp>
      <p:sp>
        <p:nvSpPr>
          <p:cNvPr id="9" name="Copyright - Dynamic" descr="{&quot;templafy&quot;:{&quot;id&quot;:&quot;17f3daee-1ddc-4950-b922-e9604d0b7e44&quot;}}">
            <a:extLst>
              <a:ext uri="{FF2B5EF4-FFF2-40B4-BE49-F238E27FC236}">
                <a16:creationId xmlns:a16="http://schemas.microsoft.com/office/drawing/2014/main" id="{EDAF1AF5-D568-20CC-6052-F655D86F5486}"/>
              </a:ext>
            </a:extLst>
          </p:cNvPr>
          <p:cNvSpPr txBox="1">
            <a:spLocks/>
          </p:cNvSpPr>
          <p:nvPr userDrawn="1"/>
        </p:nvSpPr>
        <p:spPr>
          <a:xfrm>
            <a:off x="504001" y="6536751"/>
            <a:ext cx="10155600" cy="138498"/>
          </a:xfrm>
          <a:prstGeom prst="rect">
            <a:avLst/>
          </a:prstGeom>
        </p:spPr>
        <p:txBody>
          <a:bodyPr lIns="0" tIns="0" rIns="0" bIns="0" anchor="ctr" anchorCtr="0">
            <a:noAutofit/>
          </a:bodyPr>
          <a:lstStyle>
            <a:lvl1pPr marL="0" indent="0" algn="l" defTabSz="1088558" rtl="0" eaLnBrk="1" latinLnBrk="0" hangingPunct="1">
              <a:spcBef>
                <a:spcPts val="1800"/>
              </a:spcBef>
              <a:buClr>
                <a:schemeClr val="accent1"/>
              </a:buClr>
              <a:buSzPct val="80000"/>
              <a:buFontTx/>
              <a:buNone/>
              <a:defRPr sz="6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539892" indent="0" algn="l" defTabSz="1088558" rtl="0" eaLnBrk="1" latinLnBrk="0" hangingPunct="1">
              <a:spcBef>
                <a:spcPts val="100"/>
              </a:spcBef>
              <a:buClr>
                <a:schemeClr val="tx1"/>
              </a:buClr>
              <a:buSzPct val="100000"/>
              <a:buFont typeface="Symbol" panose="05050102010706020507" pitchFamily="18" charset="2"/>
              <a:buNone/>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Font typeface="Arial" panose="020B0604020202020204" pitchFamily="34" charset="0"/>
              <a:buNone/>
            </a:pPr>
            <a:r>
              <a:rPr lang="en-US" sz="600" b="0" i="0">
                <a:latin typeface="+mn-lt"/>
              </a:rPr>
              <a:t>© 2025 SAP SE or an SAP affiliate company. All rights reserved. See Legal Notice on www.sap.com/legal-notice for use terms, disclaimers, disclosures, or restrictions related to this material.</a:t>
            </a:r>
          </a:p>
        </p:txBody>
      </p:sp>
      <p:sp>
        <p:nvSpPr>
          <p:cNvPr id="3" name="Title 2">
            <a:extLst>
              <a:ext uri="{FF2B5EF4-FFF2-40B4-BE49-F238E27FC236}">
                <a16:creationId xmlns:a16="http://schemas.microsoft.com/office/drawing/2014/main" id="{5692DE12-4084-77D2-FD2A-8E63F6FBE7C5}"/>
              </a:ext>
            </a:extLst>
          </p:cNvPr>
          <p:cNvSpPr>
            <a:spLocks noGrp="1"/>
          </p:cNvSpPr>
          <p:nvPr>
            <p:ph type="title" hasCustomPrompt="1"/>
          </p:nvPr>
        </p:nvSpPr>
        <p:spPr>
          <a:xfrm>
            <a:off x="503238" y="1543050"/>
            <a:ext cx="5413477" cy="846386"/>
          </a:xfrm>
        </p:spPr>
        <p:txBody>
          <a:bodyPr/>
          <a:lstStyle>
            <a:lvl1pPr>
              <a:defRPr sz="5500" b="0" i="0">
                <a:latin typeface="72 Brand Medium" panose="020B0504030603020204" pitchFamily="34" charset="0"/>
              </a:defRPr>
            </a:lvl1pPr>
          </a:lstStyle>
          <a:p>
            <a:r>
              <a:rPr lang="en-GB"/>
              <a:t>Thank you.</a:t>
            </a:r>
            <a:endParaRPr lang="en-US"/>
          </a:p>
        </p:txBody>
      </p:sp>
      <p:pic>
        <p:nvPicPr>
          <p:cNvPr id="5" name="Picture 4">
            <a:extLst>
              <a:ext uri="{FF2B5EF4-FFF2-40B4-BE49-F238E27FC236}">
                <a16:creationId xmlns:a16="http://schemas.microsoft.com/office/drawing/2014/main" id="{9B2C865E-BEC1-EE4C-E61C-369AEE2DFC76}"/>
              </a:ext>
            </a:extLst>
          </p:cNvPr>
          <p:cNvPicPr>
            <a:picLocks noChangeAspect="1"/>
          </p:cNvPicPr>
          <p:nvPr userDrawn="1"/>
        </p:nvPicPr>
        <p:blipFill>
          <a:blip r:embed="rId2"/>
          <a:stretch>
            <a:fillRect/>
          </a:stretch>
        </p:blipFill>
        <p:spPr>
          <a:xfrm>
            <a:off x="8183947" y="5990000"/>
            <a:ext cx="3506403" cy="360000"/>
          </a:xfrm>
          <a:prstGeom prst="rect">
            <a:avLst/>
          </a:prstGeom>
        </p:spPr>
      </p:pic>
    </p:spTree>
    <p:extLst>
      <p:ext uri="{BB962C8B-B14F-4D97-AF65-F5344CB8AC3E}">
        <p14:creationId xmlns:p14="http://schemas.microsoft.com/office/powerpoint/2010/main" val="3794421294"/>
      </p:ext>
    </p:extLst>
  </p:cSld>
  <p:clrMapOvr>
    <a:masterClrMapping/>
  </p:clrMapOvr>
  <p:hf sldNum="0" hdr="0" ftr="0" dt="0"/>
  <p:extLst>
    <p:ext uri="{DCECCB84-F9BA-43D5-87BE-67443E8EF086}">
      <p15:sldGuideLst xmlns:p15="http://schemas.microsoft.com/office/powerpoint/2012/main">
        <p15:guide id="1" pos="7364">
          <p15:clr>
            <a:srgbClr val="FBAE40"/>
          </p15:clr>
        </p15:guide>
        <p15:guide id="2" orient="horz" pos="970">
          <p15:clr>
            <a:srgbClr val="FBAE40"/>
          </p15:clr>
        </p15:guide>
        <p15:guide id="4" orient="horz" pos="1830">
          <p15:clr>
            <a:srgbClr val="FBAE40"/>
          </p15:clr>
        </p15:guide>
        <p15:guide id="5" orient="horz" pos="4000">
          <p15:clr>
            <a:srgbClr val="FBAE40"/>
          </p15:clr>
        </p15:guide>
        <p15:guide id="6" pos="314">
          <p15:clr>
            <a:srgbClr val="FBAE40"/>
          </p15:clr>
        </p15:guide>
        <p15:guide id="8" pos="3841">
          <p15:clr>
            <a:srgbClr val="FBAE40"/>
          </p15:clr>
        </p15:guide>
        <p15:guide id="9" orient="horz" pos="318">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White cover with blue pattern">
    <p:bg>
      <p:bgRef idx="1001">
        <a:schemeClr val="bg1"/>
      </p:bgRef>
    </p:bg>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369E6551-269A-D225-4CF8-EC6D532E4902}"/>
              </a:ext>
            </a:extLst>
          </p:cNvPr>
          <p:cNvSpPr/>
          <p:nvPr userDrawn="1"/>
        </p:nvSpPr>
        <p:spPr bwMode="gray">
          <a:xfrm>
            <a:off x="0" y="0"/>
            <a:ext cx="12195175" cy="6858000"/>
          </a:xfrm>
          <a:prstGeom prst="rect">
            <a:avLst/>
          </a:prstGeom>
          <a:solidFill>
            <a:schemeClr val="bg1"/>
          </a:solidFill>
          <a:ln w="15238" cap="flat">
            <a:noFill/>
            <a:prstDash val="solid"/>
            <a:miter/>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799"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4" name="Title"/>
          <p:cNvSpPr>
            <a:spLocks noGrp="1"/>
          </p:cNvSpPr>
          <p:nvPr>
            <p:ph type="title" hasCustomPrompt="1"/>
          </p:nvPr>
        </p:nvSpPr>
        <p:spPr>
          <a:xfrm>
            <a:off x="288000" y="2706317"/>
            <a:ext cx="5441288" cy="997196"/>
          </a:xfrm>
        </p:spPr>
        <p:txBody>
          <a:bodyPr anchor="b" anchorCtr="0">
            <a:noAutofit/>
          </a:bodyPr>
          <a:lstStyle>
            <a:lvl1pPr>
              <a:lnSpc>
                <a:spcPct val="90000"/>
              </a:lnSpc>
              <a:defRPr sz="3599" b="0" i="0">
                <a:latin typeface="+mj-lt"/>
                <a:cs typeface="72"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599" kern="0" err="1">
              <a:ea typeface="72 Brand" pitchFamily="34" charset="-128"/>
              <a:cs typeface="72 Brand" pitchFamily="34" charset="-128"/>
            </a:endParaRPr>
          </a:p>
        </p:txBody>
      </p:sp>
      <p:sp>
        <p:nvSpPr>
          <p:cNvPr id="3" name="Picture Placeholder 2">
            <a:extLst>
              <a:ext uri="{FF2B5EF4-FFF2-40B4-BE49-F238E27FC236}">
                <a16:creationId xmlns:a16="http://schemas.microsoft.com/office/drawing/2014/main" id="{DE73D104-EF7E-A0AB-2243-882D65E686E2}"/>
              </a:ext>
            </a:extLst>
          </p:cNvPr>
          <p:cNvSpPr>
            <a:spLocks noGrp="1"/>
          </p:cNvSpPr>
          <p:nvPr>
            <p:ph type="pic" sz="quarter" idx="15" hasCustomPrompt="1"/>
          </p:nvPr>
        </p:nvSpPr>
        <p:spPr>
          <a:xfrm>
            <a:off x="6075363" y="0"/>
            <a:ext cx="6119812" cy="6858000"/>
          </a:xfrm>
        </p:spPr>
        <p:txBody>
          <a:bodyPr anchor="ctr" anchorCtr="0"/>
          <a:lstStyle>
            <a:lvl1pPr algn="ctr">
              <a:defRPr/>
            </a:lvl1pPr>
          </a:lstStyle>
          <a:p>
            <a:r>
              <a:rPr lang="en-US"/>
              <a:t>Click to insert picture</a:t>
            </a:r>
          </a:p>
        </p:txBody>
      </p:sp>
      <p:pic>
        <p:nvPicPr>
          <p:cNvPr id="845722422" name="LogoBlue-Dynamic" descr="{&quot;templafy&quot;:{&quot;id&quot;:&quot;446d1023-3ec6-42b8-bdf3-af9e8e53c397&quot;}}"/>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288007" y="360000"/>
            <a:ext cx="2976807" cy="360000"/>
          </a:xfrm>
          <a:prstGeom prst="rect">
            <a:avLst/>
          </a:prstGeom>
        </p:spPr>
      </p:pic>
      <p:sp>
        <p:nvSpPr>
          <p:cNvPr id="6" name="Classification-Dynamic" descr="{&quot;templafy&quot;:{&quot;id&quot;:&quot;330d083f-fec5-4727-80ee-c5a651cec3f5&quot;}}">
            <a:extLst>
              <a:ext uri="{FF2B5EF4-FFF2-40B4-BE49-F238E27FC236}">
                <a16:creationId xmlns:a16="http://schemas.microsoft.com/office/drawing/2014/main" id="{870EB466-B92B-9D4D-974E-A49C0F424152}"/>
              </a:ext>
            </a:extLst>
          </p:cNvPr>
          <p:cNvSpPr txBox="1"/>
          <p:nvPr userDrawn="1"/>
        </p:nvSpPr>
        <p:spPr>
          <a:xfrm>
            <a:off x="282575" y="5080814"/>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a:solidFill>
                  <a:schemeClr val="tx1"/>
                </a:solidFill>
                <a:latin typeface="72 Brand" panose="020B0504030603020204" pitchFamily="34" charset="0"/>
                <a:ea typeface="72 Brand" pitchFamily="34" charset="-128"/>
                <a:cs typeface="72 Brand" pitchFamily="34" charset="-128"/>
              </a:rPr>
              <a:t>Public</a:t>
            </a:r>
          </a:p>
        </p:txBody>
      </p:sp>
    </p:spTree>
    <p:extLst>
      <p:ext uri="{BB962C8B-B14F-4D97-AF65-F5344CB8AC3E}">
        <p14:creationId xmlns:p14="http://schemas.microsoft.com/office/powerpoint/2010/main" val="346656184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4">
          <p15:clr>
            <a:srgbClr val="FBAE40"/>
          </p15:clr>
        </p15:guide>
        <p15:guide id="3" orient="horz" pos="2704">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userDrawn="1">
  <p:cSld name="Blue cover, anvil and image">
    <p:bg>
      <p:bgRef idx="1001">
        <a:schemeClr val="bg1"/>
      </p:bgRef>
    </p:bg>
    <p:spTree>
      <p:nvGrpSpPr>
        <p:cNvPr id="1" name=""/>
        <p:cNvGrpSpPr/>
        <p:nvPr/>
      </p:nvGrpSpPr>
      <p:grpSpPr>
        <a:xfrm>
          <a:off x="0" y="0"/>
          <a:ext cx="0" cy="0"/>
          <a:chOff x="0" y="0"/>
          <a:chExt cx="0" cy="0"/>
        </a:xfrm>
      </p:grpSpPr>
      <p:pic>
        <p:nvPicPr>
          <p:cNvPr id="10" name="Image 0" descr="preencoded.png">
            <a:extLst>
              <a:ext uri="{FF2B5EF4-FFF2-40B4-BE49-F238E27FC236}">
                <a16:creationId xmlns:a16="http://schemas.microsoft.com/office/drawing/2014/main" id="{9DE307C8-D1C3-00E2-C5B0-2A7EBB981384}"/>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0" y="0"/>
            <a:ext cx="12195175" cy="6861496"/>
          </a:xfrm>
          <a:prstGeom prst="rect">
            <a:avLst/>
          </a:prstGeom>
        </p:spPr>
      </p:pic>
      <p:pic>
        <p:nvPicPr>
          <p:cNvPr id="11" name="Image 1" descr="preencoded.png">
            <a:extLst>
              <a:ext uri="{FF2B5EF4-FFF2-40B4-BE49-F238E27FC236}">
                <a16:creationId xmlns:a16="http://schemas.microsoft.com/office/drawing/2014/main" id="{6C575B3E-49FD-8450-F2CB-84C6E7A1153D}"/>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52355" y="1156532"/>
            <a:ext cx="5613722" cy="2756252"/>
          </a:xfrm>
          <a:prstGeom prst="rect">
            <a:avLst/>
          </a:prstGeom>
        </p:spPr>
      </p:pic>
      <p:pic>
        <p:nvPicPr>
          <p:cNvPr id="28936725" name="Acquired Company Logo Placeholder" descr="{&quot;templafy&quot;:{&quot;id&quot;:&quot;e24a6e43-600a-4c6b-89de-bcf3787a4fa8&quot;}}" hidden="1"/>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82575" y="2141327"/>
            <a:ext cx="4125924" cy="266010"/>
          </a:xfrm>
          <a:prstGeom prst="rect">
            <a:avLst/>
          </a:prstGeom>
        </p:spPr>
      </p:pic>
      <p:sp>
        <p:nvSpPr>
          <p:cNvPr id="13" name="Picture Placeholder 12">
            <a:extLst>
              <a:ext uri="{FF2B5EF4-FFF2-40B4-BE49-F238E27FC236}">
                <a16:creationId xmlns:a16="http://schemas.microsoft.com/office/drawing/2014/main" id="{FF6D8674-EA25-0C87-7F7A-4B6FFA7F1F14}"/>
              </a:ext>
            </a:extLst>
          </p:cNvPr>
          <p:cNvSpPr>
            <a:spLocks noGrp="1"/>
          </p:cNvSpPr>
          <p:nvPr>
            <p:ph type="pic" sz="quarter" idx="10" hasCustomPrompt="1"/>
          </p:nvPr>
        </p:nvSpPr>
        <p:spPr>
          <a:xfrm>
            <a:off x="7836063" y="0"/>
            <a:ext cx="4359114" cy="6858000"/>
          </a:xfrm>
        </p:spPr>
        <p:txBody>
          <a:bodyPr anchor="ctr" anchorCtr="0"/>
          <a:lstStyle>
            <a:lvl1pPr algn="ctr">
              <a:defRPr>
                <a:solidFill>
                  <a:schemeClr val="bg1"/>
                </a:solidFill>
              </a:defRPr>
            </a:lvl1pPr>
          </a:lstStyle>
          <a:p>
            <a:r>
              <a:rPr lang="en-US"/>
              <a:t>Click to insert picture</a:t>
            </a:r>
          </a:p>
        </p:txBody>
      </p:sp>
      <p:sp>
        <p:nvSpPr>
          <p:cNvPr id="4" name="Title">
            <a:extLst>
              <a:ext uri="{FF2B5EF4-FFF2-40B4-BE49-F238E27FC236}">
                <a16:creationId xmlns:a16="http://schemas.microsoft.com/office/drawing/2014/main" id="{A222ABC1-A03E-5EDE-02E2-6F3794850CC1}"/>
              </a:ext>
            </a:extLst>
          </p:cNvPr>
          <p:cNvSpPr>
            <a:spLocks noGrp="1"/>
          </p:cNvSpPr>
          <p:nvPr>
            <p:ph type="title" hasCustomPrompt="1"/>
          </p:nvPr>
        </p:nvSpPr>
        <p:spPr>
          <a:xfrm>
            <a:off x="287338" y="2206502"/>
            <a:ext cx="5567804" cy="997196"/>
          </a:xfrm>
        </p:spPr>
        <p:txBody>
          <a:bodyPr anchor="b" anchorCtr="0">
            <a:noAutofit/>
          </a:bodyPr>
          <a:lstStyle>
            <a:lvl1pPr>
              <a:lnSpc>
                <a:spcPct val="90000"/>
              </a:lnSpc>
              <a:defRPr sz="3599" b="0" i="0">
                <a:solidFill>
                  <a:schemeClr val="bg1"/>
                </a:solidFill>
                <a:latin typeface="+mj-lt"/>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599" kern="0" err="1">
              <a:ea typeface="72 Brand" pitchFamily="34" charset="-128"/>
              <a:cs typeface="72 Brand" pitchFamily="34" charset="-128"/>
            </a:endParaRPr>
          </a:p>
        </p:txBody>
      </p:sp>
      <p:pic>
        <p:nvPicPr>
          <p:cNvPr id="113130382" name="LogoWhite-Dynamic" descr="{&quot;templafy&quot;:{&quot;id&quot;:&quot;acc32fce-4195-414c-9b56-d94e1fa11141&quot;}}"/>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288007" y="360000"/>
            <a:ext cx="2976807" cy="360000"/>
          </a:xfrm>
          <a:prstGeom prst="rect">
            <a:avLst/>
          </a:prstGeom>
        </p:spPr>
      </p:pic>
      <p:sp>
        <p:nvSpPr>
          <p:cNvPr id="3" name="Classification-Dynamic" descr="{&quot;templafy&quot;:{&quot;id&quot;:&quot;3e2be5a1-5515-4475-8aaf-502174076d1c&quot;}}">
            <a:extLst>
              <a:ext uri="{FF2B5EF4-FFF2-40B4-BE49-F238E27FC236}">
                <a16:creationId xmlns:a16="http://schemas.microsoft.com/office/drawing/2014/main" id="{A6D6797F-FF5B-BE1A-D940-2289CF2968F7}"/>
              </a:ext>
            </a:extLst>
          </p:cNvPr>
          <p:cNvSpPr txBox="1"/>
          <p:nvPr userDrawn="1"/>
        </p:nvSpPr>
        <p:spPr>
          <a:xfrm>
            <a:off x="282575" y="5080814"/>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a:solidFill>
                  <a:schemeClr val="bg1"/>
                </a:solidFill>
                <a:latin typeface="72 Brand" panose="020B0504030603020204" pitchFamily="34" charset="0"/>
                <a:ea typeface="72 Brand" pitchFamily="34" charset="-128"/>
                <a:cs typeface="72 Brand" pitchFamily="34" charset="-128"/>
              </a:rPr>
              <a:t>Public</a:t>
            </a:r>
          </a:p>
        </p:txBody>
      </p:sp>
    </p:spTree>
    <p:extLst>
      <p:ext uri="{BB962C8B-B14F-4D97-AF65-F5344CB8AC3E}">
        <p14:creationId xmlns:p14="http://schemas.microsoft.com/office/powerpoint/2010/main" val="335143131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4">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Pink cover with anvil">
    <p:bg>
      <p:bgPr>
        <a:solidFill>
          <a:srgbClr val="28004A"/>
        </a:solidFill>
        <a:effectLst/>
      </p:bgPr>
    </p:bg>
    <p:spTree>
      <p:nvGrpSpPr>
        <p:cNvPr id="1" name=""/>
        <p:cNvGrpSpPr/>
        <p:nvPr/>
      </p:nvGrpSpPr>
      <p:grpSpPr>
        <a:xfrm>
          <a:off x="0" y="0"/>
          <a:ext cx="0" cy="0"/>
          <a:chOff x="0" y="0"/>
          <a:chExt cx="0" cy="0"/>
        </a:xfrm>
      </p:grpSpPr>
      <p:sp>
        <p:nvSpPr>
          <p:cNvPr id="3" name="Background">
            <a:extLst>
              <a:ext uri="{FF2B5EF4-FFF2-40B4-BE49-F238E27FC236}">
                <a16:creationId xmlns:a16="http://schemas.microsoft.com/office/drawing/2014/main" id="{37E79459-E5C5-5E87-E38B-80855D38E462}"/>
              </a:ext>
            </a:extLst>
          </p:cNvPr>
          <p:cNvSpPr/>
          <p:nvPr userDrawn="1"/>
        </p:nvSpPr>
        <p:spPr bwMode="gray">
          <a:xfrm>
            <a:off x="0" y="0"/>
            <a:ext cx="12195175" cy="6858000"/>
          </a:xfrm>
          <a:prstGeom prst="rect">
            <a:avLst/>
          </a:prstGeom>
          <a:solidFill>
            <a:srgbClr val="28004A"/>
          </a:solidFill>
          <a:ln w="15238" cap="flat">
            <a:noFill/>
            <a:prstDash val="solid"/>
            <a:miter/>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799"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pic>
        <p:nvPicPr>
          <p:cNvPr id="2" name="Picture 1">
            <a:extLst>
              <a:ext uri="{FF2B5EF4-FFF2-40B4-BE49-F238E27FC236}">
                <a16:creationId xmlns:a16="http://schemas.microsoft.com/office/drawing/2014/main" id="{1846E736-979F-0D4B-6D59-D0EA5D367E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299111" y="1216761"/>
            <a:ext cx="8887864" cy="4424483"/>
          </a:xfrm>
          <a:prstGeom prst="rect">
            <a:avLst/>
          </a:prstGeom>
        </p:spPr>
      </p:pic>
      <p:sp>
        <p:nvSpPr>
          <p:cNvPr id="4" name="Title"/>
          <p:cNvSpPr>
            <a:spLocks noGrp="1"/>
          </p:cNvSpPr>
          <p:nvPr>
            <p:ph type="title" hasCustomPrompt="1"/>
          </p:nvPr>
        </p:nvSpPr>
        <p:spPr>
          <a:xfrm>
            <a:off x="288000" y="2706317"/>
            <a:ext cx="10900800" cy="997196"/>
          </a:xfrm>
        </p:spPr>
        <p:txBody>
          <a:bodyPr>
            <a:noAutofit/>
          </a:bodyPr>
          <a:lstStyle>
            <a:lvl1pPr>
              <a:lnSpc>
                <a:spcPct val="90000"/>
              </a:lnSpc>
              <a:defRPr sz="3599" b="0" i="0">
                <a:solidFill>
                  <a:schemeClr val="bg1"/>
                </a:solidFill>
                <a:latin typeface="+mj-lt"/>
                <a:cs typeface="72"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599" kern="0" err="1">
              <a:ea typeface="72 Brand" pitchFamily="34" charset="-128"/>
              <a:cs typeface="72 Brand" pitchFamily="34" charset="-128"/>
            </a:endParaRPr>
          </a:p>
        </p:txBody>
      </p:sp>
      <p:pic>
        <p:nvPicPr>
          <p:cNvPr id="1408127024" name="LogoWhite-Dynamic" descr="{&quot;templafy&quot;:{&quot;id&quot;:&quot;b3176ffe-ad6d-4adf-a2c4-632f81f8a74c&quot;}}"/>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88007" y="360000"/>
            <a:ext cx="2976807" cy="360000"/>
          </a:xfrm>
          <a:prstGeom prst="rect">
            <a:avLst/>
          </a:prstGeom>
        </p:spPr>
      </p:pic>
      <p:sp>
        <p:nvSpPr>
          <p:cNvPr id="7" name="Classification-Dynamic" descr="{&quot;templafy&quot;:{&quot;id&quot;:&quot;5b19280f-ac75-476a-91c4-d90a0043c9a1&quot;}}">
            <a:extLst>
              <a:ext uri="{FF2B5EF4-FFF2-40B4-BE49-F238E27FC236}">
                <a16:creationId xmlns:a16="http://schemas.microsoft.com/office/drawing/2014/main" id="{1D05DC80-84C9-9ECA-3B84-3577D8D81659}"/>
              </a:ext>
            </a:extLst>
          </p:cNvPr>
          <p:cNvSpPr txBox="1"/>
          <p:nvPr userDrawn="1"/>
        </p:nvSpPr>
        <p:spPr>
          <a:xfrm>
            <a:off x="282575" y="5080814"/>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a:solidFill>
                  <a:schemeClr val="bg1"/>
                </a:solidFill>
                <a:latin typeface="72 Brand" panose="020B0504030603020204" pitchFamily="34" charset="0"/>
                <a:ea typeface="72 Brand" pitchFamily="34" charset="-128"/>
                <a:cs typeface="72 Brand" pitchFamily="34" charset="-128"/>
              </a:rPr>
              <a:t>Public</a:t>
            </a:r>
          </a:p>
        </p:txBody>
      </p:sp>
    </p:spTree>
    <p:extLst>
      <p:ext uri="{BB962C8B-B14F-4D97-AF65-F5344CB8AC3E}">
        <p14:creationId xmlns:p14="http://schemas.microsoft.com/office/powerpoint/2010/main" val="4167046353"/>
      </p:ext>
    </p:extLst>
  </p:cSld>
  <p:clrMapOvr>
    <a:masterClrMapping/>
  </p:clrMapOvr>
  <p:extLst>
    <p:ext uri="{DCECCB84-F9BA-43D5-87BE-67443E8EF086}">
      <p15:sldGuideLst xmlns:p15="http://schemas.microsoft.com/office/powerpoint/2012/main">
        <p15:guide id="1" pos="181">
          <p15:clr>
            <a:srgbClr val="FBAE40"/>
          </p15:clr>
        </p15:guide>
        <p15:guide id="2" orient="horz" pos="1704">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Mango cover with anvil and image">
    <p:bg>
      <p:bgPr>
        <a:solidFill>
          <a:schemeClr val="bg1"/>
        </a:solidFill>
        <a:effectLst/>
      </p:bgPr>
    </p:bg>
    <p:spTree>
      <p:nvGrpSpPr>
        <p:cNvPr id="1" name=""/>
        <p:cNvGrpSpPr/>
        <p:nvPr/>
      </p:nvGrpSpPr>
      <p:grpSpPr>
        <a:xfrm>
          <a:off x="0" y="0"/>
          <a:ext cx="0" cy="0"/>
          <a:chOff x="0" y="0"/>
          <a:chExt cx="0" cy="0"/>
        </a:xfrm>
      </p:grpSpPr>
      <p:sp>
        <p:nvSpPr>
          <p:cNvPr id="149" name="Rectangle 148">
            <a:extLst>
              <a:ext uri="{FF2B5EF4-FFF2-40B4-BE49-F238E27FC236}">
                <a16:creationId xmlns:a16="http://schemas.microsoft.com/office/drawing/2014/main" id="{3F9D113E-DB39-0CF2-578D-9B5D35C92F55}"/>
              </a:ext>
            </a:extLst>
          </p:cNvPr>
          <p:cNvSpPr/>
          <p:nvPr userDrawn="1"/>
        </p:nvSpPr>
        <p:spPr bwMode="gray">
          <a:xfrm>
            <a:off x="7102259" y="0"/>
            <a:ext cx="5092917" cy="6858000"/>
          </a:xfrm>
          <a:prstGeom prst="rect">
            <a:avLst/>
          </a:prstGeom>
          <a:solidFill>
            <a:srgbClr val="FFC932"/>
          </a:solidFill>
          <a:ln w="25400" algn="ctr">
            <a:noFill/>
            <a:miter lim="800000"/>
            <a:headEnd/>
            <a:tailEnd/>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799"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pic>
        <p:nvPicPr>
          <p:cNvPr id="6" name="Graphic 5">
            <a:extLst>
              <a:ext uri="{FF2B5EF4-FFF2-40B4-BE49-F238E27FC236}">
                <a16:creationId xmlns:a16="http://schemas.microsoft.com/office/drawing/2014/main" id="{F9CF98F2-AE93-6F6D-B5F5-C2F74E0787B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467600" y="250523"/>
            <a:ext cx="4538091" cy="6328079"/>
          </a:xfrm>
          <a:prstGeom prst="rect">
            <a:avLst/>
          </a:prstGeom>
        </p:spPr>
      </p:pic>
      <p:sp>
        <p:nvSpPr>
          <p:cNvPr id="2" name="Rectangle 1">
            <a:extLst>
              <a:ext uri="{FF2B5EF4-FFF2-40B4-BE49-F238E27FC236}">
                <a16:creationId xmlns:a16="http://schemas.microsoft.com/office/drawing/2014/main" id="{FDD06AF2-2141-CEFD-4797-A6E50CC267FE}"/>
              </a:ext>
            </a:extLst>
          </p:cNvPr>
          <p:cNvSpPr/>
          <p:nvPr userDrawn="1"/>
        </p:nvSpPr>
        <p:spPr bwMode="gray">
          <a:xfrm>
            <a:off x="2" y="0"/>
            <a:ext cx="7226300" cy="6858000"/>
          </a:xfrm>
          <a:prstGeom prst="rect">
            <a:avLst/>
          </a:prstGeom>
          <a:solidFill>
            <a:schemeClr val="accent1"/>
          </a:solidFill>
          <a:ln w="1342" cap="flat">
            <a:noFill/>
            <a:prstDash val="solid"/>
            <a:miter/>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799"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pic>
        <p:nvPicPr>
          <p:cNvPr id="1999653228" name="LogoWhite-Dynamic" descr="{&quot;templafy&quot;:{&quot;id&quot;:&quot;9af91b7d-2627-42a3-9b2b-941698f12b93&quot;}}"/>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88007" y="360000"/>
            <a:ext cx="2976807" cy="360000"/>
          </a:xfrm>
          <a:prstGeom prst="rect">
            <a:avLst/>
          </a:prstGeom>
        </p:spPr>
      </p:pic>
      <p:sp>
        <p:nvSpPr>
          <p:cNvPr id="8" name="Classification-Dynamic" descr="{&quot;templafy&quot;:{&quot;id&quot;:&quot;2ab900cc-cfc4-4c2d-9d3c-590739abadba&quot;}}">
            <a:extLst>
              <a:ext uri="{FF2B5EF4-FFF2-40B4-BE49-F238E27FC236}">
                <a16:creationId xmlns:a16="http://schemas.microsoft.com/office/drawing/2014/main" id="{F1333C1B-AD40-D53A-5A1E-EFB8C6390D49}"/>
              </a:ext>
            </a:extLst>
          </p:cNvPr>
          <p:cNvSpPr txBox="1"/>
          <p:nvPr userDrawn="1"/>
        </p:nvSpPr>
        <p:spPr>
          <a:xfrm>
            <a:off x="282575" y="5080814"/>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a:solidFill>
                  <a:schemeClr val="bg1"/>
                </a:solidFill>
                <a:latin typeface="72 Brand" panose="020B0504030603020204" pitchFamily="34" charset="0"/>
                <a:ea typeface="72 Brand" pitchFamily="34" charset="-128"/>
                <a:cs typeface="72 Brand" pitchFamily="34" charset="-128"/>
              </a:rPr>
              <a:t>Public</a:t>
            </a:r>
          </a:p>
        </p:txBody>
      </p:sp>
      <p:pic>
        <p:nvPicPr>
          <p:cNvPr id="5" name="Picture 4">
            <a:extLst>
              <a:ext uri="{FF2B5EF4-FFF2-40B4-BE49-F238E27FC236}">
                <a16:creationId xmlns:a16="http://schemas.microsoft.com/office/drawing/2014/main" id="{F75B4DB5-6F82-52F7-7AD9-80874B011E33}"/>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flipH="1">
            <a:off x="4664822" y="1129553"/>
            <a:ext cx="6886462" cy="5728447"/>
          </a:xfrm>
          <a:prstGeom prst="rect">
            <a:avLst/>
          </a:prstGeom>
        </p:spPr>
      </p:pic>
      <p:sp>
        <p:nvSpPr>
          <p:cNvPr id="4" name="Title"/>
          <p:cNvSpPr>
            <a:spLocks noGrp="1"/>
          </p:cNvSpPr>
          <p:nvPr>
            <p:ph type="title" hasCustomPrompt="1"/>
          </p:nvPr>
        </p:nvSpPr>
        <p:spPr>
          <a:xfrm>
            <a:off x="288001" y="2706317"/>
            <a:ext cx="6633305" cy="997196"/>
          </a:xfrm>
        </p:spPr>
        <p:txBody>
          <a:bodyPr anchor="b" anchorCtr="0">
            <a:noAutofit/>
          </a:bodyPr>
          <a:lstStyle>
            <a:lvl1pPr>
              <a:lnSpc>
                <a:spcPct val="90000"/>
              </a:lnSpc>
              <a:defRPr sz="3599" b="0" i="0">
                <a:solidFill>
                  <a:schemeClr val="bg1"/>
                </a:solidFill>
                <a:latin typeface="72 Brand Medium" panose="020B0504030603020204" pitchFamily="34" charset="0"/>
                <a:cs typeface="72"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599" kern="0" err="1">
              <a:ea typeface="72 Brand" pitchFamily="34" charset="-128"/>
              <a:cs typeface="72 Brand" pitchFamily="34" charset="-128"/>
            </a:endParaRPr>
          </a:p>
        </p:txBody>
      </p:sp>
    </p:spTree>
    <p:extLst>
      <p:ext uri="{BB962C8B-B14F-4D97-AF65-F5344CB8AC3E}">
        <p14:creationId xmlns:p14="http://schemas.microsoft.com/office/powerpoint/2010/main" val="3960812392"/>
      </p:ext>
    </p:extLst>
  </p:cSld>
  <p:clrMapOvr>
    <a:masterClrMapping/>
  </p:clrMapOvr>
  <p:extLst>
    <p:ext uri="{DCECCB84-F9BA-43D5-87BE-67443E8EF086}">
      <p15:sldGuideLst xmlns:p15="http://schemas.microsoft.com/office/powerpoint/2012/main">
        <p15:guide id="1" pos="181">
          <p15:clr>
            <a:srgbClr val="FBAE40"/>
          </p15:clr>
        </p15:guide>
        <p15:guide id="2" orient="horz" pos="1704">
          <p15:clr>
            <a:srgbClr val="FBAE40"/>
          </p15:clr>
        </p15:guide>
        <p15:guide id="3" orient="horz" pos="2688">
          <p15:clr>
            <a:srgbClr val="FBAE40"/>
          </p15:clr>
        </p15:guide>
        <p15:guide id="4" orient="horz" pos="2341">
          <p15:clr>
            <a:srgbClr val="FBAE40"/>
          </p15:clr>
        </p15:guide>
        <p15:guide id="5" orient="horz" pos="2999">
          <p15:clr>
            <a:srgbClr val="FBAE40"/>
          </p15:clr>
        </p15:guide>
        <p15:guide id="7" orient="horz" pos="4144">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Green cover with image in anvil shape">
    <p:bg>
      <p:bgPr>
        <a:solidFill>
          <a:srgbClr val="97DD40"/>
        </a:solidFill>
        <a:effectLst/>
      </p:bgPr>
    </p:bg>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CF15634C-E3A9-CDE6-5F8E-35B41DFE2B5D}"/>
              </a:ext>
            </a:extLst>
          </p:cNvPr>
          <p:cNvSpPr/>
          <p:nvPr userDrawn="1"/>
        </p:nvSpPr>
        <p:spPr bwMode="gray">
          <a:xfrm>
            <a:off x="0" y="0"/>
            <a:ext cx="12195175" cy="6858000"/>
          </a:xfrm>
          <a:prstGeom prst="rect">
            <a:avLst/>
          </a:prstGeom>
          <a:solidFill>
            <a:srgbClr val="97DD40"/>
          </a:solidFill>
          <a:ln w="15238" cap="flat">
            <a:noFill/>
            <a:prstDash val="solid"/>
            <a:miter/>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799"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6" name="Title">
            <a:extLst>
              <a:ext uri="{FF2B5EF4-FFF2-40B4-BE49-F238E27FC236}">
                <a16:creationId xmlns:a16="http://schemas.microsoft.com/office/drawing/2014/main" id="{729E6C33-847C-5792-E2BD-5963C662ECED}"/>
              </a:ext>
            </a:extLst>
          </p:cNvPr>
          <p:cNvSpPr>
            <a:spLocks noGrp="1"/>
          </p:cNvSpPr>
          <p:nvPr>
            <p:ph type="title" hasCustomPrompt="1"/>
          </p:nvPr>
        </p:nvSpPr>
        <p:spPr>
          <a:xfrm>
            <a:off x="288001" y="2706317"/>
            <a:ext cx="5529704" cy="997196"/>
          </a:xfrm>
        </p:spPr>
        <p:txBody>
          <a:bodyPr anchor="b" anchorCtr="0">
            <a:noAutofit/>
          </a:bodyPr>
          <a:lstStyle>
            <a:lvl1pPr>
              <a:lnSpc>
                <a:spcPct val="90000"/>
              </a:lnSpc>
              <a:defRPr sz="3599" b="0" i="0">
                <a:solidFill>
                  <a:schemeClr val="tx1"/>
                </a:solidFill>
                <a:latin typeface="72 Brand Medium" panose="020B0504030603020204"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599" kern="0" err="1">
              <a:ea typeface="72 Brand" pitchFamily="34" charset="-128"/>
              <a:cs typeface="72 Brand" pitchFamily="34" charset="-128"/>
            </a:endParaRPr>
          </a:p>
        </p:txBody>
      </p:sp>
      <p:sp>
        <p:nvSpPr>
          <p:cNvPr id="14" name="Picture Placeholder 5">
            <a:extLst>
              <a:ext uri="{FF2B5EF4-FFF2-40B4-BE49-F238E27FC236}">
                <a16:creationId xmlns:a16="http://schemas.microsoft.com/office/drawing/2014/main" id="{D2BFABF1-DD81-F2D4-FD65-DBCD6636029A}"/>
              </a:ext>
            </a:extLst>
          </p:cNvPr>
          <p:cNvSpPr>
            <a:spLocks noGrp="1"/>
          </p:cNvSpPr>
          <p:nvPr>
            <p:ph type="pic" sz="quarter" idx="10" hasCustomPrompt="1"/>
          </p:nvPr>
        </p:nvSpPr>
        <p:spPr>
          <a:xfrm>
            <a:off x="6069496" y="2029240"/>
            <a:ext cx="5711687" cy="2828844"/>
          </a:xfrm>
          <a:custGeom>
            <a:avLst/>
            <a:gdLst>
              <a:gd name="connsiteX0" fmla="*/ 0 w 5453062"/>
              <a:gd name="connsiteY0" fmla="*/ 0 h 2700337"/>
              <a:gd name="connsiteX1" fmla="*/ 5453062 w 5453062"/>
              <a:gd name="connsiteY1" fmla="*/ 0 h 2700337"/>
              <a:gd name="connsiteX2" fmla="*/ 5453062 w 5453062"/>
              <a:gd name="connsiteY2" fmla="*/ 2700337 h 2700337"/>
              <a:gd name="connsiteX3" fmla="*/ 0 w 5453062"/>
              <a:gd name="connsiteY3" fmla="*/ 2700337 h 2700337"/>
              <a:gd name="connsiteX4" fmla="*/ 0 w 5453062"/>
              <a:gd name="connsiteY4" fmla="*/ 0 h 2700337"/>
              <a:gd name="connsiteX0" fmla="*/ 0 w 5453062"/>
              <a:gd name="connsiteY0" fmla="*/ 0 h 2758526"/>
              <a:gd name="connsiteX1" fmla="*/ 5453062 w 5453062"/>
              <a:gd name="connsiteY1" fmla="*/ 0 h 2758526"/>
              <a:gd name="connsiteX2" fmla="*/ 2751426 w 5453062"/>
              <a:gd name="connsiteY2" fmla="*/ 2758526 h 2758526"/>
              <a:gd name="connsiteX3" fmla="*/ 0 w 5453062"/>
              <a:gd name="connsiteY3" fmla="*/ 2700337 h 2758526"/>
              <a:gd name="connsiteX4" fmla="*/ 0 w 5453062"/>
              <a:gd name="connsiteY4" fmla="*/ 0 h 2758526"/>
              <a:gd name="connsiteX0" fmla="*/ 0 w 5453062"/>
              <a:gd name="connsiteY0" fmla="*/ 0 h 2700337"/>
              <a:gd name="connsiteX1" fmla="*/ 5453062 w 5453062"/>
              <a:gd name="connsiteY1" fmla="*/ 0 h 2700337"/>
              <a:gd name="connsiteX2" fmla="*/ 2726487 w 5453062"/>
              <a:gd name="connsiteY2" fmla="*/ 2700336 h 2700337"/>
              <a:gd name="connsiteX3" fmla="*/ 0 w 5453062"/>
              <a:gd name="connsiteY3" fmla="*/ 2700337 h 2700337"/>
              <a:gd name="connsiteX4" fmla="*/ 0 w 5453062"/>
              <a:gd name="connsiteY4" fmla="*/ 0 h 2700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3062" h="2700337">
                <a:moveTo>
                  <a:pt x="0" y="0"/>
                </a:moveTo>
                <a:lnTo>
                  <a:pt x="5453062" y="0"/>
                </a:lnTo>
                <a:lnTo>
                  <a:pt x="2726487" y="2700336"/>
                </a:lnTo>
                <a:lnTo>
                  <a:pt x="0" y="2700337"/>
                </a:lnTo>
                <a:lnTo>
                  <a:pt x="0" y="0"/>
                </a:lnTo>
                <a:close/>
              </a:path>
            </a:pathLst>
          </a:custGeom>
        </p:spPr>
        <p:txBody>
          <a:bodyPr anchor="ctr" anchorCtr="0"/>
          <a:lstStyle>
            <a:lvl1pPr algn="l">
              <a:defRPr>
                <a:solidFill>
                  <a:schemeClr val="tx1"/>
                </a:solidFill>
              </a:defRPr>
            </a:lvl1pPr>
          </a:lstStyle>
          <a:p>
            <a:r>
              <a:rPr lang="en-US"/>
              <a:t>         Click to add image</a:t>
            </a:r>
          </a:p>
        </p:txBody>
      </p:sp>
      <p:sp>
        <p:nvSpPr>
          <p:cNvPr id="4" name="Classification-Dynamic" descr="{&quot;templafy&quot;:{&quot;id&quot;:&quot;632c6556-fdaf-4ae8-8d66-f25878af6317&quot;}}">
            <a:extLst>
              <a:ext uri="{FF2B5EF4-FFF2-40B4-BE49-F238E27FC236}">
                <a16:creationId xmlns:a16="http://schemas.microsoft.com/office/drawing/2014/main" id="{13EDB9F6-FBDA-8ED8-A84B-244CC53CFF99}"/>
              </a:ext>
            </a:extLst>
          </p:cNvPr>
          <p:cNvSpPr txBox="1"/>
          <p:nvPr userDrawn="1"/>
        </p:nvSpPr>
        <p:spPr>
          <a:xfrm>
            <a:off x="282575" y="5080814"/>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a:solidFill>
                  <a:schemeClr val="tx1"/>
                </a:solidFill>
                <a:latin typeface="72 Brand" panose="020B0504030603020204" pitchFamily="34" charset="0"/>
                <a:ea typeface="72 Brand" pitchFamily="34" charset="-128"/>
                <a:cs typeface="72 Brand" pitchFamily="34" charset="-128"/>
              </a:rPr>
              <a:t>Public</a:t>
            </a:r>
          </a:p>
        </p:txBody>
      </p:sp>
      <p:pic>
        <p:nvPicPr>
          <p:cNvPr id="28686008" name="LogoBlack-Dynamic" descr="{&quot;templafy&quot;:{&quot;id&quot;:&quot;c5550985-e805-42b1-aa3c-1d23cfb2d158&quot;}}"/>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288007" y="360000"/>
            <a:ext cx="2976807" cy="360000"/>
          </a:xfrm>
          <a:prstGeom prst="rect">
            <a:avLst/>
          </a:prstGeom>
        </p:spPr>
      </p:pic>
    </p:spTree>
    <p:extLst>
      <p:ext uri="{BB962C8B-B14F-4D97-AF65-F5344CB8AC3E}">
        <p14:creationId xmlns:p14="http://schemas.microsoft.com/office/powerpoint/2010/main" val="813106624"/>
      </p:ext>
    </p:extLst>
  </p:cSld>
  <p:clrMapOvr>
    <a:masterClrMapping/>
  </p:clrMapOvr>
  <p:extLst>
    <p:ext uri="{DCECCB84-F9BA-43D5-87BE-67443E8EF086}">
      <p15:sldGuideLst xmlns:p15="http://schemas.microsoft.com/office/powerpoint/2012/main">
        <p15:guide id="1" pos="181">
          <p15:clr>
            <a:srgbClr val="FBAE40"/>
          </p15:clr>
        </p15:guide>
        <p15:guide id="2" orient="horz" pos="1704">
          <p15:clr>
            <a:srgbClr val="FBAE40"/>
          </p15:clr>
        </p15:guide>
        <p15:guide id="3" orient="horz" pos="2688">
          <p15:clr>
            <a:srgbClr val="FBAE40"/>
          </p15:clr>
        </p15:guide>
        <p15:guide id="4" orient="horz" pos="2341">
          <p15:clr>
            <a:srgbClr val="FBAE40"/>
          </p15:clr>
        </p15:guide>
        <p15:guide id="5" orient="horz" pos="2999">
          <p15:clr>
            <a:srgbClr val="FBAE40"/>
          </p15:clr>
        </p15:guide>
        <p15:guide id="7" orient="horz" pos="4144">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Cover with Image or Illustration">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F6B4F408-95BC-730E-4114-45641ED46491}"/>
              </a:ext>
            </a:extLst>
          </p:cNvPr>
          <p:cNvSpPr/>
          <p:nvPr userDrawn="1"/>
        </p:nvSpPr>
        <p:spPr bwMode="gray">
          <a:xfrm>
            <a:off x="0" y="0"/>
            <a:ext cx="12195175" cy="6858000"/>
          </a:xfrm>
          <a:prstGeom prst="rect">
            <a:avLst/>
          </a:prstGeom>
          <a:solidFill>
            <a:schemeClr val="bg1"/>
          </a:solidFill>
          <a:ln w="15238" cap="flat">
            <a:noFill/>
            <a:prstDash val="solid"/>
            <a:miter/>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799"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3" name="Title"/>
          <p:cNvSpPr>
            <a:spLocks noGrp="1"/>
          </p:cNvSpPr>
          <p:nvPr>
            <p:ph type="title" hasCustomPrompt="1"/>
          </p:nvPr>
        </p:nvSpPr>
        <p:spPr>
          <a:xfrm>
            <a:off x="288000" y="4024430"/>
            <a:ext cx="10899174" cy="997196"/>
          </a:xfrm>
        </p:spPr>
        <p:txBody>
          <a:bodyPr vert="horz" wrap="square" lIns="0" tIns="0" rIns="0" bIns="0" rtlCol="0">
            <a:noAutofit/>
          </a:bodyPr>
          <a:lstStyle>
            <a:lvl1pPr>
              <a:lnSpc>
                <a:spcPct val="90000"/>
              </a:lnSpc>
              <a:defRPr lang="de-DE" sz="3599" b="0" i="0" dirty="0">
                <a:latin typeface="72 Brand Medium" panose="020B0504030603020204" pitchFamily="34" charset="0"/>
                <a:ea typeface="+mn-ea"/>
                <a:cs typeface="+mn-cs"/>
              </a:defRPr>
            </a:lvl1pPr>
          </a:lstStyle>
          <a:p>
            <a:pPr lvl="0"/>
            <a:r>
              <a:rPr lang="en-US"/>
              <a:t>Title Goes Here</a:t>
            </a:r>
            <a:br>
              <a:rPr lang="en-US"/>
            </a:br>
            <a:r>
              <a:rPr lang="en-US"/>
              <a:t>and Here and Here</a:t>
            </a:r>
          </a:p>
        </p:txBody>
      </p:sp>
      <p:sp>
        <p:nvSpPr>
          <p:cNvPr id="7" name="Picture Placeholder 6">
            <a:extLst>
              <a:ext uri="{FF2B5EF4-FFF2-40B4-BE49-F238E27FC236}">
                <a16:creationId xmlns:a16="http://schemas.microsoft.com/office/drawing/2014/main" id="{4FA78832-C268-4EC5-BB82-7F9D7F5B51B2}"/>
              </a:ext>
            </a:extLst>
          </p:cNvPr>
          <p:cNvSpPr>
            <a:spLocks noGrp="1"/>
          </p:cNvSpPr>
          <p:nvPr>
            <p:ph type="pic" sz="quarter" idx="16" hasCustomPrompt="1"/>
          </p:nvPr>
        </p:nvSpPr>
        <p:spPr>
          <a:xfrm>
            <a:off x="0" y="-1"/>
            <a:ext cx="12195175" cy="3430800"/>
          </a:xfrm>
        </p:spPr>
        <p:txBody>
          <a:bodyPr anchor="ctr" anchorCtr="0"/>
          <a:lstStyle>
            <a:lvl1pPr marL="0" marR="0" indent="0" algn="ctr" defTabSz="1088231" rtl="0" eaLnBrk="1" fontAlgn="auto" latinLnBrk="0" hangingPunct="1">
              <a:lnSpc>
                <a:spcPct val="100000"/>
              </a:lnSpc>
              <a:spcBef>
                <a:spcPts val="1799"/>
              </a:spcBef>
              <a:spcAft>
                <a:spcPts val="0"/>
              </a:spcAft>
              <a:buClr>
                <a:schemeClr val="accent1"/>
              </a:buClr>
              <a:buSzPct val="80000"/>
              <a:buFontTx/>
              <a:buNone/>
              <a:tabLst/>
              <a:defRPr/>
            </a:lvl1pPr>
          </a:lstStyle>
          <a:p>
            <a:pPr marL="0" marR="0" lvl="0" indent="0" algn="ctr" defTabSz="1088231" rtl="0" eaLnBrk="1" fontAlgn="auto" latinLnBrk="0" hangingPunct="1">
              <a:lnSpc>
                <a:spcPct val="100000"/>
              </a:lnSpc>
              <a:spcBef>
                <a:spcPts val="1799"/>
              </a:spcBef>
              <a:spcAft>
                <a:spcPts val="0"/>
              </a:spcAft>
              <a:buClr>
                <a:schemeClr val="accent1"/>
              </a:buClr>
              <a:buSzPct val="80000"/>
              <a:buFontTx/>
              <a:buNone/>
              <a:tabLst/>
              <a:defRPr/>
            </a:pPr>
            <a:r>
              <a:rPr lang="en-US"/>
              <a:t>Click to insert picture</a:t>
            </a:r>
          </a:p>
        </p:txBody>
      </p:sp>
      <p:pic>
        <p:nvPicPr>
          <p:cNvPr id="1161389390" name="LogoBlue-Dynamic" descr="{&quot;templafy&quot;:{&quot;id&quot;:&quot;ff6711c1-d70c-41fb-846d-d7f113da722f&quot;}}"/>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288007" y="6218600"/>
            <a:ext cx="2976807" cy="360000"/>
          </a:xfrm>
          <a:prstGeom prst="rect">
            <a:avLst/>
          </a:prstGeom>
        </p:spPr>
      </p:pic>
      <p:sp>
        <p:nvSpPr>
          <p:cNvPr id="9" name="Classification-Dynamic" descr="{&quot;templafy&quot;:{&quot;id&quot;:&quot;0736fb3b-fc4d-40d7-82c0-ea4a37b46ce3&quot;}}">
            <a:extLst>
              <a:ext uri="{FF2B5EF4-FFF2-40B4-BE49-F238E27FC236}">
                <a16:creationId xmlns:a16="http://schemas.microsoft.com/office/drawing/2014/main" id="{CE0C2033-6FDF-7DD6-E25C-C03296FDAD00}"/>
              </a:ext>
            </a:extLst>
          </p:cNvPr>
          <p:cNvSpPr txBox="1"/>
          <p:nvPr userDrawn="1"/>
        </p:nvSpPr>
        <p:spPr>
          <a:xfrm>
            <a:off x="282575" y="5724000"/>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a:solidFill>
                  <a:schemeClr val="tx1"/>
                </a:solidFill>
                <a:latin typeface="72 Brand" panose="020B0504030603020204" pitchFamily="34" charset="0"/>
                <a:ea typeface="72 Brand" pitchFamily="34" charset="-128"/>
                <a:cs typeface="72 Brand" pitchFamily="34" charset="-128"/>
              </a:rPr>
              <a:t>Public</a:t>
            </a:r>
          </a:p>
        </p:txBody>
      </p:sp>
    </p:spTree>
    <p:extLst>
      <p:ext uri="{BB962C8B-B14F-4D97-AF65-F5344CB8AC3E}">
        <p14:creationId xmlns:p14="http://schemas.microsoft.com/office/powerpoint/2010/main" val="208008635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7505">
          <p15:clr>
            <a:srgbClr val="FBAE40"/>
          </p15:clr>
        </p15:guide>
        <p15:guide id="2" orient="horz" pos="4144">
          <p15:clr>
            <a:srgbClr val="FBAE40"/>
          </p15:clr>
        </p15:guide>
        <p15:guide id="3" orient="horz" pos="2162">
          <p15:clr>
            <a:srgbClr val="FBAE40"/>
          </p15:clr>
        </p15:guide>
        <p15:guide id="4" pos="181">
          <p15:clr>
            <a:srgbClr val="FBAE40"/>
          </p15:clr>
        </p15:guide>
        <p15:guide id="5" orient="horz" pos="2534">
          <p15:clr>
            <a:srgbClr val="FBAE40"/>
          </p15:clr>
        </p15:guide>
        <p15:guide id="6" orient="horz" pos="3164">
          <p15:clr>
            <a:srgbClr val="FBAE40"/>
          </p15:clr>
        </p15:guide>
        <p15:guide id="7" orient="horz" pos="3232">
          <p15:clr>
            <a:srgbClr val="FBAE40"/>
          </p15:clr>
        </p15:guide>
        <p15:guide id="8" orient="horz" pos="3543">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White cover with green anvil">
    <p:bg>
      <p:bgRef idx="1001">
        <a:schemeClr val="bg1"/>
      </p:bgRef>
    </p:bg>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615A14AB-7A75-B899-CDA1-E311E201A837}"/>
              </a:ext>
            </a:extLst>
          </p:cNvPr>
          <p:cNvSpPr/>
          <p:nvPr userDrawn="1"/>
        </p:nvSpPr>
        <p:spPr bwMode="gray">
          <a:xfrm>
            <a:off x="0" y="0"/>
            <a:ext cx="12195175" cy="6858000"/>
          </a:xfrm>
          <a:prstGeom prst="rect">
            <a:avLst/>
          </a:prstGeom>
          <a:solidFill>
            <a:schemeClr val="bg1"/>
          </a:solidFill>
          <a:ln w="15238" cap="flat">
            <a:noFill/>
            <a:prstDash val="solid"/>
            <a:miter/>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799"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3" name="Anvil" descr="preencoded.png">
            <a:extLst>
              <a:ext uri="{FF2B5EF4-FFF2-40B4-BE49-F238E27FC236}">
                <a16:creationId xmlns:a16="http://schemas.microsoft.com/office/drawing/2014/main" id="{CAD3135A-95A0-606F-5A25-35CF890B232D}"/>
              </a:ext>
            </a:extLst>
          </p:cNvPr>
          <p:cNvSpPr/>
          <p:nvPr/>
        </p:nvSpPr>
        <p:spPr>
          <a:xfrm>
            <a:off x="5072442" y="1275475"/>
            <a:ext cx="6069341" cy="2991727"/>
          </a:xfrm>
          <a:custGeom>
            <a:avLst/>
            <a:gdLst>
              <a:gd name="connsiteX0" fmla="*/ 0 w 6069341"/>
              <a:gd name="connsiteY0" fmla="*/ 0 h 2991727"/>
              <a:gd name="connsiteX1" fmla="*/ 0 w 6069341"/>
              <a:gd name="connsiteY1" fmla="*/ 2991727 h 2991727"/>
              <a:gd name="connsiteX2" fmla="*/ 3084421 w 6069341"/>
              <a:gd name="connsiteY2" fmla="*/ 2991727 h 2991727"/>
              <a:gd name="connsiteX3" fmla="*/ 6069341 w 6069341"/>
              <a:gd name="connsiteY3" fmla="*/ 0 h 2991727"/>
              <a:gd name="connsiteX4" fmla="*/ 0 w 6069341"/>
              <a:gd name="connsiteY4" fmla="*/ 0 h 29917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69341" h="2991727">
                <a:moveTo>
                  <a:pt x="0" y="0"/>
                </a:moveTo>
                <a:lnTo>
                  <a:pt x="0" y="2991727"/>
                </a:lnTo>
                <a:lnTo>
                  <a:pt x="3084421" y="2991727"/>
                </a:lnTo>
                <a:lnTo>
                  <a:pt x="6069341" y="0"/>
                </a:lnTo>
                <a:lnTo>
                  <a:pt x="0" y="0"/>
                </a:lnTo>
                <a:close/>
              </a:path>
            </a:pathLst>
          </a:custGeom>
          <a:solidFill>
            <a:srgbClr val="97DD40"/>
          </a:solidFill>
          <a:ln w="7155" cap="flat">
            <a:noFill/>
            <a:prstDash val="solid"/>
            <a:miter/>
          </a:ln>
        </p:spPr>
        <p:txBody>
          <a:bodyPr rtlCol="0" anchor="ctr"/>
          <a:lstStyle/>
          <a:p>
            <a:endParaRPr lang="en-US" sz="1799" b="0" i="0">
              <a:latin typeface="72 Brand" panose="020B0504030603020204" pitchFamily="34" charset="0"/>
            </a:endParaRPr>
          </a:p>
        </p:txBody>
      </p:sp>
      <p:sp>
        <p:nvSpPr>
          <p:cNvPr id="4" name="Title">
            <a:extLst>
              <a:ext uri="{FF2B5EF4-FFF2-40B4-BE49-F238E27FC236}">
                <a16:creationId xmlns:a16="http://schemas.microsoft.com/office/drawing/2014/main" id="{D8805AE3-41BC-E9DB-1A66-ADF41EDBC899}"/>
              </a:ext>
            </a:extLst>
          </p:cNvPr>
          <p:cNvSpPr>
            <a:spLocks noGrp="1"/>
          </p:cNvSpPr>
          <p:nvPr>
            <p:ph type="title" hasCustomPrompt="1"/>
          </p:nvPr>
        </p:nvSpPr>
        <p:spPr>
          <a:xfrm>
            <a:off x="288000" y="2706317"/>
            <a:ext cx="6026739" cy="997196"/>
          </a:xfrm>
        </p:spPr>
        <p:txBody>
          <a:bodyPr>
            <a:noAutofit/>
          </a:bodyPr>
          <a:lstStyle>
            <a:lvl1pPr>
              <a:lnSpc>
                <a:spcPct val="90000"/>
              </a:lnSpc>
              <a:defRPr sz="3599" b="0" i="0">
                <a:latin typeface="72 Brand Medium" panose="020B0504030603020204" pitchFamily="34" charset="0"/>
                <a:cs typeface="72"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599" kern="0" err="1">
              <a:ea typeface="72 Brand" pitchFamily="34" charset="-128"/>
              <a:cs typeface="72 Brand" pitchFamily="34" charset="-128"/>
            </a:endParaRPr>
          </a:p>
        </p:txBody>
      </p:sp>
      <p:pic>
        <p:nvPicPr>
          <p:cNvPr id="501189808" name="LogoBlue-Dynamic" descr="{&quot;templafy&quot;:{&quot;id&quot;:&quot;ae12e3f8-e465-45f5-9784-8471d97730a7&quot;}}"/>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288007" y="360000"/>
            <a:ext cx="2976807" cy="360000"/>
          </a:xfrm>
          <a:prstGeom prst="rect">
            <a:avLst/>
          </a:prstGeom>
        </p:spPr>
      </p:pic>
      <p:sp>
        <p:nvSpPr>
          <p:cNvPr id="11" name="Classification-Dynamic" descr="{&quot;templafy&quot;:{&quot;id&quot;:&quot;0026fe50-c0e8-4b85-8ac1-ec99de711906&quot;}}">
            <a:extLst>
              <a:ext uri="{FF2B5EF4-FFF2-40B4-BE49-F238E27FC236}">
                <a16:creationId xmlns:a16="http://schemas.microsoft.com/office/drawing/2014/main" id="{62D91ACB-BD14-46CB-4B61-F4B072D877C0}"/>
              </a:ext>
            </a:extLst>
          </p:cNvPr>
          <p:cNvSpPr txBox="1"/>
          <p:nvPr userDrawn="1"/>
        </p:nvSpPr>
        <p:spPr>
          <a:xfrm>
            <a:off x="282575" y="5080814"/>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a:solidFill>
                  <a:schemeClr val="tx1"/>
                </a:solidFill>
                <a:latin typeface="72 Brand" panose="020B0504030603020204" pitchFamily="34" charset="0"/>
                <a:ea typeface="72 Brand" pitchFamily="34" charset="-128"/>
                <a:cs typeface="72 Brand" pitchFamily="34" charset="-128"/>
              </a:rPr>
              <a:t>Public</a:t>
            </a:r>
          </a:p>
        </p:txBody>
      </p:sp>
    </p:spTree>
    <p:extLst>
      <p:ext uri="{BB962C8B-B14F-4D97-AF65-F5344CB8AC3E}">
        <p14:creationId xmlns:p14="http://schemas.microsoft.com/office/powerpoint/2010/main" val="322452448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4">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Light blue cover with anvil">
    <p:bg>
      <p:bgRef idx="1001">
        <a:schemeClr val="bg1"/>
      </p:bgRef>
    </p:bg>
    <p:spTree>
      <p:nvGrpSpPr>
        <p:cNvPr id="1" name=""/>
        <p:cNvGrpSpPr/>
        <p:nvPr/>
      </p:nvGrpSpPr>
      <p:grpSpPr>
        <a:xfrm>
          <a:off x="0" y="0"/>
          <a:ext cx="0" cy="0"/>
          <a:chOff x="0" y="0"/>
          <a:chExt cx="0" cy="0"/>
        </a:xfrm>
      </p:grpSpPr>
      <p:sp>
        <p:nvSpPr>
          <p:cNvPr id="14" name="Background">
            <a:extLst>
              <a:ext uri="{FF2B5EF4-FFF2-40B4-BE49-F238E27FC236}">
                <a16:creationId xmlns:a16="http://schemas.microsoft.com/office/drawing/2014/main" id="{581FAEF7-1ACD-83AC-7B42-761E6A30387F}"/>
              </a:ext>
            </a:extLst>
          </p:cNvPr>
          <p:cNvSpPr/>
          <p:nvPr userDrawn="1"/>
        </p:nvSpPr>
        <p:spPr bwMode="gray">
          <a:xfrm>
            <a:off x="0" y="0"/>
            <a:ext cx="12195175" cy="6858000"/>
          </a:xfrm>
          <a:prstGeom prst="rect">
            <a:avLst/>
          </a:prstGeom>
          <a:solidFill>
            <a:srgbClr val="A6E0FF">
              <a:alpha val="42715"/>
            </a:srgbClr>
          </a:solidFill>
          <a:ln w="15238" cap="flat">
            <a:noFill/>
            <a:prstDash val="solid"/>
            <a:miter/>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799"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2" name="Anvil" descr="preencoded.png">
            <a:extLst>
              <a:ext uri="{FF2B5EF4-FFF2-40B4-BE49-F238E27FC236}">
                <a16:creationId xmlns:a16="http://schemas.microsoft.com/office/drawing/2014/main" id="{94093846-CC07-3993-CA62-86004F1C03F9}"/>
              </a:ext>
            </a:extLst>
          </p:cNvPr>
          <p:cNvSpPr/>
          <p:nvPr/>
        </p:nvSpPr>
        <p:spPr>
          <a:xfrm>
            <a:off x="2289866" y="1275475"/>
            <a:ext cx="8851917" cy="4363327"/>
          </a:xfrm>
          <a:custGeom>
            <a:avLst/>
            <a:gdLst>
              <a:gd name="connsiteX0" fmla="*/ 0 w 8851917"/>
              <a:gd name="connsiteY0" fmla="*/ 0 h 4363327"/>
              <a:gd name="connsiteX1" fmla="*/ 0 w 8851917"/>
              <a:gd name="connsiteY1" fmla="*/ 4363327 h 4363327"/>
              <a:gd name="connsiteX2" fmla="*/ 4498517 w 8851917"/>
              <a:gd name="connsiteY2" fmla="*/ 4363327 h 4363327"/>
              <a:gd name="connsiteX3" fmla="*/ 8851917 w 8851917"/>
              <a:gd name="connsiteY3" fmla="*/ 0 h 4363327"/>
              <a:gd name="connsiteX4" fmla="*/ 0 w 8851917"/>
              <a:gd name="connsiteY4" fmla="*/ 0 h 4363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1917" h="4363327">
                <a:moveTo>
                  <a:pt x="0" y="0"/>
                </a:moveTo>
                <a:lnTo>
                  <a:pt x="0" y="4363327"/>
                </a:lnTo>
                <a:lnTo>
                  <a:pt x="4498517" y="4363327"/>
                </a:lnTo>
                <a:lnTo>
                  <a:pt x="8851917" y="0"/>
                </a:lnTo>
                <a:lnTo>
                  <a:pt x="0" y="0"/>
                </a:lnTo>
                <a:close/>
              </a:path>
            </a:pathLst>
          </a:custGeom>
          <a:solidFill>
            <a:srgbClr val="A6E0FF"/>
          </a:solidFill>
          <a:ln w="15238" cap="flat">
            <a:noFill/>
            <a:prstDash val="solid"/>
            <a:miter/>
          </a:ln>
        </p:spPr>
        <p:txBody>
          <a:bodyPr rtlCol="0" anchor="ctr"/>
          <a:lstStyle/>
          <a:p>
            <a:endParaRPr lang="en-US" sz="1799" b="0" i="0">
              <a:latin typeface="72 Brand" panose="020B0504030603020204" pitchFamily="34" charset="0"/>
            </a:endParaRPr>
          </a:p>
        </p:txBody>
      </p:sp>
      <p:sp>
        <p:nvSpPr>
          <p:cNvPr id="8" name="Title">
            <a:extLst>
              <a:ext uri="{FF2B5EF4-FFF2-40B4-BE49-F238E27FC236}">
                <a16:creationId xmlns:a16="http://schemas.microsoft.com/office/drawing/2014/main" id="{1098B98B-8FDE-5B19-2FC7-97058A6B53FD}"/>
              </a:ext>
            </a:extLst>
          </p:cNvPr>
          <p:cNvSpPr>
            <a:spLocks noGrp="1"/>
          </p:cNvSpPr>
          <p:nvPr>
            <p:ph type="title" hasCustomPrompt="1"/>
          </p:nvPr>
        </p:nvSpPr>
        <p:spPr>
          <a:xfrm>
            <a:off x="288000" y="2706317"/>
            <a:ext cx="5929920" cy="997196"/>
          </a:xfrm>
        </p:spPr>
        <p:txBody>
          <a:bodyPr>
            <a:noAutofit/>
          </a:bodyPr>
          <a:lstStyle>
            <a:lvl1pPr>
              <a:lnSpc>
                <a:spcPct val="90000"/>
              </a:lnSpc>
              <a:defRPr sz="3599" b="0" i="0">
                <a:latin typeface="72 Brand Medium" panose="020B0504030603020204" pitchFamily="34" charset="0"/>
                <a:cs typeface="72"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599" kern="0" err="1">
              <a:ea typeface="72 Brand" pitchFamily="34" charset="-128"/>
              <a:cs typeface="72 Brand" pitchFamily="34" charset="-128"/>
            </a:endParaRPr>
          </a:p>
        </p:txBody>
      </p:sp>
      <p:pic>
        <p:nvPicPr>
          <p:cNvPr id="1162411828" name="LogoBlack-Dynamic" descr="{&quot;templafy&quot;:{&quot;id&quot;:&quot;2603b36d-70bc-4f06-8acd-e48db2e237ee&quot;}}"/>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288007" y="360000"/>
            <a:ext cx="2976807" cy="360000"/>
          </a:xfrm>
          <a:prstGeom prst="rect">
            <a:avLst/>
          </a:prstGeom>
        </p:spPr>
      </p:pic>
      <p:sp>
        <p:nvSpPr>
          <p:cNvPr id="3" name="Classification-Dynamic" descr="{&quot;templafy&quot;:{&quot;id&quot;:&quot;ad20c56a-2c2f-429e-b569-e89f17784161&quot;}}">
            <a:extLst>
              <a:ext uri="{FF2B5EF4-FFF2-40B4-BE49-F238E27FC236}">
                <a16:creationId xmlns:a16="http://schemas.microsoft.com/office/drawing/2014/main" id="{D417CEF6-1FCD-75B6-FA13-C583ECCE7BE5}"/>
              </a:ext>
            </a:extLst>
          </p:cNvPr>
          <p:cNvSpPr txBox="1"/>
          <p:nvPr userDrawn="1"/>
        </p:nvSpPr>
        <p:spPr>
          <a:xfrm>
            <a:off x="282575" y="5080814"/>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a:solidFill>
                  <a:schemeClr val="tx1"/>
                </a:solidFill>
                <a:latin typeface="72 Brand" panose="020B0504030603020204" pitchFamily="34" charset="0"/>
                <a:ea typeface="72 Brand" pitchFamily="34" charset="-128"/>
                <a:cs typeface="72 Brand" pitchFamily="34" charset="-128"/>
              </a:rPr>
              <a:t>Public</a:t>
            </a:r>
          </a:p>
        </p:txBody>
      </p:sp>
    </p:spTree>
    <p:extLst>
      <p:ext uri="{BB962C8B-B14F-4D97-AF65-F5344CB8AC3E}">
        <p14:creationId xmlns:p14="http://schemas.microsoft.com/office/powerpoint/2010/main" val="224411382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4">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Blue cover with anvil">
    <p:bg>
      <p:bgRef idx="1001">
        <a:schemeClr val="bg1"/>
      </p:bgRef>
    </p:bg>
    <p:spTree>
      <p:nvGrpSpPr>
        <p:cNvPr id="1" name=""/>
        <p:cNvGrpSpPr/>
        <p:nvPr/>
      </p:nvGrpSpPr>
      <p:grpSpPr>
        <a:xfrm>
          <a:off x="0" y="0"/>
          <a:ext cx="0" cy="0"/>
          <a:chOff x="0" y="0"/>
          <a:chExt cx="0" cy="0"/>
        </a:xfrm>
      </p:grpSpPr>
      <p:sp>
        <p:nvSpPr>
          <p:cNvPr id="7" name="background" descr="preencoded.png">
            <a:extLst>
              <a:ext uri="{FF2B5EF4-FFF2-40B4-BE49-F238E27FC236}">
                <a16:creationId xmlns:a16="http://schemas.microsoft.com/office/drawing/2014/main" id="{5F3BB899-74C3-EBF7-C191-EC2863B8F536}"/>
              </a:ext>
            </a:extLst>
          </p:cNvPr>
          <p:cNvSpPr/>
          <p:nvPr/>
        </p:nvSpPr>
        <p:spPr>
          <a:xfrm>
            <a:off x="0" y="0"/>
            <a:ext cx="12195175" cy="6858000"/>
          </a:xfrm>
          <a:custGeom>
            <a:avLst/>
            <a:gdLst>
              <a:gd name="connsiteX0" fmla="*/ 0 w 12195175"/>
              <a:gd name="connsiteY0" fmla="*/ 0 h 6858000"/>
              <a:gd name="connsiteX1" fmla="*/ 12195175 w 12195175"/>
              <a:gd name="connsiteY1" fmla="*/ 0 h 6858000"/>
              <a:gd name="connsiteX2" fmla="*/ 12195175 w 12195175"/>
              <a:gd name="connsiteY2" fmla="*/ 6858000 h 6858000"/>
              <a:gd name="connsiteX3" fmla="*/ 0 w 121951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5175" h="6858000">
                <a:moveTo>
                  <a:pt x="0" y="0"/>
                </a:moveTo>
                <a:lnTo>
                  <a:pt x="12195175" y="0"/>
                </a:lnTo>
                <a:lnTo>
                  <a:pt x="12195175" y="6858000"/>
                </a:lnTo>
                <a:lnTo>
                  <a:pt x="0" y="6858000"/>
                </a:lnTo>
                <a:close/>
              </a:path>
            </a:pathLst>
          </a:custGeom>
          <a:solidFill>
            <a:srgbClr val="1B90FF"/>
          </a:solidFill>
          <a:ln w="11289" cap="flat">
            <a:noFill/>
            <a:prstDash val="solid"/>
            <a:miter/>
          </a:ln>
        </p:spPr>
        <p:txBody>
          <a:bodyPr rtlCol="0" anchor="ctr"/>
          <a:lstStyle/>
          <a:p>
            <a:endParaRPr lang="en-US" sz="1799" b="0" i="0">
              <a:latin typeface="72 Brand" panose="020B0504030603020204" pitchFamily="34" charset="0"/>
            </a:endParaRPr>
          </a:p>
        </p:txBody>
      </p:sp>
      <p:sp>
        <p:nvSpPr>
          <p:cNvPr id="8" name="Anvil" descr="preencoded.png">
            <a:extLst>
              <a:ext uri="{FF2B5EF4-FFF2-40B4-BE49-F238E27FC236}">
                <a16:creationId xmlns:a16="http://schemas.microsoft.com/office/drawing/2014/main" id="{39A9B643-3B5A-F0D7-C3BF-3A81DE80FEB6}"/>
              </a:ext>
            </a:extLst>
          </p:cNvPr>
          <p:cNvSpPr/>
          <p:nvPr/>
        </p:nvSpPr>
        <p:spPr>
          <a:xfrm>
            <a:off x="287339" y="935666"/>
            <a:ext cx="6762048" cy="3333180"/>
          </a:xfrm>
          <a:custGeom>
            <a:avLst/>
            <a:gdLst>
              <a:gd name="connsiteX0" fmla="*/ 0 w 6762048"/>
              <a:gd name="connsiteY0" fmla="*/ 0 h 3333180"/>
              <a:gd name="connsiteX1" fmla="*/ 0 w 6762048"/>
              <a:gd name="connsiteY1" fmla="*/ 3333180 h 3333180"/>
              <a:gd name="connsiteX2" fmla="*/ 3436452 w 6762048"/>
              <a:gd name="connsiteY2" fmla="*/ 3333180 h 3333180"/>
              <a:gd name="connsiteX3" fmla="*/ 6762048 w 6762048"/>
              <a:gd name="connsiteY3" fmla="*/ 0 h 3333180"/>
              <a:gd name="connsiteX4" fmla="*/ 0 w 6762048"/>
              <a:gd name="connsiteY4" fmla="*/ 0 h 3333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62048" h="3333180">
                <a:moveTo>
                  <a:pt x="0" y="0"/>
                </a:moveTo>
                <a:lnTo>
                  <a:pt x="0" y="3333180"/>
                </a:lnTo>
                <a:lnTo>
                  <a:pt x="3436452" y="3333180"/>
                </a:lnTo>
                <a:lnTo>
                  <a:pt x="6762048" y="0"/>
                </a:lnTo>
                <a:lnTo>
                  <a:pt x="0" y="0"/>
                </a:lnTo>
                <a:close/>
              </a:path>
            </a:pathLst>
          </a:custGeom>
          <a:solidFill>
            <a:srgbClr val="002A86"/>
          </a:solidFill>
          <a:ln w="9264" cap="flat">
            <a:noFill/>
            <a:prstDash val="solid"/>
            <a:miter/>
          </a:ln>
        </p:spPr>
        <p:txBody>
          <a:bodyPr rtlCol="0" anchor="ctr"/>
          <a:lstStyle/>
          <a:p>
            <a:endParaRPr lang="en-US" sz="1799" b="0" i="0">
              <a:latin typeface="72 Brand" panose="020B0504030603020204" pitchFamily="34" charset="0"/>
            </a:endParaRPr>
          </a:p>
        </p:txBody>
      </p:sp>
      <p:sp>
        <p:nvSpPr>
          <p:cNvPr id="4" name="Title">
            <a:extLst>
              <a:ext uri="{FF2B5EF4-FFF2-40B4-BE49-F238E27FC236}">
                <a16:creationId xmlns:a16="http://schemas.microsoft.com/office/drawing/2014/main" id="{709C0759-3773-C728-D6A6-855D822107FE}"/>
              </a:ext>
            </a:extLst>
          </p:cNvPr>
          <p:cNvSpPr>
            <a:spLocks noGrp="1"/>
          </p:cNvSpPr>
          <p:nvPr>
            <p:ph type="title" hasCustomPrompt="1"/>
          </p:nvPr>
        </p:nvSpPr>
        <p:spPr>
          <a:xfrm>
            <a:off x="288001" y="2706317"/>
            <a:ext cx="6876593" cy="997196"/>
          </a:xfrm>
        </p:spPr>
        <p:txBody>
          <a:bodyPr>
            <a:noAutofit/>
          </a:bodyPr>
          <a:lstStyle>
            <a:lvl1pPr>
              <a:lnSpc>
                <a:spcPct val="90000"/>
              </a:lnSpc>
              <a:defRPr sz="3599" b="0" i="0">
                <a:solidFill>
                  <a:schemeClr val="bg1"/>
                </a:solidFill>
                <a:latin typeface="72 Brand Medium" panose="020B0504030603020204" pitchFamily="34" charset="0"/>
                <a:cs typeface="72"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599" kern="0" err="1">
              <a:ea typeface="72 Brand" pitchFamily="34" charset="-128"/>
              <a:cs typeface="72 Brand" pitchFamily="34" charset="-128"/>
            </a:endParaRPr>
          </a:p>
        </p:txBody>
      </p:sp>
      <p:pic>
        <p:nvPicPr>
          <p:cNvPr id="1158267831" name="LogoWhite-Dynamic" descr="{&quot;templafy&quot;:{&quot;id&quot;:&quot;4a369827-7ff0-445a-a1e9-fd412bf4413f&quot;}}"/>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288007" y="360000"/>
            <a:ext cx="2976807" cy="360000"/>
          </a:xfrm>
          <a:prstGeom prst="rect">
            <a:avLst/>
          </a:prstGeom>
        </p:spPr>
      </p:pic>
      <p:sp>
        <p:nvSpPr>
          <p:cNvPr id="3" name="Classification-Dynamic" descr="{&quot;templafy&quot;:{&quot;id&quot;:&quot;df799ccc-3aea-4262-985f-cf1174029f65&quot;}}">
            <a:extLst>
              <a:ext uri="{FF2B5EF4-FFF2-40B4-BE49-F238E27FC236}">
                <a16:creationId xmlns:a16="http://schemas.microsoft.com/office/drawing/2014/main" id="{D67AB148-356D-F356-4E6C-9664D9EB9DF3}"/>
              </a:ext>
            </a:extLst>
          </p:cNvPr>
          <p:cNvSpPr txBox="1"/>
          <p:nvPr userDrawn="1"/>
        </p:nvSpPr>
        <p:spPr>
          <a:xfrm>
            <a:off x="282575" y="5080814"/>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a:solidFill>
                  <a:schemeClr val="bg1"/>
                </a:solidFill>
                <a:latin typeface="72 Brand" panose="020B0504030603020204" pitchFamily="34" charset="0"/>
                <a:ea typeface="72 Brand" pitchFamily="34" charset="-128"/>
                <a:cs typeface="72 Brand" pitchFamily="34" charset="-128"/>
              </a:rPr>
              <a:t>Public</a:t>
            </a:r>
          </a:p>
        </p:txBody>
      </p:sp>
    </p:spTree>
    <p:extLst>
      <p:ext uri="{BB962C8B-B14F-4D97-AF65-F5344CB8AC3E}">
        <p14:creationId xmlns:p14="http://schemas.microsoft.com/office/powerpoint/2010/main" val="198442380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4">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Teal cover with anvil ">
    <p:bg>
      <p:bgRef idx="1001">
        <a:schemeClr val="bg1"/>
      </p:bgRef>
    </p:bg>
    <p:spTree>
      <p:nvGrpSpPr>
        <p:cNvPr id="1" name=""/>
        <p:cNvGrpSpPr/>
        <p:nvPr/>
      </p:nvGrpSpPr>
      <p:grpSpPr>
        <a:xfrm>
          <a:off x="0" y="0"/>
          <a:ext cx="0" cy="0"/>
          <a:chOff x="0" y="0"/>
          <a:chExt cx="0" cy="0"/>
        </a:xfrm>
      </p:grpSpPr>
      <p:sp>
        <p:nvSpPr>
          <p:cNvPr id="5" name="Background" descr="preencoded.png">
            <a:extLst>
              <a:ext uri="{FF2B5EF4-FFF2-40B4-BE49-F238E27FC236}">
                <a16:creationId xmlns:a16="http://schemas.microsoft.com/office/drawing/2014/main" id="{5F3BB899-74C3-EBF7-C191-EC2863B8F536}"/>
              </a:ext>
            </a:extLst>
          </p:cNvPr>
          <p:cNvSpPr/>
          <p:nvPr/>
        </p:nvSpPr>
        <p:spPr>
          <a:xfrm>
            <a:off x="0" y="0"/>
            <a:ext cx="12195175" cy="6858000"/>
          </a:xfrm>
          <a:custGeom>
            <a:avLst/>
            <a:gdLst>
              <a:gd name="connsiteX0" fmla="*/ 0 w 12195175"/>
              <a:gd name="connsiteY0" fmla="*/ 0 h 6858000"/>
              <a:gd name="connsiteX1" fmla="*/ 12195175 w 12195175"/>
              <a:gd name="connsiteY1" fmla="*/ 0 h 6858000"/>
              <a:gd name="connsiteX2" fmla="*/ 12195175 w 12195175"/>
              <a:gd name="connsiteY2" fmla="*/ 6858000 h 6858000"/>
              <a:gd name="connsiteX3" fmla="*/ 0 w 121951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5175" h="6858000">
                <a:moveTo>
                  <a:pt x="0" y="0"/>
                </a:moveTo>
                <a:lnTo>
                  <a:pt x="12195175" y="0"/>
                </a:lnTo>
                <a:lnTo>
                  <a:pt x="12195175" y="6858000"/>
                </a:lnTo>
                <a:lnTo>
                  <a:pt x="0" y="6858000"/>
                </a:lnTo>
                <a:close/>
              </a:path>
            </a:pathLst>
          </a:custGeom>
          <a:solidFill>
            <a:srgbClr val="00CEAC"/>
          </a:solidFill>
          <a:ln w="11289" cap="flat">
            <a:noFill/>
            <a:prstDash val="solid"/>
            <a:miter/>
          </a:ln>
        </p:spPr>
        <p:txBody>
          <a:bodyPr rtlCol="0" anchor="ctr"/>
          <a:lstStyle/>
          <a:p>
            <a:endParaRPr lang="en-US" sz="1799" b="0" i="0">
              <a:latin typeface="72 Brand" panose="020B0504030603020204" pitchFamily="34" charset="0"/>
            </a:endParaRPr>
          </a:p>
        </p:txBody>
      </p:sp>
      <p:sp>
        <p:nvSpPr>
          <p:cNvPr id="6" name="Anvil" descr="preencoded.png">
            <a:extLst>
              <a:ext uri="{FF2B5EF4-FFF2-40B4-BE49-F238E27FC236}">
                <a16:creationId xmlns:a16="http://schemas.microsoft.com/office/drawing/2014/main" id="{F36DF1A0-33EF-D4BF-029F-2435A3EF8C01}"/>
              </a:ext>
            </a:extLst>
          </p:cNvPr>
          <p:cNvSpPr/>
          <p:nvPr/>
        </p:nvSpPr>
        <p:spPr>
          <a:xfrm>
            <a:off x="870434" y="989324"/>
            <a:ext cx="9187967" cy="4528975"/>
          </a:xfrm>
          <a:custGeom>
            <a:avLst/>
            <a:gdLst>
              <a:gd name="connsiteX0" fmla="*/ 0 w 9187967"/>
              <a:gd name="connsiteY0" fmla="*/ 0 h 4528975"/>
              <a:gd name="connsiteX1" fmla="*/ 0 w 9187967"/>
              <a:gd name="connsiteY1" fmla="*/ 4528975 h 4528975"/>
              <a:gd name="connsiteX2" fmla="*/ 4669297 w 9187967"/>
              <a:gd name="connsiteY2" fmla="*/ 4528975 h 4528975"/>
              <a:gd name="connsiteX3" fmla="*/ 9187967 w 9187967"/>
              <a:gd name="connsiteY3" fmla="*/ 0 h 4528975"/>
              <a:gd name="connsiteX4" fmla="*/ 0 w 9187967"/>
              <a:gd name="connsiteY4" fmla="*/ 0 h 4528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7967" h="4528975">
                <a:moveTo>
                  <a:pt x="0" y="0"/>
                </a:moveTo>
                <a:lnTo>
                  <a:pt x="0" y="4528975"/>
                </a:lnTo>
                <a:lnTo>
                  <a:pt x="4669297" y="4528975"/>
                </a:lnTo>
                <a:lnTo>
                  <a:pt x="9187967" y="0"/>
                </a:lnTo>
                <a:lnTo>
                  <a:pt x="0" y="0"/>
                </a:lnTo>
                <a:close/>
              </a:path>
            </a:pathLst>
          </a:custGeom>
          <a:solidFill>
            <a:srgbClr val="63EDD4"/>
          </a:solidFill>
          <a:ln w="12596" cap="flat">
            <a:noFill/>
            <a:prstDash val="solid"/>
            <a:miter/>
          </a:ln>
        </p:spPr>
        <p:txBody>
          <a:bodyPr rtlCol="0" anchor="ctr"/>
          <a:lstStyle/>
          <a:p>
            <a:endParaRPr lang="en-US" sz="1799" b="0" i="0">
              <a:latin typeface="72 Brand" panose="020B0504030603020204" pitchFamily="34" charset="0"/>
            </a:endParaRPr>
          </a:p>
        </p:txBody>
      </p:sp>
      <p:sp>
        <p:nvSpPr>
          <p:cNvPr id="9" name="Title">
            <a:extLst>
              <a:ext uri="{FF2B5EF4-FFF2-40B4-BE49-F238E27FC236}">
                <a16:creationId xmlns:a16="http://schemas.microsoft.com/office/drawing/2014/main" id="{5515F5CA-E76C-CC3B-68A7-37E88873AB4B}"/>
              </a:ext>
            </a:extLst>
          </p:cNvPr>
          <p:cNvSpPr>
            <a:spLocks noGrp="1"/>
          </p:cNvSpPr>
          <p:nvPr>
            <p:ph type="title" hasCustomPrompt="1"/>
          </p:nvPr>
        </p:nvSpPr>
        <p:spPr>
          <a:xfrm>
            <a:off x="288000" y="2706317"/>
            <a:ext cx="5929920" cy="997196"/>
          </a:xfrm>
        </p:spPr>
        <p:txBody>
          <a:bodyPr>
            <a:noAutofit/>
          </a:bodyPr>
          <a:lstStyle>
            <a:lvl1pPr>
              <a:lnSpc>
                <a:spcPct val="90000"/>
              </a:lnSpc>
              <a:defRPr sz="3599" b="0" i="0">
                <a:latin typeface="72 Brand Medium" panose="020B0504030603020204" pitchFamily="34" charset="0"/>
                <a:cs typeface="72"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599" kern="0" err="1">
              <a:ea typeface="72 Brand" pitchFamily="34" charset="-128"/>
              <a:cs typeface="72 Brand" pitchFamily="34" charset="-128"/>
            </a:endParaRPr>
          </a:p>
        </p:txBody>
      </p:sp>
      <p:pic>
        <p:nvPicPr>
          <p:cNvPr id="1279837013" name="LogoBlack-Dynamic" descr="{&quot;templafy&quot;:{&quot;id&quot;:&quot;6f4104b1-a58c-4cae-b61f-1b3b50dc563a&quot;}}"/>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288007" y="360000"/>
            <a:ext cx="2976807" cy="360000"/>
          </a:xfrm>
          <a:prstGeom prst="rect">
            <a:avLst/>
          </a:prstGeom>
        </p:spPr>
      </p:pic>
      <p:sp>
        <p:nvSpPr>
          <p:cNvPr id="3" name="Classification-Dynamic" descr="{&quot;templafy&quot;:{&quot;id&quot;:&quot;f1f8c4bb-93a4-4c72-959f-d0b1c83959ca&quot;}}">
            <a:extLst>
              <a:ext uri="{FF2B5EF4-FFF2-40B4-BE49-F238E27FC236}">
                <a16:creationId xmlns:a16="http://schemas.microsoft.com/office/drawing/2014/main" id="{BBFBBDC3-D031-6041-465D-9F7147F423CF}"/>
              </a:ext>
            </a:extLst>
          </p:cNvPr>
          <p:cNvSpPr txBox="1"/>
          <p:nvPr userDrawn="1"/>
        </p:nvSpPr>
        <p:spPr>
          <a:xfrm>
            <a:off x="282575" y="5080814"/>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a:solidFill>
                  <a:schemeClr val="tx1"/>
                </a:solidFill>
                <a:latin typeface="72 Brand" panose="020B0504030603020204" pitchFamily="34" charset="0"/>
                <a:ea typeface="72 Brand" pitchFamily="34" charset="-128"/>
                <a:cs typeface="72 Brand" pitchFamily="34" charset="-128"/>
              </a:rPr>
              <a:t>Public</a:t>
            </a:r>
          </a:p>
        </p:txBody>
      </p:sp>
    </p:spTree>
    <p:extLst>
      <p:ext uri="{BB962C8B-B14F-4D97-AF65-F5344CB8AC3E}">
        <p14:creationId xmlns:p14="http://schemas.microsoft.com/office/powerpoint/2010/main" val="57596148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4">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With cover with image">
    <p:bg>
      <p:bgRef idx="1001">
        <a:schemeClr val="bg1"/>
      </p:bgRef>
    </p:bg>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83FFCA81-9D1B-7BE9-9F97-BEDB3E67519A}"/>
              </a:ext>
            </a:extLst>
          </p:cNvPr>
          <p:cNvSpPr/>
          <p:nvPr userDrawn="1"/>
        </p:nvSpPr>
        <p:spPr bwMode="gray">
          <a:xfrm>
            <a:off x="0" y="0"/>
            <a:ext cx="12195175" cy="6858000"/>
          </a:xfrm>
          <a:prstGeom prst="rect">
            <a:avLst/>
          </a:prstGeom>
          <a:solidFill>
            <a:schemeClr val="bg1"/>
          </a:solidFill>
          <a:ln w="15238" cap="flat">
            <a:noFill/>
            <a:prstDash val="solid"/>
            <a:miter/>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799"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6" name="Picture Placeholder 5">
            <a:extLst>
              <a:ext uri="{FF2B5EF4-FFF2-40B4-BE49-F238E27FC236}">
                <a16:creationId xmlns:a16="http://schemas.microsoft.com/office/drawing/2014/main" id="{28860E7D-5DEB-5F1B-5AAF-4C41BD1A7778}"/>
              </a:ext>
            </a:extLst>
          </p:cNvPr>
          <p:cNvSpPr>
            <a:spLocks noGrp="1"/>
          </p:cNvSpPr>
          <p:nvPr>
            <p:ph type="pic" sz="quarter" idx="15" hasCustomPrompt="1"/>
          </p:nvPr>
        </p:nvSpPr>
        <p:spPr>
          <a:xfrm>
            <a:off x="6108700" y="0"/>
            <a:ext cx="6086475" cy="6858000"/>
          </a:xfrm>
        </p:spPr>
        <p:txBody>
          <a:bodyPr anchor="ctr" anchorCtr="0"/>
          <a:lstStyle>
            <a:lvl1pPr algn="ctr">
              <a:defRPr/>
            </a:lvl1pPr>
          </a:lstStyle>
          <a:p>
            <a:r>
              <a:rPr lang="en-US"/>
              <a:t>Click to insert picture</a:t>
            </a:r>
          </a:p>
        </p:txBody>
      </p:sp>
      <p:pic>
        <p:nvPicPr>
          <p:cNvPr id="28936725" name="Acquired Company Logo Placeholder" descr="{&quot;templafy&quot;:{&quot;id&quot;:&quot;e24a6e43-600a-4c6b-89de-bcf3787a4fa8&quot;}}" hidden="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82575" y="2141327"/>
            <a:ext cx="4125924" cy="266010"/>
          </a:xfrm>
          <a:prstGeom prst="rect">
            <a:avLst/>
          </a:prstGeom>
        </p:spPr>
      </p:pic>
      <p:sp>
        <p:nvSpPr>
          <p:cNvPr id="4" name="Title">
            <a:extLst>
              <a:ext uri="{FF2B5EF4-FFF2-40B4-BE49-F238E27FC236}">
                <a16:creationId xmlns:a16="http://schemas.microsoft.com/office/drawing/2014/main" id="{D8805AE3-41BC-E9DB-1A66-ADF41EDBC899}"/>
              </a:ext>
            </a:extLst>
          </p:cNvPr>
          <p:cNvSpPr>
            <a:spLocks noGrp="1"/>
          </p:cNvSpPr>
          <p:nvPr>
            <p:ph type="title" hasCustomPrompt="1"/>
          </p:nvPr>
        </p:nvSpPr>
        <p:spPr>
          <a:xfrm>
            <a:off x="288000" y="2706317"/>
            <a:ext cx="6026739" cy="997196"/>
          </a:xfrm>
        </p:spPr>
        <p:txBody>
          <a:bodyPr>
            <a:noAutofit/>
          </a:bodyPr>
          <a:lstStyle>
            <a:lvl1pPr>
              <a:lnSpc>
                <a:spcPct val="90000"/>
              </a:lnSpc>
              <a:defRPr sz="3599" b="0" i="0">
                <a:latin typeface="72 Brand Medium" panose="020B0504030603020204" pitchFamily="34" charset="0"/>
                <a:cs typeface="72"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599" kern="0" err="1">
              <a:ea typeface="72 Brand" pitchFamily="34" charset="-128"/>
              <a:cs typeface="72 Brand" pitchFamily="34" charset="-128"/>
            </a:endParaRPr>
          </a:p>
        </p:txBody>
      </p:sp>
      <p:pic>
        <p:nvPicPr>
          <p:cNvPr id="1248045560" name="LogoBlue-Dynamic" descr="{&quot;templafy&quot;:{&quot;id&quot;:&quot;4024df68-0eaa-4ab8-963b-44c51db109c1&quot;}}"/>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88007" y="360000"/>
            <a:ext cx="2976807" cy="360000"/>
          </a:xfrm>
          <a:prstGeom prst="rect">
            <a:avLst/>
          </a:prstGeom>
        </p:spPr>
      </p:pic>
      <p:sp>
        <p:nvSpPr>
          <p:cNvPr id="3" name="Classification-Dynamic" descr="{&quot;templafy&quot;:{&quot;id&quot;:&quot;d7149b64-d245-48ca-8437-5b8e8acbcd55&quot;}}">
            <a:extLst>
              <a:ext uri="{FF2B5EF4-FFF2-40B4-BE49-F238E27FC236}">
                <a16:creationId xmlns:a16="http://schemas.microsoft.com/office/drawing/2014/main" id="{4A078429-99DD-7555-B0F4-FEF46FD297B0}"/>
              </a:ext>
            </a:extLst>
          </p:cNvPr>
          <p:cNvSpPr txBox="1"/>
          <p:nvPr userDrawn="1"/>
        </p:nvSpPr>
        <p:spPr>
          <a:xfrm>
            <a:off x="282575" y="5080814"/>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a:solidFill>
                  <a:schemeClr val="tx1"/>
                </a:solidFill>
                <a:latin typeface="72 Brand" panose="020B0504030603020204" pitchFamily="34" charset="0"/>
                <a:ea typeface="72 Brand" pitchFamily="34" charset="-128"/>
                <a:cs typeface="72 Brand" pitchFamily="34" charset="-128"/>
              </a:rPr>
              <a:t>Public</a:t>
            </a:r>
          </a:p>
        </p:txBody>
      </p:sp>
    </p:spTree>
    <p:extLst>
      <p:ext uri="{BB962C8B-B14F-4D97-AF65-F5344CB8AC3E}">
        <p14:creationId xmlns:p14="http://schemas.microsoft.com/office/powerpoint/2010/main" val="76792001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4">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Blue cover with anvil and image">
    <p:bg>
      <p:bgRef idx="1001">
        <a:schemeClr val="bg1"/>
      </p:bgRef>
    </p:bg>
    <p:spTree>
      <p:nvGrpSpPr>
        <p:cNvPr id="1" name=""/>
        <p:cNvGrpSpPr/>
        <p:nvPr/>
      </p:nvGrpSpPr>
      <p:grpSpPr>
        <a:xfrm>
          <a:off x="0" y="0"/>
          <a:ext cx="0" cy="0"/>
          <a:chOff x="0" y="0"/>
          <a:chExt cx="0" cy="0"/>
        </a:xfrm>
      </p:grpSpPr>
      <p:sp>
        <p:nvSpPr>
          <p:cNvPr id="7" name="Background" descr="preencoded.png">
            <a:extLst>
              <a:ext uri="{FF2B5EF4-FFF2-40B4-BE49-F238E27FC236}">
                <a16:creationId xmlns:a16="http://schemas.microsoft.com/office/drawing/2014/main" id="{9DE307C8-D1C3-00E2-C5B0-2A7EBB981384}"/>
              </a:ext>
            </a:extLst>
          </p:cNvPr>
          <p:cNvSpPr/>
          <p:nvPr/>
        </p:nvSpPr>
        <p:spPr>
          <a:xfrm>
            <a:off x="0" y="2"/>
            <a:ext cx="12195175" cy="6861495"/>
          </a:xfrm>
          <a:custGeom>
            <a:avLst/>
            <a:gdLst>
              <a:gd name="connsiteX0" fmla="*/ 0 w 12195175"/>
              <a:gd name="connsiteY0" fmla="*/ 0 h 6861495"/>
              <a:gd name="connsiteX1" fmla="*/ 12195175 w 12195175"/>
              <a:gd name="connsiteY1" fmla="*/ 0 h 6861495"/>
              <a:gd name="connsiteX2" fmla="*/ 12195175 w 12195175"/>
              <a:gd name="connsiteY2" fmla="*/ 6861496 h 6861495"/>
              <a:gd name="connsiteX3" fmla="*/ 0 w 12195175"/>
              <a:gd name="connsiteY3" fmla="*/ 6861496 h 6861495"/>
            </a:gdLst>
            <a:ahLst/>
            <a:cxnLst>
              <a:cxn ang="0">
                <a:pos x="connsiteX0" y="connsiteY0"/>
              </a:cxn>
              <a:cxn ang="0">
                <a:pos x="connsiteX1" y="connsiteY1"/>
              </a:cxn>
              <a:cxn ang="0">
                <a:pos x="connsiteX2" y="connsiteY2"/>
              </a:cxn>
              <a:cxn ang="0">
                <a:pos x="connsiteX3" y="connsiteY3"/>
              </a:cxn>
            </a:cxnLst>
            <a:rect l="l" t="t" r="r" b="b"/>
            <a:pathLst>
              <a:path w="12195175" h="6861495">
                <a:moveTo>
                  <a:pt x="0" y="0"/>
                </a:moveTo>
                <a:lnTo>
                  <a:pt x="12195175" y="0"/>
                </a:lnTo>
                <a:lnTo>
                  <a:pt x="12195175" y="6861496"/>
                </a:lnTo>
                <a:lnTo>
                  <a:pt x="0" y="6861496"/>
                </a:lnTo>
                <a:close/>
              </a:path>
            </a:pathLst>
          </a:custGeom>
          <a:solidFill>
            <a:srgbClr val="0057D2"/>
          </a:solidFill>
          <a:ln w="10160" cap="flat">
            <a:noFill/>
            <a:prstDash val="solid"/>
            <a:miter/>
          </a:ln>
        </p:spPr>
        <p:txBody>
          <a:bodyPr rtlCol="0" anchor="ctr"/>
          <a:lstStyle/>
          <a:p>
            <a:endParaRPr lang="en-US" sz="1799" b="0" i="0">
              <a:latin typeface="72 Brand" panose="020B0504030603020204" pitchFamily="34" charset="0"/>
            </a:endParaRPr>
          </a:p>
        </p:txBody>
      </p:sp>
      <p:sp>
        <p:nvSpPr>
          <p:cNvPr id="6" name="Anvil" descr="preencoded.png">
            <a:extLst>
              <a:ext uri="{FF2B5EF4-FFF2-40B4-BE49-F238E27FC236}">
                <a16:creationId xmlns:a16="http://schemas.microsoft.com/office/drawing/2014/main" id="{6C575B3E-49FD-8450-F2CB-84C6E7A1153D}"/>
              </a:ext>
            </a:extLst>
          </p:cNvPr>
          <p:cNvSpPr/>
          <p:nvPr/>
        </p:nvSpPr>
        <p:spPr>
          <a:xfrm>
            <a:off x="752355" y="1156532"/>
            <a:ext cx="5613722" cy="2756252"/>
          </a:xfrm>
          <a:custGeom>
            <a:avLst/>
            <a:gdLst>
              <a:gd name="connsiteX0" fmla="*/ 0 w 5613722"/>
              <a:gd name="connsiteY0" fmla="*/ 0 h 2756252"/>
              <a:gd name="connsiteX1" fmla="*/ 0 w 5613722"/>
              <a:gd name="connsiteY1" fmla="*/ 2756252 h 2756252"/>
              <a:gd name="connsiteX2" fmla="*/ 2852875 w 5613722"/>
              <a:gd name="connsiteY2" fmla="*/ 2756252 h 2756252"/>
              <a:gd name="connsiteX3" fmla="*/ 5613722 w 5613722"/>
              <a:gd name="connsiteY3" fmla="*/ 0 h 2756252"/>
              <a:gd name="connsiteX4" fmla="*/ 0 w 5613722"/>
              <a:gd name="connsiteY4" fmla="*/ 0 h 27562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13722" h="2756252">
                <a:moveTo>
                  <a:pt x="0" y="0"/>
                </a:moveTo>
                <a:lnTo>
                  <a:pt x="0" y="2756252"/>
                </a:lnTo>
                <a:lnTo>
                  <a:pt x="2852875" y="2756252"/>
                </a:lnTo>
                <a:lnTo>
                  <a:pt x="5613722" y="0"/>
                </a:lnTo>
                <a:lnTo>
                  <a:pt x="0" y="0"/>
                </a:lnTo>
                <a:close/>
              </a:path>
            </a:pathLst>
          </a:custGeom>
          <a:solidFill>
            <a:srgbClr val="1B90FF"/>
          </a:solidFill>
          <a:ln w="9273" cap="flat">
            <a:noFill/>
            <a:prstDash val="solid"/>
            <a:miter/>
          </a:ln>
        </p:spPr>
        <p:txBody>
          <a:bodyPr rtlCol="0" anchor="ctr"/>
          <a:lstStyle/>
          <a:p>
            <a:endParaRPr lang="en-US" sz="1799" b="0" i="0">
              <a:latin typeface="72 Brand" panose="020B0504030603020204" pitchFamily="34" charset="0"/>
            </a:endParaRPr>
          </a:p>
        </p:txBody>
      </p:sp>
      <p:sp>
        <p:nvSpPr>
          <p:cNvPr id="13" name="Picture Placeholder 12">
            <a:extLst>
              <a:ext uri="{FF2B5EF4-FFF2-40B4-BE49-F238E27FC236}">
                <a16:creationId xmlns:a16="http://schemas.microsoft.com/office/drawing/2014/main" id="{FF6D8674-EA25-0C87-7F7A-4B6FFA7F1F14}"/>
              </a:ext>
            </a:extLst>
          </p:cNvPr>
          <p:cNvSpPr>
            <a:spLocks noGrp="1"/>
          </p:cNvSpPr>
          <p:nvPr>
            <p:ph type="pic" sz="quarter" idx="10" hasCustomPrompt="1"/>
          </p:nvPr>
        </p:nvSpPr>
        <p:spPr>
          <a:xfrm>
            <a:off x="7836063" y="0"/>
            <a:ext cx="4359114" cy="6858000"/>
          </a:xfrm>
        </p:spPr>
        <p:txBody>
          <a:bodyPr anchor="ctr" anchorCtr="0"/>
          <a:lstStyle>
            <a:lvl1pPr algn="ctr">
              <a:defRPr>
                <a:solidFill>
                  <a:schemeClr val="bg1"/>
                </a:solidFill>
              </a:defRPr>
            </a:lvl1pPr>
          </a:lstStyle>
          <a:p>
            <a:r>
              <a:rPr lang="en-US"/>
              <a:t>Click to insert picture</a:t>
            </a:r>
          </a:p>
        </p:txBody>
      </p:sp>
      <p:sp>
        <p:nvSpPr>
          <p:cNvPr id="4" name="Title">
            <a:extLst>
              <a:ext uri="{FF2B5EF4-FFF2-40B4-BE49-F238E27FC236}">
                <a16:creationId xmlns:a16="http://schemas.microsoft.com/office/drawing/2014/main" id="{A222ABC1-A03E-5EDE-02E2-6F3794850CC1}"/>
              </a:ext>
            </a:extLst>
          </p:cNvPr>
          <p:cNvSpPr>
            <a:spLocks noGrp="1"/>
          </p:cNvSpPr>
          <p:nvPr>
            <p:ph type="title" hasCustomPrompt="1"/>
          </p:nvPr>
        </p:nvSpPr>
        <p:spPr>
          <a:xfrm>
            <a:off x="440401" y="2206502"/>
            <a:ext cx="5529704" cy="997196"/>
          </a:xfrm>
        </p:spPr>
        <p:txBody>
          <a:bodyPr>
            <a:noAutofit/>
          </a:bodyPr>
          <a:lstStyle>
            <a:lvl1pPr>
              <a:lnSpc>
                <a:spcPct val="90000"/>
              </a:lnSpc>
              <a:defRPr sz="3599" b="0" i="0">
                <a:solidFill>
                  <a:schemeClr val="bg1"/>
                </a:solidFill>
                <a:latin typeface="72 Brand Medium" panose="020B0504030603020204"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599" kern="0" err="1">
              <a:ea typeface="72 Brand" pitchFamily="34" charset="-128"/>
              <a:cs typeface="72 Brand" pitchFamily="34" charset="-128"/>
            </a:endParaRPr>
          </a:p>
        </p:txBody>
      </p:sp>
      <p:pic>
        <p:nvPicPr>
          <p:cNvPr id="831202049" name="LogoWhite-Dynamic" descr="{&quot;templafy&quot;:{&quot;id&quot;:&quot;48bf9d87-23c4-45d0-ac7b-1c3deb62678f&quot;}}"/>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288007" y="360000"/>
            <a:ext cx="2976807" cy="360000"/>
          </a:xfrm>
          <a:prstGeom prst="rect">
            <a:avLst/>
          </a:prstGeom>
        </p:spPr>
      </p:pic>
      <p:sp>
        <p:nvSpPr>
          <p:cNvPr id="5" name="Classification-Dynamic" descr="{&quot;templafy&quot;:{&quot;id&quot;:&quot;499a7801-1664-4961-b5f2-bbf47d110cd3&quot;}}">
            <a:extLst>
              <a:ext uri="{FF2B5EF4-FFF2-40B4-BE49-F238E27FC236}">
                <a16:creationId xmlns:a16="http://schemas.microsoft.com/office/drawing/2014/main" id="{7A6CB977-D711-D436-9DC2-AAFCC56F9CAA}"/>
              </a:ext>
            </a:extLst>
          </p:cNvPr>
          <p:cNvSpPr txBox="1"/>
          <p:nvPr userDrawn="1"/>
        </p:nvSpPr>
        <p:spPr>
          <a:xfrm>
            <a:off x="440401" y="5080814"/>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a:solidFill>
                  <a:schemeClr val="bg1"/>
                </a:solidFill>
                <a:latin typeface="72 Brand" panose="020B0504030603020204" pitchFamily="34" charset="0"/>
                <a:ea typeface="72 Brand" pitchFamily="34" charset="-128"/>
                <a:cs typeface="72 Brand" pitchFamily="34" charset="-128"/>
              </a:rPr>
              <a:t>Public</a:t>
            </a:r>
          </a:p>
        </p:txBody>
      </p:sp>
    </p:spTree>
    <p:extLst>
      <p:ext uri="{BB962C8B-B14F-4D97-AF65-F5344CB8AC3E}">
        <p14:creationId xmlns:p14="http://schemas.microsoft.com/office/powerpoint/2010/main" val="353643380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4">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Agenda items placeholder"/>
          <p:cNvSpPr>
            <a:spLocks noGrp="1"/>
          </p:cNvSpPr>
          <p:nvPr>
            <p:ph type="body" sz="quarter" idx="10" hasCustomPrompt="1"/>
          </p:nvPr>
        </p:nvSpPr>
        <p:spPr>
          <a:xfrm>
            <a:off x="504000" y="1548000"/>
            <a:ext cx="11185200" cy="4787900"/>
          </a:xfrm>
        </p:spPr>
        <p:txBody>
          <a:bodyPr>
            <a:noAutofit/>
          </a:bodyPr>
          <a:lstStyle>
            <a:lvl1pPr marL="0" marR="0" indent="0" algn="l" defTabSz="1088231" rtl="0" eaLnBrk="1" fontAlgn="auto" latinLnBrk="0" hangingPunct="1">
              <a:lnSpc>
                <a:spcPct val="100000"/>
              </a:lnSpc>
              <a:spcBef>
                <a:spcPts val="2999"/>
              </a:spcBef>
              <a:spcAft>
                <a:spcPts val="0"/>
              </a:spcAft>
              <a:buClr>
                <a:schemeClr val="accent1"/>
              </a:buClr>
              <a:buSzPct val="80000"/>
              <a:buFontTx/>
              <a:buNone/>
              <a:tabLst/>
              <a:defRPr sz="1999" b="0"/>
            </a:lvl1pPr>
            <a:lvl2pPr marL="179910" marR="0" indent="-179910" algn="l" defTabSz="1088231" rtl="0" eaLnBrk="1" fontAlgn="auto" latinLnBrk="0" hangingPunct="1">
              <a:lnSpc>
                <a:spcPct val="100000"/>
              </a:lnSpc>
              <a:spcBef>
                <a:spcPts val="600"/>
              </a:spcBef>
              <a:spcAft>
                <a:spcPts val="0"/>
              </a:spcAft>
              <a:buClr>
                <a:schemeClr val="tx1"/>
              </a:buClr>
              <a:buSzPct val="100000"/>
              <a:buFont typeface="Arial" panose="020B0604020202020204" pitchFamily="34" charset="0"/>
              <a:buChar char="•"/>
              <a:tabLst/>
              <a:defRPr sz="1799"/>
            </a:lvl2pPr>
            <a:lvl3pPr marL="359820" marR="0" indent="-179298" algn="l" defTabSz="1088231" rtl="0" eaLnBrk="1" fontAlgn="auto" latinLnBrk="0" hangingPunct="1">
              <a:lnSpc>
                <a:spcPct val="100000"/>
              </a:lnSpc>
              <a:spcBef>
                <a:spcPts val="400"/>
              </a:spcBef>
              <a:spcAft>
                <a:spcPts val="0"/>
              </a:spcAft>
              <a:buClr>
                <a:schemeClr val="tx1"/>
              </a:buClr>
              <a:buSzPct val="100000"/>
              <a:buFont typeface="Arial" pitchFamily="34" charset="0"/>
              <a:buChar char="–"/>
              <a:tabLst/>
              <a:defRPr sz="1799" baseline="0"/>
            </a:lvl3pPr>
            <a:lvl4pPr marL="539730" marR="0" indent="-179910" algn="l" defTabSz="1088231" rtl="0" eaLnBrk="1" fontAlgn="auto" latinLnBrk="0" hangingPunct="1">
              <a:lnSpc>
                <a:spcPct val="100000"/>
              </a:lnSpc>
              <a:spcBef>
                <a:spcPts val="250"/>
              </a:spcBef>
              <a:spcAft>
                <a:spcPts val="0"/>
              </a:spcAft>
              <a:buClr>
                <a:schemeClr val="tx1"/>
              </a:buClr>
              <a:buSzPct val="100000"/>
              <a:buFont typeface="Courier New" pitchFamily="49" charset="0"/>
              <a:buChar char="o"/>
              <a:tabLst/>
              <a:defRPr sz="1600"/>
            </a:lvl4pPr>
            <a:lvl5pPr>
              <a:buClr>
                <a:schemeClr val="accent2"/>
              </a:buClr>
              <a:buFont typeface="Arial" pitchFamily="34" charset="0"/>
              <a:buChar char="–"/>
              <a:defRPr/>
            </a:lvl5pPr>
          </a:lstStyle>
          <a:p>
            <a:pPr lvl="0"/>
            <a:r>
              <a:rPr lang="en-US"/>
              <a:t>Agenda Item/Divider Headline</a:t>
            </a:r>
          </a:p>
          <a:p>
            <a:pPr lvl="1"/>
            <a:r>
              <a:rPr lang="en-US"/>
              <a:t>Details</a:t>
            </a:r>
          </a:p>
        </p:txBody>
      </p:sp>
      <p:sp>
        <p:nvSpPr>
          <p:cNvPr id="3" name="Agenda title"/>
          <p:cNvSpPr>
            <a:spLocks noGrp="1"/>
          </p:cNvSpPr>
          <p:nvPr>
            <p:ph type="title" hasCustomPrompt="1"/>
          </p:nvPr>
        </p:nvSpPr>
        <p:spPr>
          <a:xfrm>
            <a:off x="504000" y="505381"/>
            <a:ext cx="11186476" cy="369332"/>
          </a:xfrm>
        </p:spPr>
        <p:txBody>
          <a:bodyPr/>
          <a:lstStyle>
            <a:lvl1pPr>
              <a:defRPr b="0" i="0">
                <a:latin typeface="72 Brand Medium" panose="020B0504030603020204" pitchFamily="34" charset="0"/>
              </a:defRPr>
            </a:lvl1pPr>
          </a:lstStyle>
          <a:p>
            <a:r>
              <a:rPr lang="en-US"/>
              <a:t>Agenda</a:t>
            </a:r>
          </a:p>
        </p:txBody>
      </p:sp>
    </p:spTree>
    <p:extLst>
      <p:ext uri="{BB962C8B-B14F-4D97-AF65-F5344CB8AC3E}">
        <p14:creationId xmlns:p14="http://schemas.microsoft.com/office/powerpoint/2010/main" val="2394483882"/>
      </p:ext>
    </p:extLst>
  </p:cSld>
  <p:clrMapOvr>
    <a:masterClrMapping/>
  </p:clrMapOvr>
  <p:extLst>
    <p:ext uri="{DCECCB84-F9BA-43D5-87BE-67443E8EF086}">
      <p15:sldGuideLst xmlns:p15="http://schemas.microsoft.com/office/powerpoint/2012/main">
        <p15:guide id="1" pos="326">
          <p15:clr>
            <a:srgbClr val="FBAE40"/>
          </p15:clr>
        </p15:guide>
        <p15:guide id="2" orient="horz" pos="958">
          <p15:clr>
            <a:srgbClr val="FBAE40"/>
          </p15:clr>
        </p15:guide>
        <p15:guide id="3" pos="7364">
          <p15:clr>
            <a:srgbClr val="FBAE40"/>
          </p15:clr>
        </p15:guide>
        <p15:guide id="4" orient="horz" pos="316">
          <p15:clr>
            <a:srgbClr val="FBAE40"/>
          </p15:clr>
        </p15:guide>
        <p15:guide id="5" orient="horz" pos="551">
          <p15:clr>
            <a:srgbClr val="FBAE40"/>
          </p15:clr>
        </p15:guide>
        <p15:guide id="6" orient="horz" pos="3997">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Divider Page">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black">
          <a:xfrm>
            <a:off x="504000" y="3090446"/>
            <a:ext cx="11185200" cy="677108"/>
          </a:xfrm>
        </p:spPr>
        <p:txBody>
          <a:bodyPr anchor="ctr" anchorCtr="0">
            <a:noAutofit/>
          </a:bodyPr>
          <a:lstStyle>
            <a:lvl1pPr>
              <a:defRPr sz="4399" b="0" i="0">
                <a:solidFill>
                  <a:schemeClr val="tx1"/>
                </a:solidFill>
                <a:latin typeface="72 Brand Medium" panose="020B0504030603020204" pitchFamily="34" charset="0"/>
              </a:defRPr>
            </a:lvl1pPr>
          </a:lstStyle>
          <a:p>
            <a:r>
              <a:rPr lang="en-US"/>
              <a:t>Divider page</a:t>
            </a:r>
            <a:endParaRPr lang="de-DE"/>
          </a:p>
        </p:txBody>
      </p:sp>
    </p:spTree>
    <p:extLst>
      <p:ext uri="{BB962C8B-B14F-4D97-AF65-F5344CB8AC3E}">
        <p14:creationId xmlns:p14="http://schemas.microsoft.com/office/powerpoint/2010/main" val="3029152478"/>
      </p:ext>
    </p:extLst>
  </p:cSld>
  <p:clrMapOvr>
    <a:masterClrMapping/>
  </p:clrMapOvr>
  <p:hf sldNum="0" hdr="0" ftr="0" dt="0"/>
  <p:extLst>
    <p:ext uri="{DCECCB84-F9BA-43D5-87BE-67443E8EF086}">
      <p15:sldGuideLst xmlns:p15="http://schemas.microsoft.com/office/powerpoint/2012/main">
        <p15:guide id="1" pos="303">
          <p15:clr>
            <a:srgbClr val="FBAE40"/>
          </p15:clr>
        </p15:guide>
        <p15:guide id="2" orient="horz" pos="2160">
          <p15:clr>
            <a:srgbClr val="FBAE40"/>
          </p15:clr>
        </p15:guide>
        <p15:guide id="3" pos="7364">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Divider Page with Image">
    <p:spTree>
      <p:nvGrpSpPr>
        <p:cNvPr id="1" name=""/>
        <p:cNvGrpSpPr/>
        <p:nvPr/>
      </p:nvGrpSpPr>
      <p:grpSpPr>
        <a:xfrm>
          <a:off x="0" y="0"/>
          <a:ext cx="0" cy="0"/>
          <a:chOff x="0" y="0"/>
          <a:chExt cx="0" cy="0"/>
        </a:xfrm>
      </p:grpSpPr>
      <p:sp>
        <p:nvSpPr>
          <p:cNvPr id="4" name="Divider image placeholder"/>
          <p:cNvSpPr>
            <a:spLocks noGrp="1"/>
          </p:cNvSpPr>
          <p:nvPr>
            <p:ph type="pic" sz="quarter" idx="12" hasCustomPrompt="1"/>
          </p:nvPr>
        </p:nvSpPr>
        <p:spPr bwMode="gray">
          <a:xfrm>
            <a:off x="1" y="3427200"/>
            <a:ext cx="12195175" cy="3430800"/>
          </a:xfrm>
          <a:noFill/>
        </p:spPr>
        <p:txBody>
          <a:bodyPr tIns="324000"/>
          <a:lstStyle>
            <a:lvl1pPr marL="0" marR="0" indent="0" algn="ctr" defTabSz="1088231" rtl="0" eaLnBrk="1" fontAlgn="auto" latinLnBrk="0" hangingPunct="1">
              <a:lnSpc>
                <a:spcPct val="100000"/>
              </a:lnSpc>
              <a:spcBef>
                <a:spcPts val="1200"/>
              </a:spcBef>
              <a:spcAft>
                <a:spcPts val="0"/>
              </a:spcAft>
              <a:buClr>
                <a:schemeClr val="accent1"/>
              </a:buClr>
              <a:buSzPct val="80000"/>
              <a:buFontTx/>
              <a:buNone/>
              <a:tabLst/>
              <a:defRPr sz="1600">
                <a:solidFill>
                  <a:schemeClr val="tx1"/>
                </a:solidFill>
              </a:defRPr>
            </a:lvl1pPr>
          </a:lstStyle>
          <a:p>
            <a:pPr marL="0" marR="0" lvl="0" indent="0" algn="ctr" defTabSz="1088231" rtl="0" eaLnBrk="1" fontAlgn="auto" latinLnBrk="0" hangingPunct="1">
              <a:lnSpc>
                <a:spcPct val="100000"/>
              </a:lnSpc>
              <a:spcBef>
                <a:spcPts val="1200"/>
              </a:spcBef>
              <a:spcAft>
                <a:spcPts val="0"/>
              </a:spcAft>
              <a:buClr>
                <a:schemeClr val="accent1"/>
              </a:buClr>
              <a:buSzPct val="80000"/>
              <a:buFontTx/>
              <a:buNone/>
              <a:tabLst/>
              <a:defRPr/>
            </a:pPr>
            <a:r>
              <a:rPr lang="en-US"/>
              <a:t>Placeholder for image and illustration</a:t>
            </a:r>
          </a:p>
        </p:txBody>
      </p:sp>
      <p:sp>
        <p:nvSpPr>
          <p:cNvPr id="2" name="Divider text"/>
          <p:cNvSpPr>
            <a:spLocks noGrp="1"/>
          </p:cNvSpPr>
          <p:nvPr>
            <p:ph type="ctrTitle" hasCustomPrompt="1"/>
          </p:nvPr>
        </p:nvSpPr>
        <p:spPr bwMode="black">
          <a:xfrm>
            <a:off x="504000" y="1375046"/>
            <a:ext cx="11185200" cy="677108"/>
          </a:xfrm>
        </p:spPr>
        <p:txBody>
          <a:bodyPr anchor="t" anchorCtr="0">
            <a:noAutofit/>
          </a:bodyPr>
          <a:lstStyle>
            <a:lvl1pPr>
              <a:defRPr sz="4399" b="0" i="0">
                <a:solidFill>
                  <a:schemeClr val="tx1"/>
                </a:solidFill>
                <a:latin typeface="72 Brand Medium" panose="020B0504030603020204" pitchFamily="34" charset="0"/>
              </a:defRPr>
            </a:lvl1pPr>
          </a:lstStyle>
          <a:p>
            <a:r>
              <a:rPr lang="en-US"/>
              <a:t>Divider page</a:t>
            </a:r>
            <a:endParaRPr lang="de-DE"/>
          </a:p>
        </p:txBody>
      </p:sp>
    </p:spTree>
    <p:extLst>
      <p:ext uri="{BB962C8B-B14F-4D97-AF65-F5344CB8AC3E}">
        <p14:creationId xmlns:p14="http://schemas.microsoft.com/office/powerpoint/2010/main" val="747431041"/>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2" pos="7364">
          <p15:clr>
            <a:srgbClr val="FBAE40"/>
          </p15:clr>
        </p15:guide>
        <p15:guide id="3" pos="303">
          <p15:clr>
            <a:srgbClr val="FBAE40"/>
          </p15:clr>
        </p15:guide>
        <p15:guide id="4" orient="horz" pos="865">
          <p15:clr>
            <a:srgbClr val="FBAE40"/>
          </p15:clr>
        </p15:guide>
        <p15:guide id="5" orient="horz" pos="1294">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1_Divider Page with Image">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black">
          <a:xfrm>
            <a:off x="504000" y="1375046"/>
            <a:ext cx="11185200" cy="677108"/>
          </a:xfrm>
        </p:spPr>
        <p:txBody>
          <a:bodyPr anchor="t" anchorCtr="0">
            <a:noAutofit/>
          </a:bodyPr>
          <a:lstStyle>
            <a:lvl1pPr>
              <a:defRPr sz="4399" b="0" i="0">
                <a:solidFill>
                  <a:schemeClr val="tx1"/>
                </a:solidFill>
                <a:latin typeface="72 Brand Medium" panose="020B0504030603020204" pitchFamily="34" charset="0"/>
              </a:defRPr>
            </a:lvl1pPr>
          </a:lstStyle>
          <a:p>
            <a:r>
              <a:rPr lang="en-US"/>
              <a:t>Divider page</a:t>
            </a:r>
            <a:endParaRPr lang="de-DE"/>
          </a:p>
        </p:txBody>
      </p:sp>
    </p:spTree>
    <p:extLst>
      <p:ext uri="{BB962C8B-B14F-4D97-AF65-F5344CB8AC3E}">
        <p14:creationId xmlns:p14="http://schemas.microsoft.com/office/powerpoint/2010/main" val="2714965555"/>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2" pos="7364">
          <p15:clr>
            <a:srgbClr val="FBAE40"/>
          </p15:clr>
        </p15:guide>
        <p15:guide id="3" pos="303">
          <p15:clr>
            <a:srgbClr val="FBAE40"/>
          </p15:clr>
        </p15:guide>
        <p15:guide id="4" orient="horz" pos="865">
          <p15:clr>
            <a:srgbClr val="FBAE40"/>
          </p15:clr>
        </p15:guide>
        <p15:guide id="5" orient="horz" pos="1294">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p:cNvSpPr>
            <a:spLocks noGrp="1"/>
          </p:cNvSpPr>
          <p:nvPr>
            <p:ph type="title" hasCustomPrompt="1"/>
          </p:nvPr>
        </p:nvSpPr>
        <p:spPr/>
        <p:txBody>
          <a:bodyPr/>
          <a:lstStyle>
            <a:lvl1pPr>
              <a:defRPr b="0" i="0">
                <a:latin typeface="72 Brand Medium" panose="020B0504030603020204" pitchFamily="34" charset="0"/>
              </a:defRPr>
            </a:lvl1pPr>
          </a:lstStyle>
          <a:p>
            <a:r>
              <a:rPr lang="en-US" noProof="0"/>
              <a:t>Insert page title (sentence case)</a:t>
            </a:r>
            <a:endParaRPr lang="en-US"/>
          </a:p>
        </p:txBody>
      </p:sp>
    </p:spTree>
    <p:extLst>
      <p:ext uri="{BB962C8B-B14F-4D97-AF65-F5344CB8AC3E}">
        <p14:creationId xmlns:p14="http://schemas.microsoft.com/office/powerpoint/2010/main" val="1741820928"/>
      </p:ext>
    </p:extLst>
  </p:cSld>
  <p:clrMapOvr>
    <a:masterClrMapping/>
  </p:clrMapOvr>
  <p:extLst>
    <p:ext uri="{DCECCB84-F9BA-43D5-87BE-67443E8EF086}">
      <p15:sldGuideLst xmlns:p15="http://schemas.microsoft.com/office/powerpoint/2012/main">
        <p15:guide id="1" pos="303">
          <p15:clr>
            <a:srgbClr val="FBAE40"/>
          </p15:clr>
        </p15:guide>
        <p15:guide id="2" orient="horz" pos="317">
          <p15:clr>
            <a:srgbClr val="FBAE40"/>
          </p15:clr>
        </p15:guide>
        <p15:guide id="3" pos="7364">
          <p15:clr>
            <a:srgbClr val="FBAE40"/>
          </p15:clr>
        </p15:guide>
        <p15:guide id="4" orient="horz" pos="551">
          <p15:clr>
            <a:srgbClr val="FBAE40"/>
          </p15:clr>
        </p15:guide>
        <p15:guide id="5" orient="horz" pos="3992">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4" name="Text placeholder"/>
          <p:cNvSpPr>
            <a:spLocks noGrp="1"/>
          </p:cNvSpPr>
          <p:nvPr>
            <p:ph type="body" sz="quarter" idx="10" hasCustomPrompt="1"/>
          </p:nvPr>
        </p:nvSpPr>
        <p:spPr>
          <a:xfrm>
            <a:off x="504001" y="1548000"/>
            <a:ext cx="11186477" cy="4787900"/>
          </a:xfrm>
        </p:spPr>
        <p:txBody>
          <a:bodyPr/>
          <a:lstStyle>
            <a:lvl1pPr>
              <a:defRPr/>
            </a:lvl1pPr>
          </a:lstStyle>
          <a:p>
            <a:pPr lvl="0"/>
            <a:r>
              <a:rPr lang="en-GB"/>
              <a:t>Start typing to add text without a bullet point. To add a bullet point, place the cursor at the start of this line and press tab.</a:t>
            </a:r>
            <a:endParaRPr lang="en-US" noProof="0"/>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4001" y="504000"/>
            <a:ext cx="11186476" cy="369332"/>
          </a:xfrm>
        </p:spPr>
        <p:txBody>
          <a:bodyPr/>
          <a:lstStyle>
            <a:lvl1pPr>
              <a:defRPr b="0"/>
            </a:lvl1pPr>
          </a:lstStyle>
          <a:p>
            <a:r>
              <a:rPr lang="en-US" noProof="0"/>
              <a:t>Insert page title (sentence case)</a:t>
            </a:r>
            <a:endParaRPr lang="en-US"/>
          </a:p>
        </p:txBody>
      </p:sp>
    </p:spTree>
    <p:extLst>
      <p:ext uri="{BB962C8B-B14F-4D97-AF65-F5344CB8AC3E}">
        <p14:creationId xmlns:p14="http://schemas.microsoft.com/office/powerpoint/2010/main" val="181244482"/>
      </p:ext>
    </p:extLst>
  </p:cSld>
  <p:clrMapOvr>
    <a:masterClrMapping/>
  </p:clrMapOvr>
  <p:extLst>
    <p:ext uri="{DCECCB84-F9BA-43D5-87BE-67443E8EF086}">
      <p15:sldGuideLst xmlns:p15="http://schemas.microsoft.com/office/powerpoint/2012/main">
        <p15:guide id="1" pos="303">
          <p15:clr>
            <a:srgbClr val="FBAE40"/>
          </p15:clr>
        </p15:guide>
        <p15:guide id="2" orient="horz" pos="3997">
          <p15:clr>
            <a:srgbClr val="FBAE40"/>
          </p15:clr>
        </p15:guide>
        <p15:guide id="3" pos="7364">
          <p15:clr>
            <a:srgbClr val="FBAE40"/>
          </p15:clr>
        </p15:guide>
        <p15:guide id="4" orient="horz" pos="318">
          <p15:clr>
            <a:srgbClr val="FBAE40"/>
          </p15:clr>
        </p15:guide>
        <p15:guide id="5" orient="horz" pos="552">
          <p15:clr>
            <a:srgbClr val="FBAE40"/>
          </p15:clr>
        </p15:guide>
        <p15:guide id="6" orient="horz" pos="958">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5" name="Text placeholder - column 2"/>
          <p:cNvSpPr>
            <a:spLocks noGrp="1"/>
          </p:cNvSpPr>
          <p:nvPr>
            <p:ph type="body" sz="quarter" idx="11" hasCustomPrompt="1"/>
          </p:nvPr>
        </p:nvSpPr>
        <p:spPr>
          <a:xfrm>
            <a:off x="6362477" y="1548000"/>
            <a:ext cx="5328000" cy="47879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4" name="Text placeholder - column 1"/>
          <p:cNvSpPr>
            <a:spLocks noGrp="1"/>
          </p:cNvSpPr>
          <p:nvPr>
            <p:ph type="body" sz="quarter" idx="10" hasCustomPrompt="1"/>
          </p:nvPr>
        </p:nvSpPr>
        <p:spPr>
          <a:xfrm>
            <a:off x="504001" y="1548000"/>
            <a:ext cx="5328000" cy="47879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3399498475"/>
      </p:ext>
    </p:extLst>
  </p:cSld>
  <p:clrMapOvr>
    <a:masterClrMapping/>
  </p:clrMapOvr>
  <p:extLst>
    <p:ext uri="{DCECCB84-F9BA-43D5-87BE-67443E8EF086}">
      <p15:sldGuideLst xmlns:p15="http://schemas.microsoft.com/office/powerpoint/2012/main">
        <p15:guide id="1" pos="326">
          <p15:clr>
            <a:srgbClr val="FBAE40"/>
          </p15:clr>
        </p15:guide>
        <p15:guide id="2" orient="horz" pos="3997">
          <p15:clr>
            <a:srgbClr val="FBAE40"/>
          </p15:clr>
        </p15:guide>
        <p15:guide id="3" pos="7364">
          <p15:clr>
            <a:srgbClr val="FBAE40"/>
          </p15:clr>
        </p15:guide>
        <p15:guide id="4" pos="3674">
          <p15:clr>
            <a:srgbClr val="FBAE40"/>
          </p15:clr>
        </p15:guide>
        <p15:guide id="5" pos="4007">
          <p15:clr>
            <a:srgbClr val="FBAE40"/>
          </p15:clr>
        </p15:guide>
        <p15:guide id="6" orient="horz" pos="317">
          <p15:clr>
            <a:srgbClr val="FBAE40"/>
          </p15:clr>
        </p15:guide>
        <p15:guide id="7" orient="horz" pos="551">
          <p15:clr>
            <a:srgbClr val="FBAE40"/>
          </p15:clr>
        </p15:guide>
        <p15:guide id="8" orient="horz" pos="958">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8126477" y="1548000"/>
            <a:ext cx="3564000" cy="47879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6" name="Text Placeholder - column 2"/>
          <p:cNvSpPr>
            <a:spLocks noGrp="1"/>
          </p:cNvSpPr>
          <p:nvPr>
            <p:ph type="body" sz="quarter" idx="12" hasCustomPrompt="1"/>
          </p:nvPr>
        </p:nvSpPr>
        <p:spPr>
          <a:xfrm>
            <a:off x="4315238" y="1548000"/>
            <a:ext cx="3564000" cy="47879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4" name="Text Placeholder - column 1"/>
          <p:cNvSpPr>
            <a:spLocks noGrp="1"/>
          </p:cNvSpPr>
          <p:nvPr>
            <p:ph type="body" sz="quarter" idx="10" hasCustomPrompt="1"/>
          </p:nvPr>
        </p:nvSpPr>
        <p:spPr>
          <a:xfrm>
            <a:off x="504000" y="1548000"/>
            <a:ext cx="3564000" cy="47879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1903254387"/>
      </p:ext>
    </p:extLst>
  </p:cSld>
  <p:clrMapOvr>
    <a:masterClrMapping/>
  </p:clrMapOvr>
  <p:extLst>
    <p:ext uri="{DCECCB84-F9BA-43D5-87BE-67443E8EF086}">
      <p15:sldGuideLst xmlns:p15="http://schemas.microsoft.com/office/powerpoint/2012/main">
        <p15:guide id="1" pos="317">
          <p15:clr>
            <a:srgbClr val="FBAE40"/>
          </p15:clr>
        </p15:guide>
        <p15:guide id="2" orient="horz" pos="317">
          <p15:clr>
            <a:srgbClr val="FBAE40"/>
          </p15:clr>
        </p15:guide>
        <p15:guide id="3" pos="2563">
          <p15:clr>
            <a:srgbClr val="FBAE40"/>
          </p15:clr>
        </p15:guide>
        <p15:guide id="4" pos="2717">
          <p15:clr>
            <a:srgbClr val="FBAE40"/>
          </p15:clr>
        </p15:guide>
        <p15:guide id="5" pos="4964">
          <p15:clr>
            <a:srgbClr val="FBAE40"/>
          </p15:clr>
        </p15:guide>
        <p15:guide id="6" pos="5119">
          <p15:clr>
            <a:srgbClr val="FBAE40"/>
          </p15:clr>
        </p15:guide>
        <p15:guide id="7" pos="7364">
          <p15:clr>
            <a:srgbClr val="FBAE40"/>
          </p15:clr>
        </p15:guide>
        <p15:guide id="8" orient="horz" pos="551">
          <p15:clr>
            <a:srgbClr val="FBAE40"/>
          </p15:clr>
        </p15:guide>
        <p15:guide id="9" orient="horz" pos="958">
          <p15:clr>
            <a:srgbClr val="FBAE40"/>
          </p15:clr>
        </p15:guide>
        <p15:guide id="10" orient="horz" pos="3997">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2 Columns - Text and Images">
    <p:spTree>
      <p:nvGrpSpPr>
        <p:cNvPr id="1" name=""/>
        <p:cNvGrpSpPr/>
        <p:nvPr/>
      </p:nvGrpSpPr>
      <p:grpSpPr>
        <a:xfrm>
          <a:off x="0" y="0"/>
          <a:ext cx="0" cy="0"/>
          <a:chOff x="0" y="0"/>
          <a:chExt cx="0" cy="0"/>
        </a:xfrm>
      </p:grpSpPr>
      <p:sp>
        <p:nvSpPr>
          <p:cNvPr id="17" name="Text placeholder 2"/>
          <p:cNvSpPr>
            <a:spLocks noGrp="1"/>
          </p:cNvSpPr>
          <p:nvPr>
            <p:ph type="body" sz="quarter" idx="13" hasCustomPrompt="1"/>
          </p:nvPr>
        </p:nvSpPr>
        <p:spPr>
          <a:xfrm>
            <a:off x="6362477" y="4770000"/>
            <a:ext cx="5328000" cy="1575238"/>
          </a:xfrm>
        </p:spPr>
        <p:txBody>
          <a:bodyPr/>
          <a:lstStyle>
            <a:lvl1pPr>
              <a:spcBef>
                <a:spcPts val="600"/>
              </a:spcBef>
              <a:defRPr sz="1799"/>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2"/>
          <p:cNvSpPr>
            <a:spLocks noGrp="1"/>
          </p:cNvSpPr>
          <p:nvPr>
            <p:ph type="pic" sz="quarter" idx="14" hasCustomPrompt="1"/>
          </p:nvPr>
        </p:nvSpPr>
        <p:spPr bwMode="gray">
          <a:xfrm>
            <a:off x="6362477" y="1548002"/>
            <a:ext cx="5328000" cy="2792593"/>
          </a:xfrm>
          <a:noFill/>
        </p:spPr>
        <p:txBody>
          <a:bodyPr vert="horz" lIns="0" tIns="180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3" name="Text placeholder 1"/>
          <p:cNvSpPr>
            <a:spLocks noGrp="1"/>
          </p:cNvSpPr>
          <p:nvPr>
            <p:ph type="body" sz="quarter" idx="10" hasCustomPrompt="1"/>
          </p:nvPr>
        </p:nvSpPr>
        <p:spPr>
          <a:xfrm>
            <a:off x="504001" y="4770000"/>
            <a:ext cx="5328000" cy="1575238"/>
          </a:xfrm>
        </p:spPr>
        <p:txBody>
          <a:bodyPr/>
          <a:lstStyle>
            <a:lvl1pPr>
              <a:spcBef>
                <a:spcPts val="600"/>
              </a:spcBef>
              <a:defRPr sz="1799"/>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1"/>
          <p:cNvSpPr>
            <a:spLocks noGrp="1"/>
          </p:cNvSpPr>
          <p:nvPr>
            <p:ph type="pic" sz="quarter" idx="12" hasCustomPrompt="1"/>
          </p:nvPr>
        </p:nvSpPr>
        <p:spPr bwMode="gray">
          <a:xfrm>
            <a:off x="504001" y="1548002"/>
            <a:ext cx="5328000" cy="2792593"/>
          </a:xfrm>
          <a:noFill/>
        </p:spPr>
        <p:txBody>
          <a:bodyPr vert="horz" lIns="0" tIns="180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3166253767"/>
      </p:ext>
    </p:extLst>
  </p:cSld>
  <p:clrMapOvr>
    <a:masterClrMapping/>
  </p:clrMapOvr>
  <p:extLst>
    <p:ext uri="{DCECCB84-F9BA-43D5-87BE-67443E8EF086}">
      <p15:sldGuideLst xmlns:p15="http://schemas.microsoft.com/office/powerpoint/2012/main">
        <p15:guide id="1" pos="317">
          <p15:clr>
            <a:srgbClr val="FBAE40"/>
          </p15:clr>
        </p15:guide>
        <p15:guide id="2" orient="horz" pos="317">
          <p15:clr>
            <a:srgbClr val="FBAE40"/>
          </p15:clr>
        </p15:guide>
        <p15:guide id="3" orient="horz" pos="551">
          <p15:clr>
            <a:srgbClr val="FBAE40"/>
          </p15:clr>
        </p15:guide>
        <p15:guide id="4" orient="horz" pos="958">
          <p15:clr>
            <a:srgbClr val="FBAE40"/>
          </p15:clr>
        </p15:guide>
        <p15:guide id="5" orient="horz" pos="2750">
          <p15:clr>
            <a:srgbClr val="FBAE40"/>
          </p15:clr>
        </p15:guide>
        <p15:guide id="6" orient="horz" pos="3004">
          <p15:clr>
            <a:srgbClr val="FBAE40"/>
          </p15:clr>
        </p15:guide>
        <p15:guide id="7" orient="horz" pos="3997">
          <p15:clr>
            <a:srgbClr val="FBAE40"/>
          </p15:clr>
        </p15:guide>
        <p15:guide id="8" pos="3682">
          <p15:clr>
            <a:srgbClr val="FBAE40"/>
          </p15:clr>
        </p15:guide>
        <p15:guide id="9" pos="4000">
          <p15:clr>
            <a:srgbClr val="FBAE40"/>
          </p15:clr>
        </p15:guide>
        <p15:guide id="10" pos="7364">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3 Columns - Text and Images">
    <p:spTree>
      <p:nvGrpSpPr>
        <p:cNvPr id="1" name=""/>
        <p:cNvGrpSpPr/>
        <p:nvPr/>
      </p:nvGrpSpPr>
      <p:grpSpPr>
        <a:xfrm>
          <a:off x="0" y="0"/>
          <a:ext cx="0" cy="0"/>
          <a:chOff x="0" y="0"/>
          <a:chExt cx="0" cy="0"/>
        </a:xfrm>
      </p:grpSpPr>
      <p:sp>
        <p:nvSpPr>
          <p:cNvPr id="17" name="Text placeholder 3"/>
          <p:cNvSpPr>
            <a:spLocks noGrp="1"/>
          </p:cNvSpPr>
          <p:nvPr>
            <p:ph type="body" sz="quarter" idx="13" hasCustomPrompt="1"/>
          </p:nvPr>
        </p:nvSpPr>
        <p:spPr>
          <a:xfrm>
            <a:off x="8299277" y="4354923"/>
            <a:ext cx="3391200" cy="1981079"/>
          </a:xfrm>
        </p:spPr>
        <p:txBody>
          <a:bodyPr/>
          <a:lstStyle>
            <a:lvl1pPr>
              <a:spcBef>
                <a:spcPts val="600"/>
              </a:spcBef>
              <a:defRPr sz="1799"/>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3"/>
          <p:cNvSpPr>
            <a:spLocks noGrp="1"/>
          </p:cNvSpPr>
          <p:nvPr>
            <p:ph type="pic" sz="quarter" idx="14" hasCustomPrompt="1"/>
          </p:nvPr>
        </p:nvSpPr>
        <p:spPr bwMode="gray">
          <a:xfrm>
            <a:off x="8299277" y="1548000"/>
            <a:ext cx="3391200" cy="2294662"/>
          </a:xfrm>
          <a:noFill/>
        </p:spPr>
        <p:txBody>
          <a:bodyPr vert="horz" lIns="0" tIns="180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9" name="Text placeholder 2"/>
          <p:cNvSpPr>
            <a:spLocks noGrp="1"/>
          </p:cNvSpPr>
          <p:nvPr>
            <p:ph type="body" sz="quarter" idx="15" hasCustomPrompt="1"/>
          </p:nvPr>
        </p:nvSpPr>
        <p:spPr>
          <a:xfrm>
            <a:off x="4401639" y="4354923"/>
            <a:ext cx="3391200" cy="1981079"/>
          </a:xfrm>
        </p:spPr>
        <p:txBody>
          <a:bodyPr/>
          <a:lstStyle>
            <a:lvl1pPr>
              <a:spcBef>
                <a:spcPts val="600"/>
              </a:spcBef>
              <a:defRPr sz="1799"/>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0" name="Picture placeholder 2"/>
          <p:cNvSpPr>
            <a:spLocks noGrp="1"/>
          </p:cNvSpPr>
          <p:nvPr>
            <p:ph type="pic" sz="quarter" idx="16" hasCustomPrompt="1"/>
          </p:nvPr>
        </p:nvSpPr>
        <p:spPr bwMode="gray">
          <a:xfrm>
            <a:off x="4401639" y="1548000"/>
            <a:ext cx="3391200" cy="2294662"/>
          </a:xfrm>
          <a:noFill/>
        </p:spPr>
        <p:txBody>
          <a:bodyPr vert="horz" lIns="0" tIns="180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3" name="Text placeholder 1"/>
          <p:cNvSpPr>
            <a:spLocks noGrp="1"/>
          </p:cNvSpPr>
          <p:nvPr>
            <p:ph type="body" sz="quarter" idx="10" hasCustomPrompt="1"/>
          </p:nvPr>
        </p:nvSpPr>
        <p:spPr>
          <a:xfrm>
            <a:off x="504001" y="4354923"/>
            <a:ext cx="3391200" cy="1981079"/>
          </a:xfrm>
        </p:spPr>
        <p:txBody>
          <a:bodyPr/>
          <a:lstStyle>
            <a:lvl1pPr>
              <a:spcBef>
                <a:spcPts val="600"/>
              </a:spcBef>
              <a:defRPr sz="1799"/>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1"/>
          <p:cNvSpPr>
            <a:spLocks noGrp="1"/>
          </p:cNvSpPr>
          <p:nvPr>
            <p:ph type="pic" sz="quarter" idx="12" hasCustomPrompt="1"/>
          </p:nvPr>
        </p:nvSpPr>
        <p:spPr bwMode="gray">
          <a:xfrm>
            <a:off x="504001" y="1548000"/>
            <a:ext cx="3391200" cy="2294662"/>
          </a:xfrm>
          <a:noFill/>
        </p:spPr>
        <p:txBody>
          <a:bodyPr vert="horz" lIns="0" tIns="180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072867992"/>
      </p:ext>
    </p:extLst>
  </p:cSld>
  <p:clrMapOvr>
    <a:masterClrMapping/>
  </p:clrMapOvr>
  <p:extLst>
    <p:ext uri="{DCECCB84-F9BA-43D5-87BE-67443E8EF086}">
      <p15:sldGuideLst xmlns:p15="http://schemas.microsoft.com/office/powerpoint/2012/main">
        <p15:guide id="1" pos="317">
          <p15:clr>
            <a:srgbClr val="FBAE40"/>
          </p15:clr>
        </p15:guide>
        <p15:guide id="2" orient="horz" pos="317">
          <p15:clr>
            <a:srgbClr val="FBAE40"/>
          </p15:clr>
        </p15:guide>
        <p15:guide id="3" pos="2455">
          <p15:clr>
            <a:srgbClr val="FBAE40"/>
          </p15:clr>
        </p15:guide>
        <p15:guide id="4" pos="2773">
          <p15:clr>
            <a:srgbClr val="FBAE40"/>
          </p15:clr>
        </p15:guide>
        <p15:guide id="5" pos="4910">
          <p15:clr>
            <a:srgbClr val="FBAE40"/>
          </p15:clr>
        </p15:guide>
        <p15:guide id="6" pos="5227">
          <p15:clr>
            <a:srgbClr val="FBAE40"/>
          </p15:clr>
        </p15:guide>
        <p15:guide id="7" pos="7364">
          <p15:clr>
            <a:srgbClr val="FBAE40"/>
          </p15:clr>
        </p15:guide>
        <p15:guide id="8" orient="horz" pos="551">
          <p15:clr>
            <a:srgbClr val="FBAE40"/>
          </p15:clr>
        </p15:guide>
        <p15:guide id="9" orient="horz" pos="958">
          <p15:clr>
            <a:srgbClr val="FBAE40"/>
          </p15:clr>
        </p15:guide>
        <p15:guide id="10" orient="horz" pos="2428">
          <p15:clr>
            <a:srgbClr val="FBAE40"/>
          </p15:clr>
        </p15:guide>
        <p15:guide id="11" orient="horz" pos="2743">
          <p15:clr>
            <a:srgbClr val="FBAE40"/>
          </p15:clr>
        </p15:guide>
        <p15:guide id="12" orient="horz" pos="3997">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4 Columns - Text and Images">
    <p:spTree>
      <p:nvGrpSpPr>
        <p:cNvPr id="1" name=""/>
        <p:cNvGrpSpPr/>
        <p:nvPr/>
      </p:nvGrpSpPr>
      <p:grpSpPr>
        <a:xfrm>
          <a:off x="0" y="0"/>
          <a:ext cx="0" cy="0"/>
          <a:chOff x="0" y="0"/>
          <a:chExt cx="0" cy="0"/>
        </a:xfrm>
      </p:grpSpPr>
      <p:sp>
        <p:nvSpPr>
          <p:cNvPr id="17" name="Text placeholder - column 2"/>
          <p:cNvSpPr>
            <a:spLocks noGrp="1"/>
          </p:cNvSpPr>
          <p:nvPr>
            <p:ph type="body" sz="quarter" idx="13" hasCustomPrompt="1"/>
          </p:nvPr>
        </p:nvSpPr>
        <p:spPr>
          <a:xfrm>
            <a:off x="9274877" y="3878221"/>
            <a:ext cx="2415600" cy="2457780"/>
          </a:xfrm>
        </p:spPr>
        <p:txBody>
          <a:bodyPr/>
          <a:lstStyle>
            <a:lvl1pPr>
              <a:spcBef>
                <a:spcPts val="600"/>
              </a:spcBef>
              <a:defRPr sz="1799"/>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4"/>
          <p:cNvSpPr>
            <a:spLocks noGrp="1"/>
          </p:cNvSpPr>
          <p:nvPr>
            <p:ph type="pic" sz="quarter" idx="14" hasCustomPrompt="1"/>
          </p:nvPr>
        </p:nvSpPr>
        <p:spPr bwMode="gray">
          <a:xfrm>
            <a:off x="9274877" y="1548002"/>
            <a:ext cx="2415600" cy="1871663"/>
          </a:xfrm>
          <a:noFill/>
        </p:spPr>
        <p:txBody>
          <a:bodyPr vert="horz" lIns="0" tIns="180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13" name="Text placeholder - column 2"/>
          <p:cNvSpPr>
            <a:spLocks noGrp="1"/>
          </p:cNvSpPr>
          <p:nvPr>
            <p:ph type="body" sz="quarter" idx="17" hasCustomPrompt="1"/>
          </p:nvPr>
        </p:nvSpPr>
        <p:spPr>
          <a:xfrm>
            <a:off x="6351253" y="3878221"/>
            <a:ext cx="2415600" cy="2457780"/>
          </a:xfrm>
        </p:spPr>
        <p:txBody>
          <a:bodyPr/>
          <a:lstStyle>
            <a:lvl1pPr>
              <a:spcBef>
                <a:spcPts val="600"/>
              </a:spcBef>
              <a:defRPr sz="1799"/>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4" name="Picture Placeholder 4"/>
          <p:cNvSpPr>
            <a:spLocks noGrp="1"/>
          </p:cNvSpPr>
          <p:nvPr>
            <p:ph type="pic" sz="quarter" idx="18" hasCustomPrompt="1"/>
          </p:nvPr>
        </p:nvSpPr>
        <p:spPr bwMode="gray">
          <a:xfrm>
            <a:off x="6351253" y="1548002"/>
            <a:ext cx="2415600" cy="1871663"/>
          </a:xfrm>
          <a:noFill/>
        </p:spPr>
        <p:txBody>
          <a:bodyPr vert="horz" lIns="0" tIns="180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9" name="Text placeholder - column 2"/>
          <p:cNvSpPr>
            <a:spLocks noGrp="1"/>
          </p:cNvSpPr>
          <p:nvPr>
            <p:ph type="body" sz="quarter" idx="15" hasCustomPrompt="1"/>
          </p:nvPr>
        </p:nvSpPr>
        <p:spPr>
          <a:xfrm>
            <a:off x="3427627" y="3878221"/>
            <a:ext cx="2415600" cy="2457780"/>
          </a:xfrm>
        </p:spPr>
        <p:txBody>
          <a:bodyPr/>
          <a:lstStyle>
            <a:lvl1pPr>
              <a:spcBef>
                <a:spcPts val="600"/>
              </a:spcBef>
              <a:defRPr sz="1799"/>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0" name="Picture Placeholder 4"/>
          <p:cNvSpPr>
            <a:spLocks noGrp="1"/>
          </p:cNvSpPr>
          <p:nvPr>
            <p:ph type="pic" sz="quarter" idx="16" hasCustomPrompt="1"/>
          </p:nvPr>
        </p:nvSpPr>
        <p:spPr bwMode="gray">
          <a:xfrm>
            <a:off x="3427627" y="1548002"/>
            <a:ext cx="2415600" cy="1871663"/>
          </a:xfrm>
          <a:noFill/>
        </p:spPr>
        <p:txBody>
          <a:bodyPr vert="horz" lIns="0" tIns="180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3" name="Text placeholder - column 2"/>
          <p:cNvSpPr>
            <a:spLocks noGrp="1"/>
          </p:cNvSpPr>
          <p:nvPr>
            <p:ph type="body" sz="quarter" idx="10" hasCustomPrompt="1"/>
          </p:nvPr>
        </p:nvSpPr>
        <p:spPr>
          <a:xfrm>
            <a:off x="504001" y="3878220"/>
            <a:ext cx="2415600" cy="2457780"/>
          </a:xfrm>
        </p:spPr>
        <p:txBody>
          <a:bodyPr/>
          <a:lstStyle>
            <a:lvl1pPr>
              <a:spcBef>
                <a:spcPts val="600"/>
              </a:spcBef>
              <a:defRPr sz="1799"/>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4"/>
          <p:cNvSpPr>
            <a:spLocks noGrp="1"/>
          </p:cNvSpPr>
          <p:nvPr>
            <p:ph type="pic" sz="quarter" idx="12" hasCustomPrompt="1"/>
          </p:nvPr>
        </p:nvSpPr>
        <p:spPr bwMode="gray">
          <a:xfrm>
            <a:off x="504001" y="1548002"/>
            <a:ext cx="2415600" cy="1871663"/>
          </a:xfrm>
          <a:noFill/>
        </p:spPr>
        <p:txBody>
          <a:bodyPr vert="horz" lIns="0" tIns="180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1816392334"/>
      </p:ext>
    </p:extLst>
  </p:cSld>
  <p:clrMapOvr>
    <a:masterClrMapping/>
  </p:clrMapOvr>
  <p:extLst>
    <p:ext uri="{DCECCB84-F9BA-43D5-87BE-67443E8EF086}">
      <p15:sldGuideLst xmlns:p15="http://schemas.microsoft.com/office/powerpoint/2012/main">
        <p15:guide id="1" pos="317">
          <p15:clr>
            <a:srgbClr val="FBAE40"/>
          </p15:clr>
        </p15:guide>
        <p15:guide id="2" orient="horz" pos="317">
          <p15:clr>
            <a:srgbClr val="FBAE40"/>
          </p15:clr>
        </p15:guide>
        <p15:guide id="3" orient="horz" pos="551">
          <p15:clr>
            <a:srgbClr val="FBAE40"/>
          </p15:clr>
        </p15:guide>
        <p15:guide id="4" orient="horz" pos="958">
          <p15:clr>
            <a:srgbClr val="FBAE40"/>
          </p15:clr>
        </p15:guide>
        <p15:guide id="5" orient="horz" pos="2160">
          <p15:clr>
            <a:srgbClr val="FBAE40"/>
          </p15:clr>
        </p15:guide>
        <p15:guide id="6" orient="horz" pos="2442">
          <p15:clr>
            <a:srgbClr val="FBAE40"/>
          </p15:clr>
        </p15:guide>
        <p15:guide id="7" orient="horz" pos="3990">
          <p15:clr>
            <a:srgbClr val="FBAE40"/>
          </p15:clr>
        </p15:guide>
        <p15:guide id="8" pos="1840">
          <p15:clr>
            <a:srgbClr val="FBAE40"/>
          </p15:clr>
        </p15:guide>
        <p15:guide id="9" pos="2159">
          <p15:clr>
            <a:srgbClr val="FBAE40"/>
          </p15:clr>
        </p15:guide>
        <p15:guide id="10" pos="3683">
          <p15:clr>
            <a:srgbClr val="FBAE40"/>
          </p15:clr>
        </p15:guide>
        <p15:guide id="11" pos="4000">
          <p15:clr>
            <a:srgbClr val="FBAE40"/>
          </p15:clr>
        </p15:guide>
        <p15:guide id="12" pos="5525">
          <p15:clr>
            <a:srgbClr val="FBAE40"/>
          </p15:clr>
        </p15:guide>
        <p15:guide id="13" pos="5842">
          <p15:clr>
            <a:srgbClr val="FBAE40"/>
          </p15:clr>
        </p15:guide>
        <p15:guide id="14" pos="7364">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5" name="Quote placeholder"/>
          <p:cNvSpPr>
            <a:spLocks noGrp="1"/>
          </p:cNvSpPr>
          <p:nvPr>
            <p:ph type="body" sz="quarter" idx="10" hasCustomPrompt="1"/>
          </p:nvPr>
        </p:nvSpPr>
        <p:spPr>
          <a:xfrm>
            <a:off x="504000" y="1800000"/>
            <a:ext cx="11185200" cy="3285032"/>
          </a:xfrm>
        </p:spPr>
        <p:txBody>
          <a:bodyPr/>
          <a:lstStyle>
            <a:lvl1pPr marL="395802" indent="-395802">
              <a:lnSpc>
                <a:spcPct val="90000"/>
              </a:lnSpc>
              <a:spcBef>
                <a:spcPts val="600"/>
              </a:spcBef>
              <a:defRPr sz="5997" b="0" i="0">
                <a:latin typeface="72 Brand Medium" panose="020B0504030603020204" pitchFamily="34" charset="0"/>
              </a:defRPr>
            </a:lvl1pPr>
            <a:lvl2pPr marL="395802" indent="0">
              <a:buNone/>
              <a:defRPr sz="1600"/>
            </a:lvl2pPr>
          </a:lstStyle>
          <a:p>
            <a:pPr lvl="0"/>
            <a:r>
              <a:rPr lang="en-US" noProof="0"/>
              <a:t>“Quote goes here </a:t>
            </a:r>
            <a:br>
              <a:rPr lang="en-US" noProof="0"/>
            </a:br>
            <a:r>
              <a:rPr lang="en-US" noProof="0"/>
              <a:t>and here.”</a:t>
            </a:r>
          </a:p>
          <a:p>
            <a:pPr lvl="1"/>
            <a:r>
              <a:rPr lang="en-US" noProof="0"/>
              <a:t>Source</a:t>
            </a:r>
          </a:p>
        </p:txBody>
      </p:sp>
    </p:spTree>
    <p:extLst>
      <p:ext uri="{BB962C8B-B14F-4D97-AF65-F5344CB8AC3E}">
        <p14:creationId xmlns:p14="http://schemas.microsoft.com/office/powerpoint/2010/main" val="2501423896"/>
      </p:ext>
    </p:extLst>
  </p:cSld>
  <p:clrMapOvr>
    <a:masterClrMapping/>
  </p:clrMapOvr>
  <p:extLst>
    <p:ext uri="{DCECCB84-F9BA-43D5-87BE-67443E8EF086}">
      <p15:sldGuideLst xmlns:p15="http://schemas.microsoft.com/office/powerpoint/2012/main">
        <p15:guide id="1" pos="317">
          <p15:clr>
            <a:srgbClr val="FBAE40"/>
          </p15:clr>
        </p15:guide>
        <p15:guide id="4" orient="horz" pos="1133">
          <p15:clr>
            <a:srgbClr val="FBAE40"/>
          </p15:clr>
        </p15:guide>
        <p15:guide id="5" orient="horz" pos="3204">
          <p15:clr>
            <a:srgbClr val="FBAE40"/>
          </p15:clr>
        </p15:guide>
        <p15:guide id="6" pos="7363">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itle and Text with Image 1/3">
    <p:spTree>
      <p:nvGrpSpPr>
        <p:cNvPr id="1" name=""/>
        <p:cNvGrpSpPr/>
        <p:nvPr/>
      </p:nvGrpSpPr>
      <p:grpSpPr>
        <a:xfrm>
          <a:off x="0" y="0"/>
          <a:ext cx="0" cy="0"/>
          <a:chOff x="0" y="0"/>
          <a:chExt cx="0" cy="0"/>
        </a:xfrm>
      </p:grpSpPr>
      <p:sp>
        <p:nvSpPr>
          <p:cNvPr id="5" name="Picture Placeholder 1/3 right"/>
          <p:cNvSpPr>
            <a:spLocks noGrp="1"/>
          </p:cNvSpPr>
          <p:nvPr>
            <p:ph type="pic" sz="quarter" idx="10" hasCustomPrompt="1"/>
          </p:nvPr>
        </p:nvSpPr>
        <p:spPr bwMode="gray">
          <a:xfrm>
            <a:off x="8127175" y="0"/>
            <a:ext cx="4068000" cy="6858000"/>
          </a:xfrm>
          <a:noFill/>
        </p:spPr>
        <p:txBody>
          <a:bodyPr vert="horz" lIns="0" tIns="2448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a:t>
            </a:r>
            <a:endParaRPr lang="de-DE"/>
          </a:p>
        </p:txBody>
      </p:sp>
      <p:sp>
        <p:nvSpPr>
          <p:cNvPr id="7" name="Text Placeholder"/>
          <p:cNvSpPr>
            <a:spLocks noGrp="1"/>
          </p:cNvSpPr>
          <p:nvPr>
            <p:ph type="body" sz="quarter" idx="11" hasCustomPrompt="1"/>
          </p:nvPr>
        </p:nvSpPr>
        <p:spPr bwMode="black">
          <a:xfrm>
            <a:off x="503999" y="1548000"/>
            <a:ext cx="7092000" cy="4788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endParaRPr lang="de-DE"/>
          </a:p>
        </p:txBody>
      </p:sp>
      <p:sp>
        <p:nvSpPr>
          <p:cNvPr id="3" name="Title"/>
          <p:cNvSpPr>
            <a:spLocks noGrp="1"/>
          </p:cNvSpPr>
          <p:nvPr>
            <p:ph type="title" hasCustomPrompt="1"/>
          </p:nvPr>
        </p:nvSpPr>
        <p:spPr>
          <a:xfrm>
            <a:off x="504001" y="504000"/>
            <a:ext cx="7092000"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4107430361"/>
      </p:ext>
    </p:extLst>
  </p:cSld>
  <p:clrMapOvr>
    <a:masterClrMapping/>
  </p:clrMapOvr>
  <p:extLst>
    <p:ext uri="{DCECCB84-F9BA-43D5-87BE-67443E8EF086}">
      <p15:sldGuideLst xmlns:p15="http://schemas.microsoft.com/office/powerpoint/2012/main">
        <p15:guide id="1" pos="317">
          <p15:clr>
            <a:srgbClr val="FBAE40"/>
          </p15:clr>
        </p15:guide>
        <p15:guide id="2" orient="horz" pos="3991">
          <p15:clr>
            <a:srgbClr val="FBAE40"/>
          </p15:clr>
        </p15:guide>
        <p15:guide id="3" pos="4786">
          <p15:clr>
            <a:srgbClr val="FBAE40"/>
          </p15:clr>
        </p15:guide>
        <p15:guide id="4" pos="5111">
          <p15:clr>
            <a:srgbClr val="FBAE40"/>
          </p15:clr>
        </p15:guide>
        <p15:guide id="5" orient="horz" pos="317">
          <p15:clr>
            <a:srgbClr val="FBAE40"/>
          </p15:clr>
        </p15:guide>
        <p15:guide id="6" orient="horz" pos="551">
          <p15:clr>
            <a:srgbClr val="FBAE40"/>
          </p15:clr>
        </p15:guide>
        <p15:guide id="7" orient="horz" pos="958">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Full Bleed Image ">
    <p:spTree>
      <p:nvGrpSpPr>
        <p:cNvPr id="1" name=""/>
        <p:cNvGrpSpPr/>
        <p:nvPr/>
      </p:nvGrpSpPr>
      <p:grpSpPr>
        <a:xfrm>
          <a:off x="0" y="0"/>
          <a:ext cx="0" cy="0"/>
          <a:chOff x="0" y="0"/>
          <a:chExt cx="0" cy="0"/>
        </a:xfrm>
      </p:grpSpPr>
      <p:sp>
        <p:nvSpPr>
          <p:cNvPr id="5" name="Picture Placeholder"/>
          <p:cNvSpPr>
            <a:spLocks noGrp="1"/>
          </p:cNvSpPr>
          <p:nvPr>
            <p:ph type="pic" sz="quarter" idx="10" hasCustomPrompt="1"/>
          </p:nvPr>
        </p:nvSpPr>
        <p:spPr bwMode="gray">
          <a:xfrm>
            <a:off x="1" y="0"/>
            <a:ext cx="12195175" cy="6858000"/>
          </a:xfrm>
          <a:noFill/>
        </p:spPr>
        <p:txBody>
          <a:bodyPr vert="horz" lIns="0" tIns="2448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a:t>
            </a:r>
            <a:endParaRPr lang="de-DE"/>
          </a:p>
        </p:txBody>
      </p:sp>
    </p:spTree>
    <p:extLst>
      <p:ext uri="{BB962C8B-B14F-4D97-AF65-F5344CB8AC3E}">
        <p14:creationId xmlns:p14="http://schemas.microsoft.com/office/powerpoint/2010/main" val="2623825960"/>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ext and Screenshot">
    <p:spTree>
      <p:nvGrpSpPr>
        <p:cNvPr id="1" name=""/>
        <p:cNvGrpSpPr/>
        <p:nvPr/>
      </p:nvGrpSpPr>
      <p:grpSpPr>
        <a:xfrm>
          <a:off x="0" y="0"/>
          <a:ext cx="0" cy="0"/>
          <a:chOff x="0" y="0"/>
          <a:chExt cx="0" cy="0"/>
        </a:xfrm>
      </p:grpSpPr>
      <p:sp>
        <p:nvSpPr>
          <p:cNvPr id="5" name="Picture Placeholder"/>
          <p:cNvSpPr>
            <a:spLocks noGrp="1"/>
          </p:cNvSpPr>
          <p:nvPr>
            <p:ph type="pic" sz="quarter" idx="13" hasCustomPrompt="1"/>
          </p:nvPr>
        </p:nvSpPr>
        <p:spPr bwMode="gray">
          <a:xfrm>
            <a:off x="6362477" y="1557338"/>
            <a:ext cx="5328000" cy="4788000"/>
          </a:xfrm>
          <a:noFill/>
        </p:spPr>
        <p:txBody>
          <a:bodyPr vert="horz" lIns="0" tIns="1512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screenshot</a:t>
            </a:r>
            <a:endParaRPr lang="de-DE"/>
          </a:p>
        </p:txBody>
      </p:sp>
      <p:sp>
        <p:nvSpPr>
          <p:cNvPr id="4" name="Text Placeholder"/>
          <p:cNvSpPr>
            <a:spLocks noGrp="1"/>
          </p:cNvSpPr>
          <p:nvPr>
            <p:ph type="body" sz="quarter" idx="10" hasCustomPrompt="1"/>
          </p:nvPr>
        </p:nvSpPr>
        <p:spPr>
          <a:xfrm>
            <a:off x="504001" y="1548000"/>
            <a:ext cx="5328000" cy="4788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3181178366"/>
      </p:ext>
    </p:extLst>
  </p:cSld>
  <p:clrMapOvr>
    <a:masterClrMapping/>
  </p:clrMapOvr>
  <p:extLst>
    <p:ext uri="{DCECCB84-F9BA-43D5-87BE-67443E8EF086}">
      <p15:sldGuideLst xmlns:p15="http://schemas.microsoft.com/office/powerpoint/2012/main">
        <p15:guide id="1" pos="317">
          <p15:clr>
            <a:srgbClr val="FBAE40"/>
          </p15:clr>
        </p15:guide>
        <p15:guide id="2" orient="horz" pos="981">
          <p15:clr>
            <a:srgbClr val="FBAE40"/>
          </p15:clr>
        </p15:guide>
        <p15:guide id="3" pos="3674">
          <p15:clr>
            <a:srgbClr val="FBAE40"/>
          </p15:clr>
        </p15:guide>
        <p15:guide id="4" pos="4008">
          <p15:clr>
            <a:srgbClr val="FBAE40"/>
          </p15:clr>
        </p15:guide>
        <p15:guide id="5" pos="7364">
          <p15:clr>
            <a:srgbClr val="FBAE40"/>
          </p15:clr>
        </p15:guide>
        <p15:guide id="6" orient="horz" pos="317">
          <p15:clr>
            <a:srgbClr val="FBAE40"/>
          </p15:clr>
        </p15:guide>
        <p15:guide id="7" orient="horz" pos="551">
          <p15:clr>
            <a:srgbClr val="FBAE40"/>
          </p15:clr>
        </p15:guide>
        <p15:guide id="8" orient="horz" pos="3991">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p:cNvSpPr>
            <a:spLocks noGrp="1"/>
          </p:cNvSpPr>
          <p:nvPr>
            <p:ph idx="1" hasCustomPrompt="1"/>
          </p:nvPr>
        </p:nvSpPr>
        <p:spPr bwMode="gray">
          <a:xfrm>
            <a:off x="504000" y="1548000"/>
            <a:ext cx="11185200" cy="4788000"/>
          </a:xfrm>
          <a:noFill/>
        </p:spPr>
        <p:txBody>
          <a:bodyPr tIns="1368000"/>
          <a:lstStyle>
            <a:lvl1pPr algn="ctr">
              <a:defRPr sz="1400" b="0"/>
            </a:lvl1pPr>
          </a:lstStyle>
          <a:p>
            <a:pPr lvl="0"/>
            <a:r>
              <a:rPr lang="en-US"/>
              <a:t>Click to add content</a:t>
            </a:r>
          </a:p>
        </p:txBody>
      </p:sp>
      <p:sp>
        <p:nvSpPr>
          <p:cNvPr id="2" name="Title"/>
          <p:cNvSpPr>
            <a:spLocks noGrp="1"/>
          </p:cNvSpPr>
          <p:nvPr>
            <p:ph type="title" hasCustomPrompt="1"/>
          </p:nvPr>
        </p:nvSpPr>
        <p:spPr/>
        <p:txBody>
          <a:bodyPr/>
          <a:lstStyle/>
          <a:p>
            <a:r>
              <a:rPr lang="en-US" noProof="0"/>
              <a:t>Insert page title (sentence case)</a:t>
            </a:r>
            <a:endParaRPr lang="en-US"/>
          </a:p>
        </p:txBody>
      </p:sp>
    </p:spTree>
    <p:extLst>
      <p:ext uri="{BB962C8B-B14F-4D97-AF65-F5344CB8AC3E}">
        <p14:creationId xmlns:p14="http://schemas.microsoft.com/office/powerpoint/2010/main" val="3446537163"/>
      </p:ext>
    </p:extLst>
  </p:cSld>
  <p:clrMapOvr>
    <a:masterClrMapping/>
  </p:clrMapOvr>
  <p:extLst>
    <p:ext uri="{DCECCB84-F9BA-43D5-87BE-67443E8EF086}">
      <p15:sldGuideLst xmlns:p15="http://schemas.microsoft.com/office/powerpoint/2012/main">
        <p15:guide id="1" pos="317">
          <p15:clr>
            <a:srgbClr val="FBAE40"/>
          </p15:clr>
        </p15:guide>
        <p15:guide id="2" orient="horz" pos="317">
          <p15:clr>
            <a:srgbClr val="FBAE40"/>
          </p15:clr>
        </p15:guide>
        <p15:guide id="3" orient="horz" pos="551">
          <p15:clr>
            <a:srgbClr val="FBAE40"/>
          </p15:clr>
        </p15:guide>
        <p15:guide id="4" orient="horz" pos="981">
          <p15:clr>
            <a:srgbClr val="FBAE40"/>
          </p15:clr>
        </p15:guide>
        <p15:guide id="5" orient="horz" pos="3991">
          <p15:clr>
            <a:srgbClr val="FBAE40"/>
          </p15:clr>
        </p15:guide>
        <p15:guide id="6" pos="7364">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855970"/>
      </p:ext>
    </p:extLst>
  </p:cSld>
  <p:clrMapOvr>
    <a:masterClrMapping/>
  </p:clrMapOvr>
  <p:extLst>
    <p:ext uri="{DCECCB84-F9BA-43D5-87BE-67443E8EF086}">
      <p15:sldGuideLst xmlns:p15="http://schemas.microsoft.com/office/powerpoint/2012/main">
        <p15:guide id="1" orient="horz" pos="2160">
          <p15:clr>
            <a:srgbClr val="FBAE40"/>
          </p15:clr>
        </p15:guide>
        <p15:guide id="2" pos="3841">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Thank You, Contact and Copyright">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33C5639-DDA2-864A-9DC3-7FC80AC852D5}"/>
              </a:ext>
            </a:extLst>
          </p:cNvPr>
          <p:cNvSpPr txBox="1"/>
          <p:nvPr userDrawn="1"/>
        </p:nvSpPr>
        <p:spPr>
          <a:xfrm>
            <a:off x="503239" y="2905127"/>
            <a:ext cx="1837041" cy="246221"/>
          </a:xfrm>
          <a:prstGeom prst="rect">
            <a:avLst/>
          </a:prstGeom>
          <a:noFill/>
        </p:spPr>
        <p:txBody>
          <a:bodyPr wrap="none" lIns="0" tIns="0" rIns="0" bIns="0" rtlCol="0">
            <a:spAutoFit/>
          </a:bodyPr>
          <a:lstStyle/>
          <a:p>
            <a:pPr marL="0" marR="0" lvl="0" indent="0" algn="l" defTabSz="1088449" rtl="0" eaLnBrk="1" fontAlgn="base" latinLnBrk="0" hangingPunct="1">
              <a:lnSpc>
                <a:spcPct val="100000"/>
              </a:lnSpc>
              <a:spcBef>
                <a:spcPct val="50000"/>
              </a:spcBef>
              <a:spcAft>
                <a:spcPct val="0"/>
              </a:spcAft>
              <a:buClr>
                <a:srgbClr val="F0AB00"/>
              </a:buClr>
              <a:buSzPct val="80000"/>
              <a:buFontTx/>
              <a:buNone/>
              <a:tabLst/>
              <a:defRPr/>
            </a:pPr>
            <a:r>
              <a:rPr lang="en-US" sz="1600" b="0" i="0">
                <a:latin typeface="+mn-lt"/>
              </a:rPr>
              <a:t>Contact information:</a:t>
            </a:r>
          </a:p>
        </p:txBody>
      </p:sp>
      <p:sp>
        <p:nvSpPr>
          <p:cNvPr id="9" name="Copyright - Dynamic" descr="{&quot;templafy&quot;:{&quot;id&quot;:&quot;654bed8e-68e8-4f4a-ba14-23becf904a62&quot;}}">
            <a:extLst>
              <a:ext uri="{FF2B5EF4-FFF2-40B4-BE49-F238E27FC236}">
                <a16:creationId xmlns:a16="http://schemas.microsoft.com/office/drawing/2014/main" id="{EDAF1AF5-D568-20CC-6052-F655D86F5486}"/>
              </a:ext>
            </a:extLst>
          </p:cNvPr>
          <p:cNvSpPr txBox="1">
            <a:spLocks/>
          </p:cNvSpPr>
          <p:nvPr userDrawn="1"/>
        </p:nvSpPr>
        <p:spPr>
          <a:xfrm>
            <a:off x="504001" y="6536751"/>
            <a:ext cx="10155600" cy="138498"/>
          </a:xfrm>
          <a:prstGeom prst="rect">
            <a:avLst/>
          </a:prstGeom>
        </p:spPr>
        <p:txBody>
          <a:bodyPr lIns="0" tIns="0" rIns="0" bIns="0" anchor="ctr" anchorCtr="0">
            <a:noAutofit/>
          </a:bodyPr>
          <a:lstStyle>
            <a:lvl1pPr marL="0" indent="0" algn="l" defTabSz="1088558" rtl="0" eaLnBrk="1" latinLnBrk="0" hangingPunct="1">
              <a:spcBef>
                <a:spcPts val="1800"/>
              </a:spcBef>
              <a:buClr>
                <a:schemeClr val="accent1"/>
              </a:buClr>
              <a:buSzPct val="80000"/>
              <a:buFontTx/>
              <a:buNone/>
              <a:defRPr sz="6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539892" indent="0" algn="l" defTabSz="1088558" rtl="0" eaLnBrk="1" latinLnBrk="0" hangingPunct="1">
              <a:spcBef>
                <a:spcPts val="100"/>
              </a:spcBef>
              <a:buClr>
                <a:schemeClr val="tx1"/>
              </a:buClr>
              <a:buSzPct val="100000"/>
              <a:buFont typeface="Symbol" panose="05050102010706020507" pitchFamily="18" charset="2"/>
              <a:buNone/>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Font typeface="Arial" panose="020B0604020202020204" pitchFamily="34" charset="0"/>
              <a:buNone/>
            </a:pPr>
            <a:r>
              <a:rPr lang="en-US" sz="600" b="0" i="0">
                <a:latin typeface="+mn-lt"/>
              </a:rPr>
              <a:t>© 2025 SAP SE or an SAP affiliate company. All rights reserved. See Legal Notice on </a:t>
            </a:r>
            <a:r>
              <a:rPr lang="en-US" sz="600" b="0" i="0" err="1">
                <a:latin typeface="+mn-lt"/>
              </a:rPr>
              <a:t>www.sap.com</a:t>
            </a:r>
            <a:r>
              <a:rPr lang="en-US" sz="600" b="0" i="0">
                <a:latin typeface="+mn-lt"/>
              </a:rPr>
              <a:t>/legal-notice for use terms, disclaimers, disclosures, or restrictions related to this material.</a:t>
            </a:r>
          </a:p>
        </p:txBody>
      </p:sp>
      <p:sp>
        <p:nvSpPr>
          <p:cNvPr id="3" name="Title 2">
            <a:extLst>
              <a:ext uri="{FF2B5EF4-FFF2-40B4-BE49-F238E27FC236}">
                <a16:creationId xmlns:a16="http://schemas.microsoft.com/office/drawing/2014/main" id="{5692DE12-4084-77D2-FD2A-8E63F6FBE7C5}"/>
              </a:ext>
            </a:extLst>
          </p:cNvPr>
          <p:cNvSpPr>
            <a:spLocks noGrp="1"/>
          </p:cNvSpPr>
          <p:nvPr>
            <p:ph type="title" hasCustomPrompt="1"/>
          </p:nvPr>
        </p:nvSpPr>
        <p:spPr>
          <a:xfrm>
            <a:off x="503238" y="1543050"/>
            <a:ext cx="5413477" cy="846386"/>
          </a:xfrm>
        </p:spPr>
        <p:txBody>
          <a:bodyPr/>
          <a:lstStyle>
            <a:lvl1pPr>
              <a:defRPr sz="5498" b="0" i="0">
                <a:latin typeface="72 Brand Medium" panose="020B0504030603020204" pitchFamily="34" charset="0"/>
              </a:defRPr>
            </a:lvl1pPr>
          </a:lstStyle>
          <a:p>
            <a:r>
              <a:rPr lang="en-GB"/>
              <a:t>Thank you.</a:t>
            </a:r>
            <a:endParaRPr lang="en-US"/>
          </a:p>
        </p:txBody>
      </p:sp>
      <p:pic>
        <p:nvPicPr>
          <p:cNvPr id="2" name="Picture 1">
            <a:extLst>
              <a:ext uri="{FF2B5EF4-FFF2-40B4-BE49-F238E27FC236}">
                <a16:creationId xmlns:a16="http://schemas.microsoft.com/office/drawing/2014/main" id="{2A23274F-1EBD-A73A-AC54-963A234E9EB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963291" y="5990000"/>
            <a:ext cx="727059" cy="360000"/>
          </a:xfrm>
          <a:prstGeom prst="rect">
            <a:avLst/>
          </a:prstGeom>
        </p:spPr>
      </p:pic>
    </p:spTree>
    <p:extLst>
      <p:ext uri="{BB962C8B-B14F-4D97-AF65-F5344CB8AC3E}">
        <p14:creationId xmlns:p14="http://schemas.microsoft.com/office/powerpoint/2010/main" val="808465729"/>
      </p:ext>
    </p:extLst>
  </p:cSld>
  <p:clrMapOvr>
    <a:masterClrMapping/>
  </p:clrMapOvr>
  <p:hf sldNum="0" hdr="0" ftr="0" dt="0"/>
  <p:extLst>
    <p:ext uri="{DCECCB84-F9BA-43D5-87BE-67443E8EF086}">
      <p15:sldGuideLst xmlns:p15="http://schemas.microsoft.com/office/powerpoint/2012/main">
        <p15:guide id="1" pos="7364">
          <p15:clr>
            <a:srgbClr val="FBAE40"/>
          </p15:clr>
        </p15:guide>
        <p15:guide id="2" orient="horz" pos="958">
          <p15:clr>
            <a:srgbClr val="FBAE40"/>
          </p15:clr>
        </p15:guide>
        <p15:guide id="4" orient="horz" pos="1830">
          <p15:clr>
            <a:srgbClr val="FBAE40"/>
          </p15:clr>
        </p15:guide>
        <p15:guide id="5" orient="horz" pos="4000">
          <p15:clr>
            <a:srgbClr val="FBAE40"/>
          </p15:clr>
        </p15:guide>
        <p15:guide id="6" pos="317">
          <p15:clr>
            <a:srgbClr val="FBAE40"/>
          </p15:clr>
        </p15:guide>
        <p15:guide id="8" pos="3841">
          <p15:clr>
            <a:srgbClr val="FBAE40"/>
          </p15:clr>
        </p15:guide>
        <p15:guide id="9" orient="horz" pos="318">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userDrawn="1">
  <p:cSld name="Welcome - Group">
    <p:bg>
      <p:bgPr>
        <a:solidFill>
          <a:srgbClr val="D1EFFF"/>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CA44ABF-2085-BE41-D479-AF5E4CE9120C}"/>
              </a:ext>
            </a:extLst>
          </p:cNvPr>
          <p:cNvPicPr>
            <a:picLocks noChangeAspect="1"/>
          </p:cNvPicPr>
          <p:nvPr userDrawn="1"/>
        </p:nvPicPr>
        <p:blipFill>
          <a:blip r:embed="rId2"/>
          <a:stretch>
            <a:fillRect/>
          </a:stretch>
        </p:blipFill>
        <p:spPr>
          <a:xfrm>
            <a:off x="2137184" y="1201273"/>
            <a:ext cx="10056404" cy="5656727"/>
          </a:xfrm>
          <a:prstGeom prst="rect">
            <a:avLst/>
          </a:prstGeom>
        </p:spPr>
      </p:pic>
      <p:pic>
        <p:nvPicPr>
          <p:cNvPr id="4" name="LogoBlue-Dynamic" descr="{&quot;templafy&quot;:{&quot;id&quot;:&quot;c24d3682-f21c-4701-a545-2b1e5bbde35b&quot;}}">
            <a:extLst>
              <a:ext uri="{FF2B5EF4-FFF2-40B4-BE49-F238E27FC236}">
                <a16:creationId xmlns:a16="http://schemas.microsoft.com/office/drawing/2014/main" id="{4211DDAC-D43A-985B-32D8-4A16473C007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04001" y="504000"/>
            <a:ext cx="2976807" cy="360000"/>
          </a:xfrm>
          <a:prstGeom prst="rect">
            <a:avLst/>
          </a:prstGeom>
        </p:spPr>
      </p:pic>
      <p:sp>
        <p:nvSpPr>
          <p:cNvPr id="6" name="Text Placeholder 7">
            <a:extLst>
              <a:ext uri="{FF2B5EF4-FFF2-40B4-BE49-F238E27FC236}">
                <a16:creationId xmlns:a16="http://schemas.microsoft.com/office/drawing/2014/main" id="{774FA984-EE79-C6C0-BF79-0714AA4AB695}"/>
              </a:ext>
            </a:extLst>
          </p:cNvPr>
          <p:cNvSpPr>
            <a:spLocks noGrp="1"/>
          </p:cNvSpPr>
          <p:nvPr>
            <p:ph type="body" sz="quarter" idx="10" hasCustomPrompt="1"/>
          </p:nvPr>
        </p:nvSpPr>
        <p:spPr>
          <a:xfrm>
            <a:off x="504002" y="1615033"/>
            <a:ext cx="4775200" cy="1366838"/>
          </a:xfrm>
          <a:prstGeom prst="rect">
            <a:avLst/>
          </a:prstGeom>
        </p:spPr>
        <p:txBody>
          <a:bodyPr/>
          <a:lstStyle>
            <a:lvl1pPr>
              <a:spcBef>
                <a:spcPts val="0"/>
              </a:spcBef>
              <a:defRPr sz="4799">
                <a:solidFill>
                  <a:srgbClr val="00144A"/>
                </a:solidFill>
                <a:latin typeface="+mj-lt"/>
              </a:defRPr>
            </a:lvl1pPr>
          </a:lstStyle>
          <a:p>
            <a:pPr lvl="0"/>
            <a:r>
              <a:rPr lang="en-US"/>
              <a:t>Title Goes Here</a:t>
            </a:r>
          </a:p>
          <a:p>
            <a:pPr lvl="0"/>
            <a:r>
              <a:rPr lang="en-US"/>
              <a:t>And Here</a:t>
            </a:r>
          </a:p>
        </p:txBody>
      </p:sp>
      <p:sp>
        <p:nvSpPr>
          <p:cNvPr id="7" name="Text Placeholder 7">
            <a:extLst>
              <a:ext uri="{FF2B5EF4-FFF2-40B4-BE49-F238E27FC236}">
                <a16:creationId xmlns:a16="http://schemas.microsoft.com/office/drawing/2014/main" id="{F3DAE62D-4748-7E90-EEDD-AEFC12AB2C04}"/>
              </a:ext>
            </a:extLst>
          </p:cNvPr>
          <p:cNvSpPr>
            <a:spLocks noGrp="1"/>
          </p:cNvSpPr>
          <p:nvPr>
            <p:ph type="body" sz="quarter" idx="11" hasCustomPrompt="1"/>
          </p:nvPr>
        </p:nvSpPr>
        <p:spPr>
          <a:xfrm>
            <a:off x="504002" y="3406560"/>
            <a:ext cx="4775200" cy="469570"/>
          </a:xfrm>
          <a:prstGeom prst="rect">
            <a:avLst/>
          </a:prstGeom>
        </p:spPr>
        <p:txBody>
          <a:bodyPr/>
          <a:lstStyle>
            <a:lvl1pPr>
              <a:spcBef>
                <a:spcPts val="0"/>
              </a:spcBef>
              <a:buNone/>
              <a:defRPr sz="2399">
                <a:solidFill>
                  <a:srgbClr val="00144A"/>
                </a:solidFill>
                <a:latin typeface="+mn-lt"/>
              </a:defRPr>
            </a:lvl1pPr>
          </a:lstStyle>
          <a:p>
            <a:pPr lvl="0"/>
            <a:r>
              <a:rPr lang="en-US"/>
              <a:t>Date Goes Here</a:t>
            </a:r>
          </a:p>
        </p:txBody>
      </p:sp>
    </p:spTree>
    <p:extLst>
      <p:ext uri="{BB962C8B-B14F-4D97-AF65-F5344CB8AC3E}">
        <p14:creationId xmlns:p14="http://schemas.microsoft.com/office/powerpoint/2010/main" val="2048573536"/>
      </p:ext>
    </p:extLst>
  </p:cSld>
  <p:clrMapOvr>
    <a:masterClrMapping/>
  </p:clrMapOvr>
  <p:extLst>
    <p:ext uri="{DCECCB84-F9BA-43D5-87BE-67443E8EF086}">
      <p15:sldGuideLst xmlns:p15="http://schemas.microsoft.com/office/powerpoint/2012/main">
        <p15:guide id="1" pos="303">
          <p15:clr>
            <a:srgbClr val="FBAE40"/>
          </p15:clr>
        </p15:guide>
        <p15:guide id="2" orient="horz" pos="981">
          <p15:clr>
            <a:srgbClr val="FBAE40"/>
          </p15:clr>
        </p15:guide>
        <p15:guide id="3" pos="7364">
          <p15:clr>
            <a:srgbClr val="FBAE40"/>
          </p15:clr>
        </p15:guide>
        <p15:guide id="4" orient="horz" pos="316">
          <p15:clr>
            <a:srgbClr val="FBAE40"/>
          </p15:clr>
        </p15:guide>
        <p15:guide id="5" orient="horz" pos="551">
          <p15:clr>
            <a:srgbClr val="FBAE40"/>
          </p15:clr>
        </p15:guide>
        <p15:guide id="6" orient="horz" pos="3997">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1_Title and Text">
    <p:spTree>
      <p:nvGrpSpPr>
        <p:cNvPr id="1" name=""/>
        <p:cNvGrpSpPr/>
        <p:nvPr/>
      </p:nvGrpSpPr>
      <p:grpSpPr>
        <a:xfrm>
          <a:off x="0" y="0"/>
          <a:ext cx="0" cy="0"/>
          <a:chOff x="0" y="0"/>
          <a:chExt cx="0" cy="0"/>
        </a:xfrm>
      </p:grpSpPr>
      <p:sp>
        <p:nvSpPr>
          <p:cNvPr id="3" name="Title"/>
          <p:cNvSpPr>
            <a:spLocks noGrp="1"/>
          </p:cNvSpPr>
          <p:nvPr>
            <p:ph type="title" hasCustomPrompt="1"/>
          </p:nvPr>
        </p:nvSpPr>
        <p:spPr>
          <a:xfrm>
            <a:off x="504001" y="504000"/>
            <a:ext cx="11186476" cy="369332"/>
          </a:xfrm>
        </p:spPr>
        <p:txBody>
          <a:bodyPr/>
          <a:lstStyle>
            <a:lvl1pPr>
              <a:defRPr b="0"/>
            </a:lvl1pPr>
          </a:lstStyle>
          <a:p>
            <a:r>
              <a:rPr lang="en-US" noProof="0"/>
              <a:t>Insert page title (sentence case)</a:t>
            </a:r>
            <a:endParaRPr lang="en-US"/>
          </a:p>
        </p:txBody>
      </p:sp>
    </p:spTree>
    <p:extLst>
      <p:ext uri="{BB962C8B-B14F-4D97-AF65-F5344CB8AC3E}">
        <p14:creationId xmlns:p14="http://schemas.microsoft.com/office/powerpoint/2010/main" val="1954239439"/>
      </p:ext>
    </p:extLst>
  </p:cSld>
  <p:clrMapOvr>
    <a:masterClrMapping/>
  </p:clrMapOvr>
  <p:extLst>
    <p:ext uri="{DCECCB84-F9BA-43D5-87BE-67443E8EF086}">
      <p15:sldGuideLst xmlns:p15="http://schemas.microsoft.com/office/powerpoint/2012/main">
        <p15:guide id="1" pos="316">
          <p15:clr>
            <a:srgbClr val="FBAE40"/>
          </p15:clr>
        </p15:guide>
        <p15:guide id="2" orient="horz" pos="3997">
          <p15:clr>
            <a:srgbClr val="FBAE40"/>
          </p15:clr>
        </p15:guide>
        <p15:guide id="3" pos="7366">
          <p15:clr>
            <a:srgbClr val="FBAE40"/>
          </p15:clr>
        </p15:guide>
        <p15:guide id="4" orient="horz" pos="318">
          <p15:clr>
            <a:srgbClr val="FBAE40"/>
          </p15:clr>
        </p15:guide>
        <p15:guide id="5" orient="horz" pos="552">
          <p15:clr>
            <a:srgbClr val="FBAE40"/>
          </p15:clr>
        </p15:guide>
        <p15:guide id="6" orient="horz" pos="981">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userDrawn="1">
  <p:cSld name="Nur Titel">
    <p:spTree>
      <p:nvGrpSpPr>
        <p:cNvPr id="1" name=""/>
        <p:cNvGrpSpPr/>
        <p:nvPr/>
      </p:nvGrpSpPr>
      <p:grpSpPr>
        <a:xfrm>
          <a:off x="0" y="0"/>
          <a:ext cx="0" cy="0"/>
          <a:chOff x="0" y="0"/>
          <a:chExt cx="0" cy="0"/>
        </a:xfrm>
      </p:grpSpPr>
      <p:sp>
        <p:nvSpPr>
          <p:cNvPr id="3" name="Title"/>
          <p:cNvSpPr>
            <a:spLocks noGrp="1"/>
          </p:cNvSpPr>
          <p:nvPr>
            <p:ph type="title" hasCustomPrompt="1"/>
          </p:nvPr>
        </p:nvSpPr>
        <p:spPr/>
        <p:txBody>
          <a:bodyPr/>
          <a:lstStyle/>
          <a:p>
            <a:r>
              <a:rPr lang="en-US" noProof="0"/>
              <a:t>Insert page title (sentence case)</a:t>
            </a:r>
            <a:endParaRPr lang="en-US"/>
          </a:p>
        </p:txBody>
      </p:sp>
    </p:spTree>
    <p:extLst>
      <p:ext uri="{BB962C8B-B14F-4D97-AF65-F5344CB8AC3E}">
        <p14:creationId xmlns:p14="http://schemas.microsoft.com/office/powerpoint/2010/main" val="2735270597"/>
      </p:ext>
    </p:extLst>
  </p:cSld>
  <p:clrMapOvr>
    <a:masterClrMapping/>
  </p:clrMapOvr>
  <p:extLst>
    <p:ext uri="{DCECCB84-F9BA-43D5-87BE-67443E8EF086}">
      <p15:sldGuideLst xmlns:p15="http://schemas.microsoft.com/office/powerpoint/2012/main">
        <p15:guide id="1" pos="317">
          <p15:clr>
            <a:srgbClr val="FBAE40"/>
          </p15:clr>
        </p15:guide>
        <p15:guide id="2" orient="horz" pos="317">
          <p15:clr>
            <a:srgbClr val="FBAE40"/>
          </p15:clr>
        </p15:guide>
        <p15:guide id="3" pos="7364">
          <p15:clr>
            <a:srgbClr val="FBAE40"/>
          </p15:clr>
        </p15:guide>
        <p15:guide id="4" orient="horz" pos="551">
          <p15:clr>
            <a:srgbClr val="FBAE40"/>
          </p15:clr>
        </p15:guide>
        <p15:guide id="5" orient="horz" pos="3992">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userDrawn="1">
  <p:cSld name="6_Title with LAPTOP">
    <p:bg>
      <p:bgRef idx="1001">
        <a:schemeClr val="bg1"/>
      </p:bgRef>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92A775E0-FD3B-EB80-9635-D1BB00689167}"/>
              </a:ext>
            </a:extLst>
          </p:cNvPr>
          <p:cNvGraphicFramePr>
            <a:graphicFrameLocks noChangeAspect="1"/>
          </p:cNvGraphicFramePr>
          <p:nvPr userDrawn="1">
            <p:custDataLst>
              <p:tags r:id="rId1"/>
            </p:custDataLst>
            <p:extLst>
              <p:ext uri="{D42A27DB-BD31-4B8C-83A1-F6EECF244321}">
                <p14:modId xmlns:p14="http://schemas.microsoft.com/office/powerpoint/2010/main" val="10871178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92A775E0-FD3B-EB80-9635-D1BB0068916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Tree>
    <p:extLst>
      <p:ext uri="{BB962C8B-B14F-4D97-AF65-F5344CB8AC3E}">
        <p14:creationId xmlns:p14="http://schemas.microsoft.com/office/powerpoint/2010/main" val="4178255905"/>
      </p:ext>
    </p:extLst>
  </p:cSld>
  <p:clrMapOvr>
    <a:overrideClrMapping bg1="lt1" tx1="dk1" bg2="lt2" tx2="dk2" accent1="accent1" accent2="accent2" accent3="accent3" accent4="accent4" accent5="accent5" accent6="accent6" hlink="hlink" folHlink="folHlink"/>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userDrawn="1">
  <p:cSld name="Standard_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7303241"/>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userDrawn="1">
  <p:cSld name="Standard content sli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D74CF2D-783D-9251-B723-DA61A002EA71}"/>
              </a:ext>
            </a:extLst>
          </p:cNvPr>
          <p:cNvSpPr/>
          <p:nvPr userDrawn="1"/>
        </p:nvSpPr>
        <p:spPr>
          <a:xfrm>
            <a:off x="209659" y="253470"/>
            <a:ext cx="208652" cy="102660"/>
          </a:xfrm>
          <a:custGeom>
            <a:avLst/>
            <a:gdLst>
              <a:gd name="connsiteX0" fmla="*/ 0 w 208598"/>
              <a:gd name="connsiteY0" fmla="*/ 0 h 102660"/>
              <a:gd name="connsiteX1" fmla="*/ 0 w 208598"/>
              <a:gd name="connsiteY1" fmla="*/ 102660 h 102660"/>
              <a:gd name="connsiteX2" fmla="*/ 106009 w 208598"/>
              <a:gd name="connsiteY2" fmla="*/ 102660 h 102660"/>
              <a:gd name="connsiteX3" fmla="*/ 208598 w 208598"/>
              <a:gd name="connsiteY3" fmla="*/ 0 h 102660"/>
              <a:gd name="connsiteX4" fmla="*/ 0 w 208598"/>
              <a:gd name="connsiteY4" fmla="*/ 0 h 1026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598" h="102660">
                <a:moveTo>
                  <a:pt x="0" y="0"/>
                </a:moveTo>
                <a:lnTo>
                  <a:pt x="0" y="102660"/>
                </a:lnTo>
                <a:lnTo>
                  <a:pt x="106009" y="102660"/>
                </a:lnTo>
                <a:lnTo>
                  <a:pt x="208598" y="0"/>
                </a:lnTo>
                <a:lnTo>
                  <a:pt x="0" y="0"/>
                </a:lnTo>
                <a:close/>
              </a:path>
            </a:pathLst>
          </a:custGeom>
          <a:gradFill>
            <a:gsLst>
              <a:gs pos="85000">
                <a:srgbClr val="0070F2"/>
              </a:gs>
              <a:gs pos="70000">
                <a:srgbClr val="5D36FF"/>
              </a:gs>
              <a:gs pos="20000">
                <a:srgbClr val="1C0C6E"/>
              </a:gs>
              <a:gs pos="95000">
                <a:srgbClr val="1B90FF"/>
              </a:gs>
            </a:gsLst>
            <a:lin ang="222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sz="800" b="1">
              <a:solidFill>
                <a:schemeClr val="lt1"/>
              </a:solidFill>
              <a:latin typeface="72 Brand" panose="020B0504030603020204" pitchFamily="34" charset="0"/>
            </a:endParaRPr>
          </a:p>
        </p:txBody>
      </p:sp>
      <p:sp>
        <p:nvSpPr>
          <p:cNvPr id="2" name="Copyright">
            <a:extLst>
              <a:ext uri="{FF2B5EF4-FFF2-40B4-BE49-F238E27FC236}">
                <a16:creationId xmlns:a16="http://schemas.microsoft.com/office/drawing/2014/main" id="{B1920B6E-CAD3-656F-2BF0-436B7B07B1B8}"/>
              </a:ext>
            </a:extLst>
          </p:cNvPr>
          <p:cNvSpPr txBox="1"/>
          <p:nvPr userDrawn="1"/>
        </p:nvSpPr>
        <p:spPr bwMode="black">
          <a:xfrm>
            <a:off x="9032397" y="6494294"/>
            <a:ext cx="2556478" cy="92333"/>
          </a:xfrm>
          <a:prstGeom prst="rect">
            <a:avLst/>
          </a:prstGeom>
          <a:noFill/>
        </p:spPr>
        <p:txBody>
          <a:bodyPr wrap="square" lIns="0" tIns="0" rIns="0" bIns="0" rtlCol="0">
            <a:spAutoFit/>
          </a:bodyPr>
          <a:lstStyle/>
          <a:p>
            <a:pPr marL="84096" marR="0" lvl="0" indent="-84096" algn="r" defTabSz="1088231" rtl="0" eaLnBrk="1" fontAlgn="auto" latinLnBrk="0" hangingPunct="1">
              <a:lnSpc>
                <a:spcPct val="100000"/>
              </a:lnSpc>
              <a:spcBef>
                <a:spcPts val="0"/>
              </a:spcBef>
              <a:spcAft>
                <a:spcPts val="0"/>
              </a:spcAft>
              <a:buClrTx/>
              <a:buSzTx/>
              <a:buFont typeface="Arial" pitchFamily="34" charset="0"/>
              <a:buChar char="©"/>
              <a:tabLst/>
              <a:defRPr/>
            </a:pPr>
            <a:r>
              <a:rPr kumimoji="0" lang="en-US" sz="600" b="0" i="0" u="none" strike="noStrike" kern="1200" cap="none" spc="0" normalizeH="0" baseline="0" noProof="0">
                <a:ln>
                  <a:noFill/>
                </a:ln>
                <a:solidFill>
                  <a:schemeClr val="tx1"/>
                </a:solidFill>
                <a:effectLst/>
                <a:uLnTx/>
                <a:uFillTx/>
                <a:latin typeface="+mj-lt"/>
                <a:ea typeface="+mn-ea"/>
                <a:cs typeface="+mn-cs"/>
              </a:rPr>
              <a:t>2025 SAP SE or an SAP affiliate company. All rights reserved. | PUBLIC </a:t>
            </a:r>
            <a:endParaRPr kumimoji="0" lang="en-US" sz="600" b="0" i="0" u="none" strike="noStrike" kern="0" cap="none" spc="0" normalizeH="0" baseline="0" noProof="0">
              <a:ln>
                <a:noFill/>
              </a:ln>
              <a:solidFill>
                <a:schemeClr val="tx1"/>
              </a:solidFill>
              <a:effectLst/>
              <a:uLnTx/>
              <a:uFillTx/>
              <a:latin typeface="+mj-lt"/>
              <a:ea typeface="Arial Unicode MS"/>
              <a:cs typeface="Arial Unicode MS" pitchFamily="34" charset="-128"/>
              <a:sym typeface="Arial"/>
            </a:endParaRPr>
          </a:p>
        </p:txBody>
      </p:sp>
    </p:spTree>
    <p:extLst>
      <p:ext uri="{BB962C8B-B14F-4D97-AF65-F5344CB8AC3E}">
        <p14:creationId xmlns:p14="http://schemas.microsoft.com/office/powerpoint/2010/main" val="2784682191"/>
      </p:ext>
    </p:extLst>
  </p:cSld>
  <p:clrMapOvr>
    <a:masterClrMapping/>
  </p:clrMapOvr>
  <p:hf sldNum="0" hdr="0" ftr="0" dt="0"/>
  <p:extLst>
    <p:ext uri="{DCECCB84-F9BA-43D5-87BE-67443E8EF086}">
      <p15:sldGuideLst xmlns:p15="http://schemas.microsoft.com/office/powerpoint/2012/main">
        <p15:guide id="2" pos="7680">
          <p15:clr>
            <a:srgbClr val="FBAE40"/>
          </p15:clr>
        </p15:guide>
        <p15:guide id="5" pos="976">
          <p15:clr>
            <a:srgbClr val="FBAE40"/>
          </p15:clr>
        </p15:guide>
        <p15:guide id="6" pos="1376">
          <p15:clr>
            <a:srgbClr val="FBAE40"/>
          </p15:clr>
        </p15:guide>
        <p15:guide id="7" pos="1568">
          <p15:clr>
            <a:srgbClr val="FBAE40"/>
          </p15:clr>
        </p15:guide>
        <p15:guide id="8" pos="1968">
          <p15:clr>
            <a:srgbClr val="FBAE40"/>
          </p15:clr>
        </p15:guide>
        <p15:guide id="9" pos="2160">
          <p15:clr>
            <a:srgbClr val="FBAE40"/>
          </p15:clr>
        </p15:guide>
        <p15:guide id="10" pos="2560">
          <p15:clr>
            <a:srgbClr val="FBAE40"/>
          </p15:clr>
        </p15:guide>
        <p15:guide id="11" pos="2752">
          <p15:clr>
            <a:srgbClr val="FBAE40"/>
          </p15:clr>
        </p15:guide>
        <p15:guide id="12" pos="3152">
          <p15:clr>
            <a:srgbClr val="FBAE40"/>
          </p15:clr>
        </p15:guide>
        <p15:guide id="13" pos="3344">
          <p15:clr>
            <a:srgbClr val="FBAE40"/>
          </p15:clr>
        </p15:guide>
        <p15:guide id="14" pos="3744">
          <p15:clr>
            <a:srgbClr val="FBAE40"/>
          </p15:clr>
        </p15:guide>
        <p15:guide id="15" pos="3936">
          <p15:clr>
            <a:srgbClr val="FBAE40"/>
          </p15:clr>
        </p15:guide>
        <p15:guide id="16" pos="4336">
          <p15:clr>
            <a:srgbClr val="FBAE40"/>
          </p15:clr>
        </p15:guide>
        <p15:guide id="17" pos="4528">
          <p15:clr>
            <a:srgbClr val="FBAE40"/>
          </p15:clr>
        </p15:guide>
        <p15:guide id="18" pos="4928">
          <p15:clr>
            <a:srgbClr val="FBAE40"/>
          </p15:clr>
        </p15:guide>
        <p15:guide id="19" pos="5120">
          <p15:clr>
            <a:srgbClr val="FBAE40"/>
          </p15:clr>
        </p15:guide>
        <p15:guide id="20" pos="5520">
          <p15:clr>
            <a:srgbClr val="FBAE40"/>
          </p15:clr>
        </p15:guide>
        <p15:guide id="21" pos="5712">
          <p15:clr>
            <a:srgbClr val="FBAE40"/>
          </p15:clr>
        </p15:guide>
        <p15:guide id="22" pos="6112">
          <p15:clr>
            <a:srgbClr val="FBAE40"/>
          </p15:clr>
        </p15:guide>
        <p15:guide id="23" pos="6304">
          <p15:clr>
            <a:srgbClr val="FBAE40"/>
          </p15:clr>
        </p15:guide>
        <p15:guide id="24" pos="6704">
          <p15:clr>
            <a:srgbClr val="FBAE40"/>
          </p15:clr>
        </p15:guide>
        <p15:guide id="25" pos="6896">
          <p15:clr>
            <a:srgbClr val="FBAE40"/>
          </p15:clr>
        </p15:guide>
        <p15:guide id="26" pos="7296">
          <p15:clr>
            <a:srgbClr val="FBAE40"/>
          </p15:clr>
        </p15:guide>
        <p15:guide id="27" orient="horz">
          <p15:clr>
            <a:srgbClr val="FBAE40"/>
          </p15:clr>
        </p15:guide>
        <p15:guide id="28" orient="horz" pos="4320">
          <p15:clr>
            <a:srgbClr val="FBAE40"/>
          </p15:clr>
        </p15:guide>
        <p15:guide id="29" orient="horz" pos="384">
          <p15:clr>
            <a:srgbClr val="FBAE40"/>
          </p15:clr>
        </p15:guide>
        <p15:guide id="30" orient="horz" pos="3936">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userDrawn="1">
  <p:cSld name="4_Cover with Keyvisual Dark Blue">
    <p:bg>
      <p:bgPr>
        <a:solidFill>
          <a:srgbClr val="00138B"/>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D0365D7-C4A8-499F-60DA-8EFC07DAB1F1}"/>
              </a:ext>
            </a:extLst>
          </p:cNvPr>
          <p:cNvGraphicFramePr>
            <a:graphicFrameLocks noChangeAspect="1"/>
          </p:cNvGraphicFramePr>
          <p:nvPr userDrawn="1">
            <p:custDataLst>
              <p:tags r:id="rId2"/>
            </p:custDataLst>
            <p:extLst>
              <p:ext uri="{D42A27DB-BD31-4B8C-83A1-F6EECF244321}">
                <p14:modId xmlns:p14="http://schemas.microsoft.com/office/powerpoint/2010/main" val="4203460825"/>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4" imgW="204" imgH="205" progId="TCLayout.ActiveDocument.1">
                  <p:embed/>
                </p:oleObj>
              </mc:Choice>
              <mc:Fallback>
                <p:oleObj name="think-cell Slide" r:id="rId4" imgW="204" imgH="205" progId="TCLayout.ActiveDocument.1">
                  <p:embed/>
                  <p:pic>
                    <p:nvPicPr>
                      <p:cNvPr id="4" name="think-cell data - do not delete" hidden="1">
                        <a:extLst>
                          <a:ext uri="{FF2B5EF4-FFF2-40B4-BE49-F238E27FC236}">
                            <a16:creationId xmlns:a16="http://schemas.microsoft.com/office/drawing/2014/main" id="{5D0365D7-C4A8-499F-60DA-8EFC07DAB1F1}"/>
                          </a:ext>
                        </a:extLst>
                      </p:cNvPr>
                      <p:cNvPicPr/>
                      <p:nvPr/>
                    </p:nvPicPr>
                    <p:blipFill>
                      <a:blip r:embed="rId5"/>
                      <a:stretch>
                        <a:fillRect/>
                      </a:stretch>
                    </p:blipFill>
                    <p:spPr>
                      <a:xfrm>
                        <a:off x="1589" y="1588"/>
                        <a:ext cx="1588" cy="1588"/>
                      </a:xfrm>
                      <a:prstGeom prst="rect">
                        <a:avLst/>
                      </a:prstGeom>
                    </p:spPr>
                  </p:pic>
                </p:oleObj>
              </mc:Fallback>
            </mc:AlternateContent>
          </a:graphicData>
        </a:graphic>
      </p:graphicFrame>
      <p:pic>
        <p:nvPicPr>
          <p:cNvPr id="7" name="Picture 6">
            <a:extLst>
              <a:ext uri="{FF2B5EF4-FFF2-40B4-BE49-F238E27FC236}">
                <a16:creationId xmlns:a16="http://schemas.microsoft.com/office/drawing/2014/main" id="{265E1EED-1546-60C2-18C6-8A1B963540A8}"/>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a:fillRect/>
          </a:stretch>
        </p:blipFill>
        <p:spPr>
          <a:xfrm>
            <a:off x="0" y="2245136"/>
            <a:ext cx="12195175" cy="4652620"/>
          </a:xfrm>
          <a:prstGeom prst="rect">
            <a:avLst/>
          </a:prstGeom>
        </p:spPr>
      </p:pic>
      <p:sp>
        <p:nvSpPr>
          <p:cNvPr id="2" name="Text placeholder - column 1">
            <a:extLst>
              <a:ext uri="{FF2B5EF4-FFF2-40B4-BE49-F238E27FC236}">
                <a16:creationId xmlns:a16="http://schemas.microsoft.com/office/drawing/2014/main" id="{BCDC6924-8FC6-12CF-060C-A88CC6F109C7}"/>
              </a:ext>
            </a:extLst>
          </p:cNvPr>
          <p:cNvSpPr>
            <a:spLocks noGrp="1"/>
          </p:cNvSpPr>
          <p:nvPr>
            <p:ph type="body" sz="quarter" idx="23" hasCustomPrompt="1"/>
          </p:nvPr>
        </p:nvSpPr>
        <p:spPr>
          <a:xfrm>
            <a:off x="293339" y="3480251"/>
            <a:ext cx="4736488" cy="503434"/>
          </a:xfrm>
          <a:prstGeom prst="rect">
            <a:avLst/>
          </a:prstGeom>
        </p:spPr>
        <p:txBody>
          <a:bodyPr anchor="b" anchorCtr="0">
            <a:normAutofit/>
          </a:bodyPr>
          <a:lstStyle>
            <a:lvl1pPr marL="0" marR="0" indent="0" algn="l" defTabSz="1087905" rtl="0" eaLnBrk="1" fontAlgn="auto" latinLnBrk="0" hangingPunct="1">
              <a:lnSpc>
                <a:spcPct val="100000"/>
              </a:lnSpc>
              <a:spcBef>
                <a:spcPts val="0"/>
              </a:spcBef>
              <a:spcAft>
                <a:spcPts val="0"/>
              </a:spcAft>
              <a:buClrTx/>
              <a:buSzPct val="80000"/>
              <a:buFont typeface="72 Brand" panose="02000000000000000000" pitchFamily="2" charset="0"/>
              <a:buNone/>
              <a:tabLst/>
              <a:defRPr sz="1600">
                <a:solidFill>
                  <a:schemeClr val="bg1"/>
                </a:solidFill>
              </a:defRPr>
            </a:lvl1pPr>
          </a:lstStyle>
          <a:p>
            <a:pPr lvl="0"/>
            <a:r>
              <a:rPr lang="en-US"/>
              <a:t>Speaker Name, SAP</a:t>
            </a:r>
          </a:p>
          <a:p>
            <a:pPr lvl="0"/>
            <a:r>
              <a:rPr lang="en-US"/>
              <a:t>Speaker Name 2, SAP</a:t>
            </a:r>
          </a:p>
        </p:txBody>
      </p:sp>
      <p:sp>
        <p:nvSpPr>
          <p:cNvPr id="5" name="Text placeholder - column 1">
            <a:extLst>
              <a:ext uri="{FF2B5EF4-FFF2-40B4-BE49-F238E27FC236}">
                <a16:creationId xmlns:a16="http://schemas.microsoft.com/office/drawing/2014/main" id="{9435ADCE-3465-AF4F-B7CC-68F2609F193D}"/>
              </a:ext>
            </a:extLst>
          </p:cNvPr>
          <p:cNvSpPr>
            <a:spLocks noGrp="1"/>
          </p:cNvSpPr>
          <p:nvPr>
            <p:ph type="body" sz="quarter" idx="25" hasCustomPrompt="1"/>
          </p:nvPr>
        </p:nvSpPr>
        <p:spPr>
          <a:xfrm>
            <a:off x="293339" y="4076492"/>
            <a:ext cx="4736488" cy="231153"/>
          </a:xfrm>
          <a:prstGeom prst="rect">
            <a:avLst/>
          </a:prstGeom>
        </p:spPr>
        <p:txBody>
          <a:bodyPr>
            <a:normAutofit/>
          </a:bodyPr>
          <a:lstStyle>
            <a:lvl1pPr marL="0" marR="0" indent="0" algn="l" defTabSz="1087905" rtl="0" eaLnBrk="1" fontAlgn="auto" latinLnBrk="0" hangingPunct="1">
              <a:lnSpc>
                <a:spcPct val="100000"/>
              </a:lnSpc>
              <a:spcBef>
                <a:spcPts val="1798"/>
              </a:spcBef>
              <a:spcAft>
                <a:spcPts val="0"/>
              </a:spcAft>
              <a:buClrTx/>
              <a:buSzPct val="80000"/>
              <a:buFont typeface="72 Brand" panose="02000000000000000000" pitchFamily="2" charset="0"/>
              <a:buChar char="​"/>
              <a:tabLst/>
              <a:defRPr sz="1400">
                <a:solidFill>
                  <a:schemeClr val="bg1"/>
                </a:solidFill>
              </a:defRPr>
            </a:lvl1pPr>
          </a:lstStyle>
          <a:p>
            <a:pPr marL="0" marR="0" lvl="0" indent="0" algn="l" defTabSz="1087905" rtl="0" eaLnBrk="1" fontAlgn="auto" latinLnBrk="0" hangingPunct="1">
              <a:lnSpc>
                <a:spcPct val="100000"/>
              </a:lnSpc>
              <a:spcBef>
                <a:spcPts val="1798"/>
              </a:spcBef>
              <a:spcAft>
                <a:spcPts val="0"/>
              </a:spcAft>
              <a:buClrTx/>
              <a:buSzPct val="80000"/>
              <a:buFont typeface="72 Brand" panose="02000000000000000000" pitchFamily="2" charset="0"/>
              <a:buChar char="​"/>
              <a:tabLst/>
              <a:defRPr/>
            </a:pPr>
            <a:r>
              <a:rPr lang="en-US"/>
              <a:t>Month Year</a:t>
            </a:r>
          </a:p>
        </p:txBody>
      </p:sp>
      <p:sp>
        <p:nvSpPr>
          <p:cNvPr id="12" name="Title">
            <a:extLst>
              <a:ext uri="{FF2B5EF4-FFF2-40B4-BE49-F238E27FC236}">
                <a16:creationId xmlns:a16="http://schemas.microsoft.com/office/drawing/2014/main" id="{255E5D9D-476A-6075-7802-37D79995DCBD}"/>
              </a:ext>
            </a:extLst>
          </p:cNvPr>
          <p:cNvSpPr>
            <a:spLocks noGrp="1"/>
          </p:cNvSpPr>
          <p:nvPr>
            <p:ph type="title" hasCustomPrompt="1"/>
          </p:nvPr>
        </p:nvSpPr>
        <p:spPr>
          <a:xfrm>
            <a:off x="287999" y="1662725"/>
            <a:ext cx="8543265" cy="1326442"/>
          </a:xfrm>
        </p:spPr>
        <p:txBody>
          <a:bodyPr vert="horz" rIns="0" anchor="b" anchorCtr="0">
            <a:noAutofit/>
          </a:bodyPr>
          <a:lstStyle>
            <a:lvl1pPr>
              <a:lnSpc>
                <a:spcPct val="90000"/>
              </a:lnSpc>
              <a:defRPr sz="3998" b="0" i="0">
                <a:solidFill>
                  <a:schemeClr val="bg1"/>
                </a:solidFill>
                <a:latin typeface="+mj-lt"/>
                <a:cs typeface="72" panose="020B0503030000000003" pitchFamily="34" charset="0"/>
              </a:defRPr>
            </a:lvl1pPr>
          </a:lstStyle>
          <a:p>
            <a:pPr fontAlgn="base">
              <a:spcBef>
                <a:spcPct val="50000"/>
              </a:spcBef>
              <a:spcAft>
                <a:spcPct val="0"/>
              </a:spcAft>
              <a:buClr>
                <a:srgbClr val="F0AB00"/>
              </a:buClr>
              <a:buSzPct val="80000"/>
            </a:pPr>
            <a:r>
              <a:rPr lang="en-US"/>
              <a:t>Title and headlines will go here</a:t>
            </a:r>
            <a:br>
              <a:rPr lang="en-US"/>
            </a:br>
            <a:r>
              <a:rPr lang="en-US"/>
              <a:t>– on one line or two if needed</a:t>
            </a:r>
            <a:endParaRPr lang="de-DE" sz="3598" kern="0">
              <a:ea typeface="72 Brand" pitchFamily="34" charset="-128"/>
              <a:cs typeface="72 Brand" pitchFamily="34" charset="-128"/>
            </a:endParaRPr>
          </a:p>
        </p:txBody>
      </p:sp>
    </p:spTree>
    <p:extLst>
      <p:ext uri="{BB962C8B-B14F-4D97-AF65-F5344CB8AC3E}">
        <p14:creationId xmlns:p14="http://schemas.microsoft.com/office/powerpoint/2010/main" val="102362280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171">
          <p15:clr>
            <a:srgbClr val="FBAE40"/>
          </p15:clr>
        </p15:guide>
        <p15:guide id="3" orient="horz" pos="2523">
          <p15:clr>
            <a:srgbClr val="FBAE40"/>
          </p15:clr>
        </p15:guide>
        <p15:guide id="4" orient="horz" pos="2334">
          <p15:clr>
            <a:srgbClr val="FBAE40"/>
          </p15:clr>
        </p15:guide>
        <p15:guide id="5" orient="horz" pos="3022">
          <p15:clr>
            <a:srgbClr val="FBAE40"/>
          </p15:clr>
        </p15:guide>
        <p15:guide id="7" orient="horz" pos="4144">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Cover A">
    <p:bg>
      <p:bgRef idx="1001">
        <a:schemeClr val="bg1"/>
      </p:bgRef>
    </p:bg>
    <p:spTree>
      <p:nvGrpSpPr>
        <p:cNvPr id="1" name=""/>
        <p:cNvGrpSpPr/>
        <p:nvPr/>
      </p:nvGrpSpPr>
      <p:grpSpPr>
        <a:xfrm>
          <a:off x="0" y="0"/>
          <a:ext cx="0" cy="0"/>
          <a:chOff x="0" y="0"/>
          <a:chExt cx="0" cy="0"/>
        </a:xfrm>
      </p:grpSpPr>
      <p:sp>
        <p:nvSpPr>
          <p:cNvPr id="4" name="Title"/>
          <p:cNvSpPr>
            <a:spLocks noGrp="1"/>
          </p:cNvSpPr>
          <p:nvPr>
            <p:ph type="title" hasCustomPrompt="1"/>
          </p:nvPr>
        </p:nvSpPr>
        <p:spPr>
          <a:xfrm>
            <a:off x="503240" y="2706317"/>
            <a:ext cx="4765449" cy="997196"/>
          </a:xfrm>
        </p:spPr>
        <p:txBody>
          <a:bodyPr anchor="b" anchorCtr="0">
            <a:noAutofit/>
          </a:bodyPr>
          <a:lstStyle>
            <a:lvl1pPr>
              <a:lnSpc>
                <a:spcPct val="90000"/>
              </a:lnSpc>
              <a:defRPr sz="3598" b="0" i="0">
                <a:latin typeface="+mj-lt"/>
                <a:cs typeface="Arial" panose="020B0604020202020204"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598" kern="0" err="1">
              <a:ea typeface="72 Brand" pitchFamily="34" charset="-128"/>
              <a:cs typeface="72 Brand" pitchFamily="34" charset="-128"/>
            </a:endParaRPr>
          </a:p>
        </p:txBody>
      </p:sp>
      <p:sp>
        <p:nvSpPr>
          <p:cNvPr id="3" name="Picture Placeholder 2">
            <a:extLst>
              <a:ext uri="{FF2B5EF4-FFF2-40B4-BE49-F238E27FC236}">
                <a16:creationId xmlns:a16="http://schemas.microsoft.com/office/drawing/2014/main" id="{DE73D104-EF7E-A0AB-2243-882D65E686E2}"/>
              </a:ext>
            </a:extLst>
          </p:cNvPr>
          <p:cNvSpPr>
            <a:spLocks noGrp="1"/>
          </p:cNvSpPr>
          <p:nvPr>
            <p:ph type="pic" sz="quarter" idx="15" hasCustomPrompt="1"/>
          </p:nvPr>
        </p:nvSpPr>
        <p:spPr>
          <a:xfrm>
            <a:off x="5969000" y="0"/>
            <a:ext cx="6226175" cy="6858000"/>
          </a:xfrm>
        </p:spPr>
        <p:txBody>
          <a:bodyPr anchor="ctr" anchorCtr="0"/>
          <a:lstStyle>
            <a:lvl1pPr marL="0" indent="0" algn="ctr">
              <a:buNone/>
              <a:defRPr/>
            </a:lvl1pPr>
          </a:lstStyle>
          <a:p>
            <a:r>
              <a:rPr lang="en-US"/>
              <a:t>Click to insert picture</a:t>
            </a:r>
          </a:p>
        </p:txBody>
      </p:sp>
      <p:pic>
        <p:nvPicPr>
          <p:cNvPr id="1821210673" name="LogoBlue-Dynamic" descr="{&quot;templafy&quot;:{&quot;id&quot;:&quot;90617327-e095-4f73-96d6-9f57f603f71c&quot;}}"/>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04002" y="504000"/>
            <a:ext cx="727192" cy="360000"/>
          </a:xfrm>
          <a:prstGeom prst="rect">
            <a:avLst/>
          </a:prstGeom>
        </p:spPr>
      </p:pic>
    </p:spTree>
    <p:extLst>
      <p:ext uri="{BB962C8B-B14F-4D97-AF65-F5344CB8AC3E}">
        <p14:creationId xmlns:p14="http://schemas.microsoft.com/office/powerpoint/2010/main" val="63451982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orient="horz" pos="1701">
          <p15:clr>
            <a:srgbClr val="FBAE40"/>
          </p15:clr>
        </p15:guide>
        <p15:guide id="3" orient="horz" pos="2682">
          <p15:clr>
            <a:srgbClr val="FBAE40"/>
          </p15:clr>
        </p15:guide>
        <p15:guide id="4" orient="horz" pos="2334">
          <p15:clr>
            <a:srgbClr val="FBAE40"/>
          </p15:clr>
        </p15:guide>
        <p15:guide id="5" orient="horz" pos="2999">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Cover with Keyvisual Dark Blue">
    <p:bg>
      <p:bgPr>
        <a:solidFill>
          <a:srgbClr val="00138B"/>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1C90132-0849-25B8-542B-15EA6D5394C2}"/>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a:xfrm>
            <a:off x="0" y="2245136"/>
            <a:ext cx="12195175" cy="4652620"/>
          </a:xfrm>
          <a:prstGeom prst="rect">
            <a:avLst/>
          </a:prstGeom>
        </p:spPr>
      </p:pic>
      <p:sp>
        <p:nvSpPr>
          <p:cNvPr id="8" name="Title">
            <a:extLst>
              <a:ext uri="{FF2B5EF4-FFF2-40B4-BE49-F238E27FC236}">
                <a16:creationId xmlns:a16="http://schemas.microsoft.com/office/drawing/2014/main" id="{02F12FA0-0B52-F529-C47C-C41CFCCA854B}"/>
              </a:ext>
            </a:extLst>
          </p:cNvPr>
          <p:cNvSpPr>
            <a:spLocks noGrp="1"/>
          </p:cNvSpPr>
          <p:nvPr>
            <p:ph type="title" hasCustomPrompt="1"/>
          </p:nvPr>
        </p:nvSpPr>
        <p:spPr>
          <a:xfrm>
            <a:off x="287999" y="1662725"/>
            <a:ext cx="8543265" cy="1326442"/>
          </a:xfrm>
        </p:spPr>
        <p:txBody>
          <a:bodyPr anchor="b" anchorCtr="0">
            <a:noAutofit/>
          </a:bodyPr>
          <a:lstStyle>
            <a:lvl1pPr>
              <a:lnSpc>
                <a:spcPct val="90000"/>
              </a:lnSpc>
              <a:defRPr sz="3998" b="0" i="0">
                <a:solidFill>
                  <a:schemeClr val="bg1"/>
                </a:solidFill>
                <a:latin typeface="+mj-lt"/>
                <a:cs typeface="72" panose="020B0503030000000003" pitchFamily="34" charset="0"/>
              </a:defRPr>
            </a:lvl1pPr>
          </a:lstStyle>
          <a:p>
            <a:pPr fontAlgn="base">
              <a:spcBef>
                <a:spcPct val="50000"/>
              </a:spcBef>
              <a:spcAft>
                <a:spcPct val="0"/>
              </a:spcAft>
              <a:buClr>
                <a:srgbClr val="F0AB00"/>
              </a:buClr>
              <a:buSzPct val="80000"/>
            </a:pPr>
            <a:r>
              <a:rPr lang="en-US"/>
              <a:t>Title and headlines will go here</a:t>
            </a:r>
            <a:br>
              <a:rPr lang="en-US"/>
            </a:br>
            <a:r>
              <a:rPr lang="en-US"/>
              <a:t>– on one line or two if needed</a:t>
            </a:r>
            <a:endParaRPr lang="de-DE" sz="3598" kern="0">
              <a:ea typeface="72 Brand" pitchFamily="34" charset="-128"/>
              <a:cs typeface="72 Brand" pitchFamily="34" charset="-128"/>
            </a:endParaRPr>
          </a:p>
        </p:txBody>
      </p:sp>
      <p:sp>
        <p:nvSpPr>
          <p:cNvPr id="7" name="Classification-Dynamic" descr="{&quot;templafy&quot;:{&quot;id&quot;:&quot;79cac289-6949-46c4-afc6-3b10b6515444&quot;}}">
            <a:extLst>
              <a:ext uri="{FF2B5EF4-FFF2-40B4-BE49-F238E27FC236}">
                <a16:creationId xmlns:a16="http://schemas.microsoft.com/office/drawing/2014/main" id="{1D05DC80-84C9-9ECA-3B84-3577D8D81659}"/>
              </a:ext>
            </a:extLst>
          </p:cNvPr>
          <p:cNvSpPr txBox="1"/>
          <p:nvPr userDrawn="1"/>
        </p:nvSpPr>
        <p:spPr>
          <a:xfrm>
            <a:off x="282575" y="4586853"/>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DE" sz="800">
                <a:solidFill>
                  <a:schemeClr val="bg1">
                    <a:lumMod val="85000"/>
                  </a:schemeClr>
                </a:solidFill>
                <a:latin typeface="72 Brand" panose="020B0504030603020204" pitchFamily="34" charset="0"/>
              </a:rPr>
              <a:t> INTERNAL ‒ SAP and External Parties under NDA Only</a:t>
            </a:r>
            <a:endParaRPr lang="en-US" sz="1000" b="0" i="0" kern="0">
              <a:solidFill>
                <a:schemeClr val="bg1">
                  <a:lumMod val="85000"/>
                </a:schemeClr>
              </a:solidFill>
              <a:latin typeface="72 Brand" panose="020B0504030603020204" pitchFamily="34" charset="0"/>
              <a:ea typeface="72 Brand" pitchFamily="34" charset="-128"/>
              <a:cs typeface="72 Brand" pitchFamily="34" charset="-128"/>
            </a:endParaRPr>
          </a:p>
        </p:txBody>
      </p:sp>
      <p:sp>
        <p:nvSpPr>
          <p:cNvPr id="2" name="Text placeholder - column 1">
            <a:extLst>
              <a:ext uri="{FF2B5EF4-FFF2-40B4-BE49-F238E27FC236}">
                <a16:creationId xmlns:a16="http://schemas.microsoft.com/office/drawing/2014/main" id="{BCDC6924-8FC6-12CF-060C-A88CC6F109C7}"/>
              </a:ext>
            </a:extLst>
          </p:cNvPr>
          <p:cNvSpPr>
            <a:spLocks noGrp="1"/>
          </p:cNvSpPr>
          <p:nvPr>
            <p:ph type="body" sz="quarter" idx="23" hasCustomPrompt="1"/>
          </p:nvPr>
        </p:nvSpPr>
        <p:spPr>
          <a:xfrm>
            <a:off x="293339" y="3480251"/>
            <a:ext cx="4736488" cy="503434"/>
          </a:xfrm>
          <a:prstGeom prst="rect">
            <a:avLst/>
          </a:prstGeom>
        </p:spPr>
        <p:txBody>
          <a:bodyPr anchor="b" anchorCtr="0">
            <a:normAutofit/>
          </a:bodyPr>
          <a:lstStyle>
            <a:lvl1pPr marL="0" marR="0" indent="0" algn="l" defTabSz="1087905" rtl="0" eaLnBrk="1" fontAlgn="auto" latinLnBrk="0" hangingPunct="1">
              <a:lnSpc>
                <a:spcPct val="100000"/>
              </a:lnSpc>
              <a:spcBef>
                <a:spcPts val="0"/>
              </a:spcBef>
              <a:spcAft>
                <a:spcPts val="0"/>
              </a:spcAft>
              <a:buClrTx/>
              <a:buSzPct val="80000"/>
              <a:buFont typeface="72 Brand" panose="02000000000000000000" pitchFamily="2" charset="0"/>
              <a:buNone/>
              <a:tabLst/>
              <a:defRPr sz="1600">
                <a:solidFill>
                  <a:schemeClr val="bg1"/>
                </a:solidFill>
              </a:defRPr>
            </a:lvl1pPr>
          </a:lstStyle>
          <a:p>
            <a:pPr lvl="0"/>
            <a:r>
              <a:rPr lang="en-US"/>
              <a:t>Speaker Name, SAP</a:t>
            </a:r>
          </a:p>
          <a:p>
            <a:pPr lvl="0"/>
            <a:r>
              <a:rPr lang="en-US"/>
              <a:t>Speaker Name 2, SAP</a:t>
            </a:r>
          </a:p>
        </p:txBody>
      </p:sp>
      <p:sp>
        <p:nvSpPr>
          <p:cNvPr id="5" name="Text placeholder - column 1">
            <a:extLst>
              <a:ext uri="{FF2B5EF4-FFF2-40B4-BE49-F238E27FC236}">
                <a16:creationId xmlns:a16="http://schemas.microsoft.com/office/drawing/2014/main" id="{9435ADCE-3465-AF4F-B7CC-68F2609F193D}"/>
              </a:ext>
            </a:extLst>
          </p:cNvPr>
          <p:cNvSpPr>
            <a:spLocks noGrp="1"/>
          </p:cNvSpPr>
          <p:nvPr>
            <p:ph type="body" sz="quarter" idx="25" hasCustomPrompt="1"/>
          </p:nvPr>
        </p:nvSpPr>
        <p:spPr>
          <a:xfrm>
            <a:off x="293339" y="4076492"/>
            <a:ext cx="4736488" cy="231153"/>
          </a:xfrm>
          <a:prstGeom prst="rect">
            <a:avLst/>
          </a:prstGeom>
        </p:spPr>
        <p:txBody>
          <a:bodyPr>
            <a:normAutofit/>
          </a:bodyPr>
          <a:lstStyle>
            <a:lvl1pPr marL="0" marR="0" indent="0" algn="l" defTabSz="1087905" rtl="0" eaLnBrk="1" fontAlgn="auto" latinLnBrk="0" hangingPunct="1">
              <a:lnSpc>
                <a:spcPct val="100000"/>
              </a:lnSpc>
              <a:spcBef>
                <a:spcPts val="1798"/>
              </a:spcBef>
              <a:spcAft>
                <a:spcPts val="0"/>
              </a:spcAft>
              <a:buClrTx/>
              <a:buSzPct val="80000"/>
              <a:buFont typeface="72 Brand" panose="02000000000000000000" pitchFamily="2" charset="0"/>
              <a:buChar char="​"/>
              <a:tabLst/>
              <a:defRPr sz="1400">
                <a:solidFill>
                  <a:schemeClr val="bg1"/>
                </a:solidFill>
              </a:defRPr>
            </a:lvl1pPr>
          </a:lstStyle>
          <a:p>
            <a:pPr marL="0" marR="0" lvl="0" indent="0" algn="l" defTabSz="1087905" rtl="0" eaLnBrk="1" fontAlgn="auto" latinLnBrk="0" hangingPunct="1">
              <a:lnSpc>
                <a:spcPct val="100000"/>
              </a:lnSpc>
              <a:spcBef>
                <a:spcPts val="1798"/>
              </a:spcBef>
              <a:spcAft>
                <a:spcPts val="0"/>
              </a:spcAft>
              <a:buClrTx/>
              <a:buSzPct val="80000"/>
              <a:buFont typeface="72 Brand" panose="02000000000000000000" pitchFamily="2" charset="0"/>
              <a:buChar char="​"/>
              <a:tabLst/>
              <a:defRPr/>
            </a:pPr>
            <a:r>
              <a:rPr lang="en-US"/>
              <a:t>Month Year</a:t>
            </a:r>
          </a:p>
        </p:txBody>
      </p:sp>
      <p:pic>
        <p:nvPicPr>
          <p:cNvPr id="3" name="LogoWhite-Dynamic" descr="{&quot;templafy&quot;:{&quot;id&quot;:&quot;63c8c9f0-7a8d-4cb3-830d-b2b837b0877b&quot;}}">
            <a:extLst>
              <a:ext uri="{FF2B5EF4-FFF2-40B4-BE49-F238E27FC236}">
                <a16:creationId xmlns:a16="http://schemas.microsoft.com/office/drawing/2014/main" id="{55507BB5-5AC0-1D3E-FDE1-7826238899D4}"/>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282575" y="6213693"/>
            <a:ext cx="727192" cy="360000"/>
          </a:xfrm>
          <a:prstGeom prst="rect">
            <a:avLst/>
          </a:prstGeom>
        </p:spPr>
      </p:pic>
      <p:pic>
        <p:nvPicPr>
          <p:cNvPr id="9" name="Picture 8">
            <a:extLst>
              <a:ext uri="{FF2B5EF4-FFF2-40B4-BE49-F238E27FC236}">
                <a16:creationId xmlns:a16="http://schemas.microsoft.com/office/drawing/2014/main" id="{B234A9A3-D1CE-C8D0-BD6F-F6FA09C6FE3D}"/>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42742" y="-148284"/>
            <a:ext cx="2608383" cy="1069906"/>
          </a:xfrm>
          <a:prstGeom prst="rect">
            <a:avLst/>
          </a:prstGeom>
        </p:spPr>
      </p:pic>
    </p:spTree>
    <p:extLst>
      <p:ext uri="{BB962C8B-B14F-4D97-AF65-F5344CB8AC3E}">
        <p14:creationId xmlns:p14="http://schemas.microsoft.com/office/powerpoint/2010/main" val="101757566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171">
          <p15:clr>
            <a:srgbClr val="FBAE40"/>
          </p15:clr>
        </p15:guide>
        <p15:guide id="3" orient="horz" pos="2523">
          <p15:clr>
            <a:srgbClr val="FBAE40"/>
          </p15:clr>
        </p15:guide>
        <p15:guide id="4" orient="horz" pos="2334">
          <p15:clr>
            <a:srgbClr val="FBAE40"/>
          </p15:clr>
        </p15:guide>
        <p15:guide id="5" orient="horz" pos="3022">
          <p15:clr>
            <a:srgbClr val="FBAE40"/>
          </p15:clr>
        </p15:guide>
        <p15:guide id="7" orient="horz" pos="4144">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2_Cover with Keyvisual Dark Blue">
    <p:bg>
      <p:bgPr>
        <a:solidFill>
          <a:srgbClr val="00138B"/>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D692858-EA91-C623-4B57-C80B47AFC212}"/>
              </a:ext>
            </a:extLst>
          </p:cNvPr>
          <p:cNvGraphicFramePr>
            <a:graphicFrameLocks noChangeAspect="1"/>
          </p:cNvGraphicFramePr>
          <p:nvPr userDrawn="1">
            <p:custDataLst>
              <p:tags r:id="rId2"/>
            </p:custDataLst>
            <p:extLst>
              <p:ext uri="{D42A27DB-BD31-4B8C-83A1-F6EECF244321}">
                <p14:modId xmlns:p14="http://schemas.microsoft.com/office/powerpoint/2010/main" val="3903473046"/>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4" imgW="204" imgH="205" progId="TCLayout.ActiveDocument.1">
                  <p:embed/>
                </p:oleObj>
              </mc:Choice>
              <mc:Fallback>
                <p:oleObj name="think-cell Slide" r:id="rId4" imgW="204" imgH="205" progId="TCLayout.ActiveDocument.1">
                  <p:embed/>
                  <p:pic>
                    <p:nvPicPr>
                      <p:cNvPr id="6" name="think-cell data - do not delete" hidden="1">
                        <a:extLst>
                          <a:ext uri="{FF2B5EF4-FFF2-40B4-BE49-F238E27FC236}">
                            <a16:creationId xmlns:a16="http://schemas.microsoft.com/office/drawing/2014/main" id="{FD692858-EA91-C623-4B57-C80B47AFC212}"/>
                          </a:ext>
                        </a:extLst>
                      </p:cNvPr>
                      <p:cNvPicPr/>
                      <p:nvPr/>
                    </p:nvPicPr>
                    <p:blipFill>
                      <a:blip r:embed="rId5"/>
                      <a:stretch>
                        <a:fillRect/>
                      </a:stretch>
                    </p:blipFill>
                    <p:spPr>
                      <a:xfrm>
                        <a:off x="1589" y="1588"/>
                        <a:ext cx="1588" cy="1588"/>
                      </a:xfrm>
                      <a:prstGeom prst="rect">
                        <a:avLst/>
                      </a:prstGeom>
                    </p:spPr>
                  </p:pic>
                </p:oleObj>
              </mc:Fallback>
            </mc:AlternateContent>
          </a:graphicData>
        </a:graphic>
      </p:graphicFrame>
      <p:pic>
        <p:nvPicPr>
          <p:cNvPr id="7" name="Picture 6">
            <a:extLst>
              <a:ext uri="{FF2B5EF4-FFF2-40B4-BE49-F238E27FC236}">
                <a16:creationId xmlns:a16="http://schemas.microsoft.com/office/drawing/2014/main" id="{E6D05BA3-FA70-EC1D-BFDC-876B5A885E9F}"/>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a:fillRect/>
          </a:stretch>
        </p:blipFill>
        <p:spPr>
          <a:xfrm>
            <a:off x="0" y="2245136"/>
            <a:ext cx="12195175" cy="4652620"/>
          </a:xfrm>
          <a:prstGeom prst="rect">
            <a:avLst/>
          </a:prstGeom>
        </p:spPr>
      </p:pic>
      <p:sp>
        <p:nvSpPr>
          <p:cNvPr id="2" name="Text placeholder - column 1">
            <a:extLst>
              <a:ext uri="{FF2B5EF4-FFF2-40B4-BE49-F238E27FC236}">
                <a16:creationId xmlns:a16="http://schemas.microsoft.com/office/drawing/2014/main" id="{BCDC6924-8FC6-12CF-060C-A88CC6F109C7}"/>
              </a:ext>
            </a:extLst>
          </p:cNvPr>
          <p:cNvSpPr>
            <a:spLocks noGrp="1"/>
          </p:cNvSpPr>
          <p:nvPr>
            <p:ph type="body" sz="quarter" idx="23" hasCustomPrompt="1"/>
          </p:nvPr>
        </p:nvSpPr>
        <p:spPr>
          <a:xfrm>
            <a:off x="293339" y="3480251"/>
            <a:ext cx="4736488" cy="503434"/>
          </a:xfrm>
          <a:prstGeom prst="rect">
            <a:avLst/>
          </a:prstGeom>
        </p:spPr>
        <p:txBody>
          <a:bodyPr anchor="b" anchorCtr="0">
            <a:normAutofit/>
          </a:bodyPr>
          <a:lstStyle>
            <a:lvl1pPr marL="0" marR="0" indent="0" algn="l" defTabSz="1087905" rtl="0" eaLnBrk="1" fontAlgn="auto" latinLnBrk="0" hangingPunct="1">
              <a:lnSpc>
                <a:spcPct val="100000"/>
              </a:lnSpc>
              <a:spcBef>
                <a:spcPts val="0"/>
              </a:spcBef>
              <a:spcAft>
                <a:spcPts val="0"/>
              </a:spcAft>
              <a:buClrTx/>
              <a:buSzPct val="80000"/>
              <a:buFont typeface="72 Brand" panose="02000000000000000000" pitchFamily="2" charset="0"/>
              <a:buNone/>
              <a:tabLst/>
              <a:defRPr sz="1600">
                <a:solidFill>
                  <a:schemeClr val="bg1"/>
                </a:solidFill>
              </a:defRPr>
            </a:lvl1pPr>
          </a:lstStyle>
          <a:p>
            <a:pPr lvl="0"/>
            <a:r>
              <a:rPr lang="en-US"/>
              <a:t>Speaker Name, SAP</a:t>
            </a:r>
          </a:p>
          <a:p>
            <a:pPr lvl="0"/>
            <a:r>
              <a:rPr lang="en-US"/>
              <a:t>Speaker Name 2, SAP</a:t>
            </a:r>
          </a:p>
        </p:txBody>
      </p:sp>
      <p:sp>
        <p:nvSpPr>
          <p:cNvPr id="5" name="Text placeholder - column 1">
            <a:extLst>
              <a:ext uri="{FF2B5EF4-FFF2-40B4-BE49-F238E27FC236}">
                <a16:creationId xmlns:a16="http://schemas.microsoft.com/office/drawing/2014/main" id="{9435ADCE-3465-AF4F-B7CC-68F2609F193D}"/>
              </a:ext>
            </a:extLst>
          </p:cNvPr>
          <p:cNvSpPr>
            <a:spLocks noGrp="1"/>
          </p:cNvSpPr>
          <p:nvPr>
            <p:ph type="body" sz="quarter" idx="25" hasCustomPrompt="1"/>
          </p:nvPr>
        </p:nvSpPr>
        <p:spPr>
          <a:xfrm>
            <a:off x="293339" y="4076492"/>
            <a:ext cx="4736488" cy="231153"/>
          </a:xfrm>
          <a:prstGeom prst="rect">
            <a:avLst/>
          </a:prstGeom>
        </p:spPr>
        <p:txBody>
          <a:bodyPr>
            <a:normAutofit/>
          </a:bodyPr>
          <a:lstStyle>
            <a:lvl1pPr marL="0" marR="0" indent="0" algn="l" defTabSz="1087905" rtl="0" eaLnBrk="1" fontAlgn="auto" latinLnBrk="0" hangingPunct="1">
              <a:lnSpc>
                <a:spcPct val="100000"/>
              </a:lnSpc>
              <a:spcBef>
                <a:spcPts val="1798"/>
              </a:spcBef>
              <a:spcAft>
                <a:spcPts val="0"/>
              </a:spcAft>
              <a:buClrTx/>
              <a:buSzPct val="80000"/>
              <a:buFont typeface="72 Brand" panose="02000000000000000000" pitchFamily="2" charset="0"/>
              <a:buChar char="​"/>
              <a:tabLst/>
              <a:defRPr sz="1400">
                <a:solidFill>
                  <a:schemeClr val="bg1"/>
                </a:solidFill>
              </a:defRPr>
            </a:lvl1pPr>
          </a:lstStyle>
          <a:p>
            <a:pPr marL="0" marR="0" lvl="0" indent="0" algn="l" defTabSz="1087905" rtl="0" eaLnBrk="1" fontAlgn="auto" latinLnBrk="0" hangingPunct="1">
              <a:lnSpc>
                <a:spcPct val="100000"/>
              </a:lnSpc>
              <a:spcBef>
                <a:spcPts val="1798"/>
              </a:spcBef>
              <a:spcAft>
                <a:spcPts val="0"/>
              </a:spcAft>
              <a:buClrTx/>
              <a:buSzPct val="80000"/>
              <a:buFont typeface="72 Brand" panose="02000000000000000000" pitchFamily="2" charset="0"/>
              <a:buChar char="​"/>
              <a:tabLst/>
              <a:defRPr/>
            </a:pPr>
            <a:r>
              <a:rPr lang="en-US"/>
              <a:t>Month Year</a:t>
            </a:r>
          </a:p>
        </p:txBody>
      </p:sp>
      <p:pic>
        <p:nvPicPr>
          <p:cNvPr id="3" name="LogoWhite-Dynamic" descr="{&quot;templafy&quot;:{&quot;id&quot;:&quot;63c8c9f0-7a8d-4cb3-830d-b2b837b0877b&quot;}}">
            <a:extLst>
              <a:ext uri="{FF2B5EF4-FFF2-40B4-BE49-F238E27FC236}">
                <a16:creationId xmlns:a16="http://schemas.microsoft.com/office/drawing/2014/main" id="{55507BB5-5AC0-1D3E-FDE1-7826238899D4}"/>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282575" y="6213693"/>
            <a:ext cx="727192" cy="360000"/>
          </a:xfrm>
          <a:prstGeom prst="rect">
            <a:avLst/>
          </a:prstGeom>
        </p:spPr>
      </p:pic>
      <p:pic>
        <p:nvPicPr>
          <p:cNvPr id="4" name="Picture 3">
            <a:extLst>
              <a:ext uri="{FF2B5EF4-FFF2-40B4-BE49-F238E27FC236}">
                <a16:creationId xmlns:a16="http://schemas.microsoft.com/office/drawing/2014/main" id="{E2311961-34FC-150F-0672-1C87FC0D7B97}"/>
              </a:ext>
            </a:extLst>
          </p:cNvPr>
          <p:cNvPicPr>
            <a:picLocks noChangeAspect="1"/>
          </p:cNvPicPr>
          <p:nvPr userDrawn="1"/>
        </p:nvPicPr>
        <p:blipFill>
          <a:blip r:embed="rId8" cstate="screen">
            <a:extLst>
              <a:ext uri="{28A0092B-C50C-407E-A947-70E740481C1C}">
                <a14:useLocalDpi xmlns:a14="http://schemas.microsoft.com/office/drawing/2010/main"/>
              </a:ext>
            </a:extLst>
          </a:blip>
          <a:stretch>
            <a:fillRect/>
          </a:stretch>
        </p:blipFill>
        <p:spPr>
          <a:xfrm>
            <a:off x="-133117" y="-148284"/>
            <a:ext cx="3121530" cy="1521940"/>
          </a:xfrm>
          <a:prstGeom prst="rect">
            <a:avLst/>
          </a:prstGeom>
        </p:spPr>
      </p:pic>
      <p:sp>
        <p:nvSpPr>
          <p:cNvPr id="8" name="Classification-Dynamic" descr="{&quot;templafy&quot;:{&quot;id&quot;:&quot;79cac289-6949-46c4-afc6-3b10b6515444&quot;}}">
            <a:extLst>
              <a:ext uri="{FF2B5EF4-FFF2-40B4-BE49-F238E27FC236}">
                <a16:creationId xmlns:a16="http://schemas.microsoft.com/office/drawing/2014/main" id="{B61D2347-943B-907F-016E-34BE971A4DB3}"/>
              </a:ext>
            </a:extLst>
          </p:cNvPr>
          <p:cNvSpPr txBox="1"/>
          <p:nvPr userDrawn="1"/>
        </p:nvSpPr>
        <p:spPr>
          <a:xfrm>
            <a:off x="282575" y="4586853"/>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DE" sz="800">
                <a:solidFill>
                  <a:schemeClr val="bg1">
                    <a:lumMod val="85000"/>
                  </a:schemeClr>
                </a:solidFill>
                <a:latin typeface="72 Brand" panose="020B0504030603020204" pitchFamily="34" charset="0"/>
              </a:rPr>
              <a:t> INTERNAL ‒ SAP and External Parties under NDA Only</a:t>
            </a:r>
            <a:endParaRPr lang="en-US" sz="1000" b="0" i="0" kern="0">
              <a:solidFill>
                <a:schemeClr val="bg1">
                  <a:lumMod val="85000"/>
                </a:schemeClr>
              </a:solidFill>
              <a:latin typeface="72 Brand" panose="020B0504030603020204" pitchFamily="34" charset="0"/>
              <a:ea typeface="72 Brand" pitchFamily="34" charset="-128"/>
              <a:cs typeface="72 Brand" pitchFamily="34" charset="-128"/>
            </a:endParaRPr>
          </a:p>
        </p:txBody>
      </p:sp>
      <p:sp>
        <p:nvSpPr>
          <p:cNvPr id="12" name="Title">
            <a:extLst>
              <a:ext uri="{FF2B5EF4-FFF2-40B4-BE49-F238E27FC236}">
                <a16:creationId xmlns:a16="http://schemas.microsoft.com/office/drawing/2014/main" id="{BFC2CF12-525E-C76A-8B0B-3F8309E3FCE4}"/>
              </a:ext>
            </a:extLst>
          </p:cNvPr>
          <p:cNvSpPr>
            <a:spLocks noGrp="1"/>
          </p:cNvSpPr>
          <p:nvPr>
            <p:ph type="title" hasCustomPrompt="1"/>
          </p:nvPr>
        </p:nvSpPr>
        <p:spPr>
          <a:xfrm>
            <a:off x="287999" y="1662725"/>
            <a:ext cx="8543265" cy="1326442"/>
          </a:xfrm>
        </p:spPr>
        <p:txBody>
          <a:bodyPr vert="horz" rIns="0" anchor="b" anchorCtr="0">
            <a:noAutofit/>
          </a:bodyPr>
          <a:lstStyle>
            <a:lvl1pPr>
              <a:lnSpc>
                <a:spcPct val="90000"/>
              </a:lnSpc>
              <a:defRPr sz="3998" b="0" i="0">
                <a:solidFill>
                  <a:schemeClr val="bg1"/>
                </a:solidFill>
                <a:latin typeface="+mj-lt"/>
                <a:cs typeface="72" panose="020B0503030000000003" pitchFamily="34" charset="0"/>
              </a:defRPr>
            </a:lvl1pPr>
          </a:lstStyle>
          <a:p>
            <a:pPr fontAlgn="base">
              <a:spcBef>
                <a:spcPct val="50000"/>
              </a:spcBef>
              <a:spcAft>
                <a:spcPct val="0"/>
              </a:spcAft>
              <a:buClr>
                <a:srgbClr val="F0AB00"/>
              </a:buClr>
              <a:buSzPct val="80000"/>
            </a:pPr>
            <a:r>
              <a:rPr lang="en-US"/>
              <a:t>Title and headlines will go here</a:t>
            </a:r>
            <a:br>
              <a:rPr lang="en-US"/>
            </a:br>
            <a:r>
              <a:rPr lang="en-US"/>
              <a:t>– on one line or two if needed</a:t>
            </a:r>
            <a:endParaRPr lang="de-DE" sz="3598" kern="0">
              <a:ea typeface="72 Brand" pitchFamily="34" charset="-128"/>
              <a:cs typeface="72 Brand" pitchFamily="34" charset="-128"/>
            </a:endParaRPr>
          </a:p>
        </p:txBody>
      </p:sp>
    </p:spTree>
    <p:extLst>
      <p:ext uri="{BB962C8B-B14F-4D97-AF65-F5344CB8AC3E}">
        <p14:creationId xmlns:p14="http://schemas.microsoft.com/office/powerpoint/2010/main" val="33361622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171">
          <p15:clr>
            <a:srgbClr val="FBAE40"/>
          </p15:clr>
        </p15:guide>
        <p15:guide id="3" orient="horz" pos="2523">
          <p15:clr>
            <a:srgbClr val="FBAE40"/>
          </p15:clr>
        </p15:guide>
        <p15:guide id="4" orient="horz" pos="2334">
          <p15:clr>
            <a:srgbClr val="FBAE40"/>
          </p15:clr>
        </p15:guide>
        <p15:guide id="5" orient="horz" pos="3022">
          <p15:clr>
            <a:srgbClr val="FBAE40"/>
          </p15:clr>
        </p15:guide>
        <p15:guide id="7" orient="horz" pos="4144">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3_Cover with Keyvisual Dark Blue">
    <p:bg>
      <p:bgPr>
        <a:solidFill>
          <a:srgbClr val="00138B"/>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06AF3F88-A288-3947-A374-29F184334A13}"/>
              </a:ext>
            </a:extLst>
          </p:cNvPr>
          <p:cNvGraphicFramePr>
            <a:graphicFrameLocks noChangeAspect="1"/>
          </p:cNvGraphicFramePr>
          <p:nvPr userDrawn="1">
            <p:custDataLst>
              <p:tags r:id="rId2"/>
            </p:custDataLst>
            <p:extLst>
              <p:ext uri="{D42A27DB-BD31-4B8C-83A1-F6EECF244321}">
                <p14:modId xmlns:p14="http://schemas.microsoft.com/office/powerpoint/2010/main" val="3277915810"/>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4" imgW="204" imgH="205" progId="TCLayout.ActiveDocument.1">
                  <p:embed/>
                </p:oleObj>
              </mc:Choice>
              <mc:Fallback>
                <p:oleObj name="think-cell Slide" r:id="rId4" imgW="204" imgH="205" progId="TCLayout.ActiveDocument.1">
                  <p:embed/>
                  <p:pic>
                    <p:nvPicPr>
                      <p:cNvPr id="6" name="think-cell data - do not delete" hidden="1">
                        <a:extLst>
                          <a:ext uri="{FF2B5EF4-FFF2-40B4-BE49-F238E27FC236}">
                            <a16:creationId xmlns:a16="http://schemas.microsoft.com/office/drawing/2014/main" id="{06AF3F88-A288-3947-A374-29F184334A13}"/>
                          </a:ext>
                        </a:extLst>
                      </p:cNvPr>
                      <p:cNvPicPr/>
                      <p:nvPr/>
                    </p:nvPicPr>
                    <p:blipFill>
                      <a:blip r:embed="rId5"/>
                      <a:stretch>
                        <a:fillRect/>
                      </a:stretch>
                    </p:blipFill>
                    <p:spPr>
                      <a:xfrm>
                        <a:off x="1589" y="1588"/>
                        <a:ext cx="1588" cy="1588"/>
                      </a:xfrm>
                      <a:prstGeom prst="rect">
                        <a:avLst/>
                      </a:prstGeom>
                    </p:spPr>
                  </p:pic>
                </p:oleObj>
              </mc:Fallback>
            </mc:AlternateContent>
          </a:graphicData>
        </a:graphic>
      </p:graphicFrame>
      <p:pic>
        <p:nvPicPr>
          <p:cNvPr id="7" name="Picture 6">
            <a:extLst>
              <a:ext uri="{FF2B5EF4-FFF2-40B4-BE49-F238E27FC236}">
                <a16:creationId xmlns:a16="http://schemas.microsoft.com/office/drawing/2014/main" id="{265E1EED-1546-60C2-18C6-8A1B963540A8}"/>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a:fillRect/>
          </a:stretch>
        </p:blipFill>
        <p:spPr>
          <a:xfrm>
            <a:off x="0" y="2245136"/>
            <a:ext cx="12195175" cy="4652620"/>
          </a:xfrm>
          <a:prstGeom prst="rect">
            <a:avLst/>
          </a:prstGeom>
        </p:spPr>
      </p:pic>
      <p:sp>
        <p:nvSpPr>
          <p:cNvPr id="2" name="Text placeholder - column 1">
            <a:extLst>
              <a:ext uri="{FF2B5EF4-FFF2-40B4-BE49-F238E27FC236}">
                <a16:creationId xmlns:a16="http://schemas.microsoft.com/office/drawing/2014/main" id="{BCDC6924-8FC6-12CF-060C-A88CC6F109C7}"/>
              </a:ext>
            </a:extLst>
          </p:cNvPr>
          <p:cNvSpPr>
            <a:spLocks noGrp="1"/>
          </p:cNvSpPr>
          <p:nvPr>
            <p:ph type="body" sz="quarter" idx="23" hasCustomPrompt="1"/>
          </p:nvPr>
        </p:nvSpPr>
        <p:spPr>
          <a:xfrm>
            <a:off x="293339" y="3480251"/>
            <a:ext cx="4736488" cy="503434"/>
          </a:xfrm>
          <a:prstGeom prst="rect">
            <a:avLst/>
          </a:prstGeom>
        </p:spPr>
        <p:txBody>
          <a:bodyPr anchor="b" anchorCtr="0">
            <a:normAutofit/>
          </a:bodyPr>
          <a:lstStyle>
            <a:lvl1pPr marL="0" marR="0" indent="0" algn="l" defTabSz="1087905" rtl="0" eaLnBrk="1" fontAlgn="auto" latinLnBrk="0" hangingPunct="1">
              <a:lnSpc>
                <a:spcPct val="100000"/>
              </a:lnSpc>
              <a:spcBef>
                <a:spcPts val="0"/>
              </a:spcBef>
              <a:spcAft>
                <a:spcPts val="0"/>
              </a:spcAft>
              <a:buClrTx/>
              <a:buSzPct val="80000"/>
              <a:buFont typeface="72 Brand" panose="02000000000000000000" pitchFamily="2" charset="0"/>
              <a:buNone/>
              <a:tabLst/>
              <a:defRPr sz="1600">
                <a:solidFill>
                  <a:schemeClr val="bg1"/>
                </a:solidFill>
              </a:defRPr>
            </a:lvl1pPr>
          </a:lstStyle>
          <a:p>
            <a:pPr lvl="0"/>
            <a:r>
              <a:rPr lang="en-US"/>
              <a:t>Speaker Name, SAP</a:t>
            </a:r>
          </a:p>
          <a:p>
            <a:pPr lvl="0"/>
            <a:r>
              <a:rPr lang="en-US"/>
              <a:t>Speaker Name 2, SAP</a:t>
            </a:r>
          </a:p>
        </p:txBody>
      </p:sp>
      <p:sp>
        <p:nvSpPr>
          <p:cNvPr id="5" name="Text placeholder - column 1">
            <a:extLst>
              <a:ext uri="{FF2B5EF4-FFF2-40B4-BE49-F238E27FC236}">
                <a16:creationId xmlns:a16="http://schemas.microsoft.com/office/drawing/2014/main" id="{9435ADCE-3465-AF4F-B7CC-68F2609F193D}"/>
              </a:ext>
            </a:extLst>
          </p:cNvPr>
          <p:cNvSpPr>
            <a:spLocks noGrp="1"/>
          </p:cNvSpPr>
          <p:nvPr>
            <p:ph type="body" sz="quarter" idx="25" hasCustomPrompt="1"/>
          </p:nvPr>
        </p:nvSpPr>
        <p:spPr>
          <a:xfrm>
            <a:off x="293339" y="4076492"/>
            <a:ext cx="4736488" cy="231153"/>
          </a:xfrm>
          <a:prstGeom prst="rect">
            <a:avLst/>
          </a:prstGeom>
        </p:spPr>
        <p:txBody>
          <a:bodyPr>
            <a:normAutofit/>
          </a:bodyPr>
          <a:lstStyle>
            <a:lvl1pPr marL="0" marR="0" indent="0" algn="l" defTabSz="1087905" rtl="0" eaLnBrk="1" fontAlgn="auto" latinLnBrk="0" hangingPunct="1">
              <a:lnSpc>
                <a:spcPct val="100000"/>
              </a:lnSpc>
              <a:spcBef>
                <a:spcPts val="1798"/>
              </a:spcBef>
              <a:spcAft>
                <a:spcPts val="0"/>
              </a:spcAft>
              <a:buClrTx/>
              <a:buSzPct val="80000"/>
              <a:buFont typeface="72 Brand" panose="02000000000000000000" pitchFamily="2" charset="0"/>
              <a:buChar char="​"/>
              <a:tabLst/>
              <a:defRPr sz="1400">
                <a:solidFill>
                  <a:schemeClr val="bg1"/>
                </a:solidFill>
              </a:defRPr>
            </a:lvl1pPr>
          </a:lstStyle>
          <a:p>
            <a:pPr marL="0" marR="0" lvl="0" indent="0" algn="l" defTabSz="1087905" rtl="0" eaLnBrk="1" fontAlgn="auto" latinLnBrk="0" hangingPunct="1">
              <a:lnSpc>
                <a:spcPct val="100000"/>
              </a:lnSpc>
              <a:spcBef>
                <a:spcPts val="1798"/>
              </a:spcBef>
              <a:spcAft>
                <a:spcPts val="0"/>
              </a:spcAft>
              <a:buClrTx/>
              <a:buSzPct val="80000"/>
              <a:buFont typeface="72 Brand" panose="02000000000000000000" pitchFamily="2" charset="0"/>
              <a:buChar char="​"/>
              <a:tabLst/>
              <a:defRPr/>
            </a:pPr>
            <a:r>
              <a:rPr lang="en-US"/>
              <a:t>Month Year</a:t>
            </a:r>
          </a:p>
        </p:txBody>
      </p:sp>
      <p:pic>
        <p:nvPicPr>
          <p:cNvPr id="3" name="LogoWhite-Dynamic" descr="{&quot;templafy&quot;:{&quot;id&quot;:&quot;63c8c9f0-7a8d-4cb3-830d-b2b837b0877b&quot;}}">
            <a:extLst>
              <a:ext uri="{FF2B5EF4-FFF2-40B4-BE49-F238E27FC236}">
                <a16:creationId xmlns:a16="http://schemas.microsoft.com/office/drawing/2014/main" id="{55507BB5-5AC0-1D3E-FDE1-7826238899D4}"/>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282575" y="6213693"/>
            <a:ext cx="727192" cy="360000"/>
          </a:xfrm>
          <a:prstGeom prst="rect">
            <a:avLst/>
          </a:prstGeom>
        </p:spPr>
      </p:pic>
      <p:pic>
        <p:nvPicPr>
          <p:cNvPr id="4" name="Picture 3">
            <a:extLst>
              <a:ext uri="{FF2B5EF4-FFF2-40B4-BE49-F238E27FC236}">
                <a16:creationId xmlns:a16="http://schemas.microsoft.com/office/drawing/2014/main" id="{1131D91B-2431-2996-BB13-63A1580D1E0C}"/>
              </a:ext>
            </a:extLst>
          </p:cNvPr>
          <p:cNvPicPr>
            <a:picLocks noChangeAspect="1"/>
          </p:cNvPicPr>
          <p:nvPr userDrawn="1"/>
        </p:nvPicPr>
        <p:blipFill>
          <a:blip r:embed="rId8" cstate="screen">
            <a:extLst>
              <a:ext uri="{28A0092B-C50C-407E-A947-70E740481C1C}">
                <a14:useLocalDpi xmlns:a14="http://schemas.microsoft.com/office/drawing/2010/main"/>
              </a:ext>
            </a:extLst>
          </a:blip>
          <a:stretch>
            <a:fillRect/>
          </a:stretch>
        </p:blipFill>
        <p:spPr>
          <a:xfrm>
            <a:off x="-131374" y="-148283"/>
            <a:ext cx="2590490" cy="1349537"/>
          </a:xfrm>
          <a:prstGeom prst="rect">
            <a:avLst/>
          </a:prstGeom>
        </p:spPr>
      </p:pic>
      <p:sp>
        <p:nvSpPr>
          <p:cNvPr id="8" name="Classification-Dynamic" descr="{&quot;templafy&quot;:{&quot;id&quot;:&quot;79cac289-6949-46c4-afc6-3b10b6515444&quot;}}">
            <a:extLst>
              <a:ext uri="{FF2B5EF4-FFF2-40B4-BE49-F238E27FC236}">
                <a16:creationId xmlns:a16="http://schemas.microsoft.com/office/drawing/2014/main" id="{7B376F64-45D4-1E59-432A-2186E7AADE6C}"/>
              </a:ext>
            </a:extLst>
          </p:cNvPr>
          <p:cNvSpPr txBox="1"/>
          <p:nvPr userDrawn="1"/>
        </p:nvSpPr>
        <p:spPr>
          <a:xfrm>
            <a:off x="282575" y="4586853"/>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DE" sz="800">
                <a:solidFill>
                  <a:schemeClr val="bg1">
                    <a:lumMod val="85000"/>
                  </a:schemeClr>
                </a:solidFill>
                <a:latin typeface="72 Brand" panose="020B0504030603020204" pitchFamily="34" charset="0"/>
              </a:rPr>
              <a:t> INTERNAL ‒ SAP and External Parties under NDA Only</a:t>
            </a:r>
            <a:endParaRPr lang="en-US" sz="1000" b="0" i="0" kern="0">
              <a:solidFill>
                <a:schemeClr val="bg1">
                  <a:lumMod val="85000"/>
                </a:schemeClr>
              </a:solidFill>
              <a:latin typeface="72 Brand" panose="020B0504030603020204" pitchFamily="34" charset="0"/>
              <a:ea typeface="72 Brand" pitchFamily="34" charset="-128"/>
              <a:cs typeface="72 Brand" pitchFamily="34" charset="-128"/>
            </a:endParaRPr>
          </a:p>
        </p:txBody>
      </p:sp>
      <p:sp>
        <p:nvSpPr>
          <p:cNvPr id="11" name="Title">
            <a:extLst>
              <a:ext uri="{FF2B5EF4-FFF2-40B4-BE49-F238E27FC236}">
                <a16:creationId xmlns:a16="http://schemas.microsoft.com/office/drawing/2014/main" id="{E52AE594-2BEE-1CBD-8594-6F8CE375D082}"/>
              </a:ext>
            </a:extLst>
          </p:cNvPr>
          <p:cNvSpPr>
            <a:spLocks noGrp="1"/>
          </p:cNvSpPr>
          <p:nvPr>
            <p:ph type="title" hasCustomPrompt="1"/>
          </p:nvPr>
        </p:nvSpPr>
        <p:spPr>
          <a:xfrm>
            <a:off x="287999" y="1662725"/>
            <a:ext cx="8543265" cy="1326442"/>
          </a:xfrm>
        </p:spPr>
        <p:txBody>
          <a:bodyPr vert="horz" rIns="0" anchor="b" anchorCtr="0">
            <a:noAutofit/>
          </a:bodyPr>
          <a:lstStyle>
            <a:lvl1pPr>
              <a:lnSpc>
                <a:spcPct val="90000"/>
              </a:lnSpc>
              <a:defRPr sz="3998" b="0" i="0">
                <a:solidFill>
                  <a:schemeClr val="bg1"/>
                </a:solidFill>
                <a:latin typeface="+mj-lt"/>
                <a:cs typeface="72" panose="020B0503030000000003" pitchFamily="34" charset="0"/>
              </a:defRPr>
            </a:lvl1pPr>
          </a:lstStyle>
          <a:p>
            <a:pPr fontAlgn="base">
              <a:spcBef>
                <a:spcPct val="50000"/>
              </a:spcBef>
              <a:spcAft>
                <a:spcPct val="0"/>
              </a:spcAft>
              <a:buClr>
                <a:srgbClr val="F0AB00"/>
              </a:buClr>
              <a:buSzPct val="80000"/>
            </a:pPr>
            <a:r>
              <a:rPr lang="en-US"/>
              <a:t>Title and headlines will go here</a:t>
            </a:r>
            <a:br>
              <a:rPr lang="en-US"/>
            </a:br>
            <a:r>
              <a:rPr lang="en-US"/>
              <a:t>– on one line or two if needed</a:t>
            </a:r>
            <a:endParaRPr lang="de-DE" sz="3598" kern="0">
              <a:ea typeface="72 Brand" pitchFamily="34" charset="-128"/>
              <a:cs typeface="72 Brand" pitchFamily="34" charset="-128"/>
            </a:endParaRPr>
          </a:p>
        </p:txBody>
      </p:sp>
    </p:spTree>
    <p:extLst>
      <p:ext uri="{BB962C8B-B14F-4D97-AF65-F5344CB8AC3E}">
        <p14:creationId xmlns:p14="http://schemas.microsoft.com/office/powerpoint/2010/main" val="145819623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171">
          <p15:clr>
            <a:srgbClr val="FBAE40"/>
          </p15:clr>
        </p15:guide>
        <p15:guide id="3" orient="horz" pos="2523">
          <p15:clr>
            <a:srgbClr val="FBAE40"/>
          </p15:clr>
        </p15:guide>
        <p15:guide id="4" orient="horz" pos="2334">
          <p15:clr>
            <a:srgbClr val="FBAE40"/>
          </p15:clr>
        </p15:guide>
        <p15:guide id="5" orient="horz" pos="3022">
          <p15:clr>
            <a:srgbClr val="FBAE40"/>
          </p15:clr>
        </p15:guide>
        <p15:guide id="7" orient="horz" pos="4144">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4_Cover with Keyvisual Dark Blue">
    <p:bg>
      <p:bgPr>
        <a:solidFill>
          <a:srgbClr val="00138B"/>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D0365D7-C4A8-499F-60DA-8EFC07DAB1F1}"/>
              </a:ext>
            </a:extLst>
          </p:cNvPr>
          <p:cNvGraphicFramePr>
            <a:graphicFrameLocks noChangeAspect="1"/>
          </p:cNvGraphicFramePr>
          <p:nvPr userDrawn="1">
            <p:custDataLst>
              <p:tags r:id="rId2"/>
            </p:custDataLst>
            <p:extLst>
              <p:ext uri="{D42A27DB-BD31-4B8C-83A1-F6EECF244321}">
                <p14:modId xmlns:p14="http://schemas.microsoft.com/office/powerpoint/2010/main" val="4203460825"/>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4" imgW="204" imgH="205" progId="TCLayout.ActiveDocument.1">
                  <p:embed/>
                </p:oleObj>
              </mc:Choice>
              <mc:Fallback>
                <p:oleObj name="think-cell Slide" r:id="rId4" imgW="204" imgH="205" progId="TCLayout.ActiveDocument.1">
                  <p:embed/>
                  <p:pic>
                    <p:nvPicPr>
                      <p:cNvPr id="4" name="think-cell data - do not delete" hidden="1">
                        <a:extLst>
                          <a:ext uri="{FF2B5EF4-FFF2-40B4-BE49-F238E27FC236}">
                            <a16:creationId xmlns:a16="http://schemas.microsoft.com/office/drawing/2014/main" id="{5D0365D7-C4A8-499F-60DA-8EFC07DAB1F1}"/>
                          </a:ext>
                        </a:extLst>
                      </p:cNvPr>
                      <p:cNvPicPr/>
                      <p:nvPr/>
                    </p:nvPicPr>
                    <p:blipFill>
                      <a:blip r:embed="rId5"/>
                      <a:stretch>
                        <a:fillRect/>
                      </a:stretch>
                    </p:blipFill>
                    <p:spPr>
                      <a:xfrm>
                        <a:off x="1589" y="1588"/>
                        <a:ext cx="1588" cy="1588"/>
                      </a:xfrm>
                      <a:prstGeom prst="rect">
                        <a:avLst/>
                      </a:prstGeom>
                    </p:spPr>
                  </p:pic>
                </p:oleObj>
              </mc:Fallback>
            </mc:AlternateContent>
          </a:graphicData>
        </a:graphic>
      </p:graphicFrame>
      <p:pic>
        <p:nvPicPr>
          <p:cNvPr id="7" name="Picture 6">
            <a:extLst>
              <a:ext uri="{FF2B5EF4-FFF2-40B4-BE49-F238E27FC236}">
                <a16:creationId xmlns:a16="http://schemas.microsoft.com/office/drawing/2014/main" id="{265E1EED-1546-60C2-18C6-8A1B963540A8}"/>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a:fillRect/>
          </a:stretch>
        </p:blipFill>
        <p:spPr>
          <a:xfrm>
            <a:off x="0" y="2245136"/>
            <a:ext cx="12195175" cy="4652620"/>
          </a:xfrm>
          <a:prstGeom prst="rect">
            <a:avLst/>
          </a:prstGeom>
        </p:spPr>
      </p:pic>
      <p:sp>
        <p:nvSpPr>
          <p:cNvPr id="2" name="Text placeholder - column 1">
            <a:extLst>
              <a:ext uri="{FF2B5EF4-FFF2-40B4-BE49-F238E27FC236}">
                <a16:creationId xmlns:a16="http://schemas.microsoft.com/office/drawing/2014/main" id="{BCDC6924-8FC6-12CF-060C-A88CC6F109C7}"/>
              </a:ext>
            </a:extLst>
          </p:cNvPr>
          <p:cNvSpPr>
            <a:spLocks noGrp="1"/>
          </p:cNvSpPr>
          <p:nvPr>
            <p:ph type="body" sz="quarter" idx="23" hasCustomPrompt="1"/>
          </p:nvPr>
        </p:nvSpPr>
        <p:spPr>
          <a:xfrm>
            <a:off x="293339" y="3480251"/>
            <a:ext cx="4736488" cy="503434"/>
          </a:xfrm>
          <a:prstGeom prst="rect">
            <a:avLst/>
          </a:prstGeom>
        </p:spPr>
        <p:txBody>
          <a:bodyPr anchor="b" anchorCtr="0">
            <a:normAutofit/>
          </a:bodyPr>
          <a:lstStyle>
            <a:lvl1pPr marL="0" marR="0" indent="0" algn="l" defTabSz="1087905" rtl="0" eaLnBrk="1" fontAlgn="auto" latinLnBrk="0" hangingPunct="1">
              <a:lnSpc>
                <a:spcPct val="100000"/>
              </a:lnSpc>
              <a:spcBef>
                <a:spcPts val="0"/>
              </a:spcBef>
              <a:spcAft>
                <a:spcPts val="0"/>
              </a:spcAft>
              <a:buClrTx/>
              <a:buSzPct val="80000"/>
              <a:buFont typeface="72 Brand" panose="02000000000000000000" pitchFamily="2" charset="0"/>
              <a:buNone/>
              <a:tabLst/>
              <a:defRPr sz="1600">
                <a:solidFill>
                  <a:schemeClr val="bg1"/>
                </a:solidFill>
              </a:defRPr>
            </a:lvl1pPr>
          </a:lstStyle>
          <a:p>
            <a:pPr lvl="0"/>
            <a:r>
              <a:rPr lang="en-US"/>
              <a:t>Speaker Name, SAP</a:t>
            </a:r>
          </a:p>
          <a:p>
            <a:pPr lvl="0"/>
            <a:r>
              <a:rPr lang="en-US"/>
              <a:t>Speaker Name 2, SAP</a:t>
            </a:r>
          </a:p>
        </p:txBody>
      </p:sp>
      <p:sp>
        <p:nvSpPr>
          <p:cNvPr id="5" name="Text placeholder - column 1">
            <a:extLst>
              <a:ext uri="{FF2B5EF4-FFF2-40B4-BE49-F238E27FC236}">
                <a16:creationId xmlns:a16="http://schemas.microsoft.com/office/drawing/2014/main" id="{9435ADCE-3465-AF4F-B7CC-68F2609F193D}"/>
              </a:ext>
            </a:extLst>
          </p:cNvPr>
          <p:cNvSpPr>
            <a:spLocks noGrp="1"/>
          </p:cNvSpPr>
          <p:nvPr>
            <p:ph type="body" sz="quarter" idx="25" hasCustomPrompt="1"/>
          </p:nvPr>
        </p:nvSpPr>
        <p:spPr>
          <a:xfrm>
            <a:off x="293339" y="4076492"/>
            <a:ext cx="4736488" cy="231153"/>
          </a:xfrm>
          <a:prstGeom prst="rect">
            <a:avLst/>
          </a:prstGeom>
        </p:spPr>
        <p:txBody>
          <a:bodyPr>
            <a:normAutofit/>
          </a:bodyPr>
          <a:lstStyle>
            <a:lvl1pPr marL="0" marR="0" indent="0" algn="l" defTabSz="1087905" rtl="0" eaLnBrk="1" fontAlgn="auto" latinLnBrk="0" hangingPunct="1">
              <a:lnSpc>
                <a:spcPct val="100000"/>
              </a:lnSpc>
              <a:spcBef>
                <a:spcPts val="1798"/>
              </a:spcBef>
              <a:spcAft>
                <a:spcPts val="0"/>
              </a:spcAft>
              <a:buClrTx/>
              <a:buSzPct val="80000"/>
              <a:buFont typeface="72 Brand" panose="02000000000000000000" pitchFamily="2" charset="0"/>
              <a:buChar char="​"/>
              <a:tabLst/>
              <a:defRPr sz="1400">
                <a:solidFill>
                  <a:schemeClr val="bg1"/>
                </a:solidFill>
              </a:defRPr>
            </a:lvl1pPr>
          </a:lstStyle>
          <a:p>
            <a:pPr marL="0" marR="0" lvl="0" indent="0" algn="l" defTabSz="1087905" rtl="0" eaLnBrk="1" fontAlgn="auto" latinLnBrk="0" hangingPunct="1">
              <a:lnSpc>
                <a:spcPct val="100000"/>
              </a:lnSpc>
              <a:spcBef>
                <a:spcPts val="1798"/>
              </a:spcBef>
              <a:spcAft>
                <a:spcPts val="0"/>
              </a:spcAft>
              <a:buClrTx/>
              <a:buSzPct val="80000"/>
              <a:buFont typeface="72 Brand" panose="02000000000000000000" pitchFamily="2" charset="0"/>
              <a:buChar char="​"/>
              <a:tabLst/>
              <a:defRPr/>
            </a:pPr>
            <a:r>
              <a:rPr lang="en-US"/>
              <a:t>Month Year</a:t>
            </a:r>
          </a:p>
        </p:txBody>
      </p:sp>
      <p:pic>
        <p:nvPicPr>
          <p:cNvPr id="3" name="LogoWhite-Dynamic" descr="{&quot;templafy&quot;:{&quot;id&quot;:&quot;63c8c9f0-7a8d-4cb3-830d-b2b837b0877b&quot;}}">
            <a:extLst>
              <a:ext uri="{FF2B5EF4-FFF2-40B4-BE49-F238E27FC236}">
                <a16:creationId xmlns:a16="http://schemas.microsoft.com/office/drawing/2014/main" id="{55507BB5-5AC0-1D3E-FDE1-7826238899D4}"/>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282575" y="6213693"/>
            <a:ext cx="727192" cy="360000"/>
          </a:xfrm>
          <a:prstGeom prst="rect">
            <a:avLst/>
          </a:prstGeom>
        </p:spPr>
      </p:pic>
      <p:sp>
        <p:nvSpPr>
          <p:cNvPr id="8" name="Classification-Dynamic" descr="{&quot;templafy&quot;:{&quot;id&quot;:&quot;79cac289-6949-46c4-afc6-3b10b6515444&quot;}}">
            <a:extLst>
              <a:ext uri="{FF2B5EF4-FFF2-40B4-BE49-F238E27FC236}">
                <a16:creationId xmlns:a16="http://schemas.microsoft.com/office/drawing/2014/main" id="{7B376F64-45D4-1E59-432A-2186E7AADE6C}"/>
              </a:ext>
            </a:extLst>
          </p:cNvPr>
          <p:cNvSpPr txBox="1"/>
          <p:nvPr userDrawn="1"/>
        </p:nvSpPr>
        <p:spPr>
          <a:xfrm>
            <a:off x="282575" y="4586853"/>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DE" sz="800">
                <a:solidFill>
                  <a:schemeClr val="bg1">
                    <a:lumMod val="85000"/>
                  </a:schemeClr>
                </a:solidFill>
                <a:latin typeface="72 Brand" panose="020B0504030603020204" pitchFamily="34" charset="0"/>
              </a:rPr>
              <a:t> INTERNAL ‒ SAP and External Parties under NDA Only</a:t>
            </a:r>
            <a:endParaRPr lang="en-US" sz="1000" b="0" i="0" kern="0">
              <a:solidFill>
                <a:schemeClr val="bg1">
                  <a:lumMod val="85000"/>
                </a:schemeClr>
              </a:solidFill>
              <a:latin typeface="72 Brand" panose="020B0504030603020204" pitchFamily="34" charset="0"/>
              <a:ea typeface="72 Brand" pitchFamily="34" charset="-128"/>
              <a:cs typeface="72 Brand" pitchFamily="34" charset="-128"/>
            </a:endParaRPr>
          </a:p>
        </p:txBody>
      </p:sp>
      <p:pic>
        <p:nvPicPr>
          <p:cNvPr id="11" name="Picture 10" descr="A black background with white text&#10;&#10;AI-generated content may be incorrect.">
            <a:extLst>
              <a:ext uri="{FF2B5EF4-FFF2-40B4-BE49-F238E27FC236}">
                <a16:creationId xmlns:a16="http://schemas.microsoft.com/office/drawing/2014/main" id="{65ED9948-EC53-A093-F7F8-34DCC117A597}"/>
              </a:ext>
            </a:extLst>
          </p:cNvPr>
          <p:cNvPicPr>
            <a:picLocks noChangeAspect="1"/>
          </p:cNvPicPr>
          <p:nvPr userDrawn="1"/>
        </p:nvPicPr>
        <p:blipFill>
          <a:blip r:embed="rId8" cstate="screen">
            <a:extLst>
              <a:ext uri="{28A0092B-C50C-407E-A947-70E740481C1C}">
                <a14:useLocalDpi xmlns:a14="http://schemas.microsoft.com/office/drawing/2010/main"/>
              </a:ext>
            </a:extLst>
          </a:blip>
          <a:stretch>
            <a:fillRect/>
          </a:stretch>
        </p:blipFill>
        <p:spPr>
          <a:xfrm>
            <a:off x="-131374" y="-148283"/>
            <a:ext cx="2590490" cy="1349537"/>
          </a:xfrm>
          <a:prstGeom prst="rect">
            <a:avLst/>
          </a:prstGeom>
        </p:spPr>
      </p:pic>
      <p:sp>
        <p:nvSpPr>
          <p:cNvPr id="12" name="Title">
            <a:extLst>
              <a:ext uri="{FF2B5EF4-FFF2-40B4-BE49-F238E27FC236}">
                <a16:creationId xmlns:a16="http://schemas.microsoft.com/office/drawing/2014/main" id="{255E5D9D-476A-6075-7802-37D79995DCBD}"/>
              </a:ext>
            </a:extLst>
          </p:cNvPr>
          <p:cNvSpPr>
            <a:spLocks noGrp="1"/>
          </p:cNvSpPr>
          <p:nvPr>
            <p:ph type="title" hasCustomPrompt="1"/>
          </p:nvPr>
        </p:nvSpPr>
        <p:spPr>
          <a:xfrm>
            <a:off x="287999" y="1662725"/>
            <a:ext cx="8543265" cy="1326442"/>
          </a:xfrm>
        </p:spPr>
        <p:txBody>
          <a:bodyPr vert="horz" rIns="0" anchor="b" anchorCtr="0">
            <a:noAutofit/>
          </a:bodyPr>
          <a:lstStyle>
            <a:lvl1pPr>
              <a:lnSpc>
                <a:spcPct val="90000"/>
              </a:lnSpc>
              <a:defRPr sz="3998" b="0" i="0">
                <a:solidFill>
                  <a:schemeClr val="bg1"/>
                </a:solidFill>
                <a:latin typeface="+mj-lt"/>
                <a:cs typeface="72" panose="020B0503030000000003" pitchFamily="34" charset="0"/>
              </a:defRPr>
            </a:lvl1pPr>
          </a:lstStyle>
          <a:p>
            <a:pPr fontAlgn="base">
              <a:spcBef>
                <a:spcPct val="50000"/>
              </a:spcBef>
              <a:spcAft>
                <a:spcPct val="0"/>
              </a:spcAft>
              <a:buClr>
                <a:srgbClr val="F0AB00"/>
              </a:buClr>
              <a:buSzPct val="80000"/>
            </a:pPr>
            <a:r>
              <a:rPr lang="en-US"/>
              <a:t>Title and headlines will go here</a:t>
            </a:r>
            <a:br>
              <a:rPr lang="en-US"/>
            </a:br>
            <a:r>
              <a:rPr lang="en-US"/>
              <a:t>– on one line or two if needed</a:t>
            </a:r>
            <a:endParaRPr lang="de-DE" sz="3598" kern="0">
              <a:ea typeface="72 Brand" pitchFamily="34" charset="-128"/>
              <a:cs typeface="72 Brand" pitchFamily="34" charset="-128"/>
            </a:endParaRPr>
          </a:p>
        </p:txBody>
      </p:sp>
    </p:spTree>
    <p:extLst>
      <p:ext uri="{BB962C8B-B14F-4D97-AF65-F5344CB8AC3E}">
        <p14:creationId xmlns:p14="http://schemas.microsoft.com/office/powerpoint/2010/main" val="233753537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171">
          <p15:clr>
            <a:srgbClr val="FBAE40"/>
          </p15:clr>
        </p15:guide>
        <p15:guide id="3" orient="horz" pos="2523">
          <p15:clr>
            <a:srgbClr val="FBAE40"/>
          </p15:clr>
        </p15:guide>
        <p15:guide id="4" orient="horz" pos="2334">
          <p15:clr>
            <a:srgbClr val="FBAE40"/>
          </p15:clr>
        </p15:guide>
        <p15:guide id="5" orient="horz" pos="3022">
          <p15:clr>
            <a:srgbClr val="FBAE40"/>
          </p15:clr>
        </p15:guide>
        <p15:guide id="7" orient="horz" pos="4144">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Cover With Keyvisual Light Blue">
    <p:bg>
      <p:bgPr>
        <a:solidFill>
          <a:srgbClr val="EBF8FF"/>
        </a:solidFill>
        <a:effectLst/>
      </p:bgPr>
    </p:bg>
    <p:spTree>
      <p:nvGrpSpPr>
        <p:cNvPr id="1" name=""/>
        <p:cNvGrpSpPr/>
        <p:nvPr/>
      </p:nvGrpSpPr>
      <p:grpSpPr>
        <a:xfrm>
          <a:off x="0" y="0"/>
          <a:ext cx="0" cy="0"/>
          <a:chOff x="0" y="0"/>
          <a:chExt cx="0" cy="0"/>
        </a:xfrm>
      </p:grpSpPr>
      <p:sp>
        <p:nvSpPr>
          <p:cNvPr id="7" name="Classification-Dynamic" descr="{&quot;templafy&quot;:{&quot;id&quot;:&quot;79cac289-6949-46c4-afc6-3b10b6515444&quot;}}">
            <a:extLst>
              <a:ext uri="{FF2B5EF4-FFF2-40B4-BE49-F238E27FC236}">
                <a16:creationId xmlns:a16="http://schemas.microsoft.com/office/drawing/2014/main" id="{1D05DC80-84C9-9ECA-3B84-3577D8D81659}"/>
              </a:ext>
            </a:extLst>
          </p:cNvPr>
          <p:cNvSpPr txBox="1"/>
          <p:nvPr userDrawn="1"/>
        </p:nvSpPr>
        <p:spPr>
          <a:xfrm>
            <a:off x="282575" y="5080814"/>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a:solidFill>
                  <a:srgbClr val="002A86"/>
                </a:solidFill>
                <a:latin typeface="72 Brand" panose="020B0504030603020204" pitchFamily="34" charset="0"/>
                <a:ea typeface="72 Brand" pitchFamily="34" charset="-128"/>
                <a:cs typeface="72 Brand" pitchFamily="34" charset="-128"/>
              </a:rPr>
              <a:t>INTERNAL – SAP and Partners Only</a:t>
            </a:r>
          </a:p>
        </p:txBody>
      </p:sp>
      <p:pic>
        <p:nvPicPr>
          <p:cNvPr id="9" name="LogoWhite-Dynamic" descr="{&quot;templafy&quot;:{&quot;id&quot;:&quot;63c8c9f0-7a8d-4cb3-830d-b2b837b0877b&quot;}}">
            <a:extLst>
              <a:ext uri="{FF2B5EF4-FFF2-40B4-BE49-F238E27FC236}">
                <a16:creationId xmlns:a16="http://schemas.microsoft.com/office/drawing/2014/main" id="{8CE8A47A-3B1A-5CD1-6F93-15AEE0EC203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82575" y="6213693"/>
            <a:ext cx="727192" cy="360000"/>
          </a:xfrm>
          <a:prstGeom prst="rect">
            <a:avLst/>
          </a:prstGeom>
        </p:spPr>
      </p:pic>
      <p:pic>
        <p:nvPicPr>
          <p:cNvPr id="18" name="Picture 17">
            <a:extLst>
              <a:ext uri="{FF2B5EF4-FFF2-40B4-BE49-F238E27FC236}">
                <a16:creationId xmlns:a16="http://schemas.microsoft.com/office/drawing/2014/main" id="{B50BB9F5-2B52-44AE-2D13-E2C06705397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42744" y="-148284"/>
            <a:ext cx="3121530" cy="1521940"/>
          </a:xfrm>
          <a:prstGeom prst="rect">
            <a:avLst/>
          </a:prstGeom>
        </p:spPr>
      </p:pic>
      <p:sp>
        <p:nvSpPr>
          <p:cNvPr id="20" name="Title">
            <a:extLst>
              <a:ext uri="{FF2B5EF4-FFF2-40B4-BE49-F238E27FC236}">
                <a16:creationId xmlns:a16="http://schemas.microsoft.com/office/drawing/2014/main" id="{4A18BB98-AE81-D27E-CEAD-58231075FC85}"/>
              </a:ext>
            </a:extLst>
          </p:cNvPr>
          <p:cNvSpPr>
            <a:spLocks noGrp="1"/>
          </p:cNvSpPr>
          <p:nvPr>
            <p:ph type="title" hasCustomPrompt="1"/>
          </p:nvPr>
        </p:nvSpPr>
        <p:spPr>
          <a:xfrm>
            <a:off x="288001" y="1858963"/>
            <a:ext cx="4736488" cy="1844550"/>
          </a:xfrm>
        </p:spPr>
        <p:txBody>
          <a:bodyPr anchor="b" anchorCtr="0">
            <a:noAutofit/>
          </a:bodyPr>
          <a:lstStyle>
            <a:lvl1pPr>
              <a:lnSpc>
                <a:spcPct val="90000"/>
              </a:lnSpc>
              <a:defRPr sz="3198" b="0" i="0">
                <a:solidFill>
                  <a:srgbClr val="00144A"/>
                </a:solidFill>
                <a:latin typeface="+mj-lt"/>
                <a:cs typeface="72"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 </a:t>
            </a:r>
            <a:br>
              <a:rPr lang="en-US"/>
            </a:br>
            <a:r>
              <a:rPr lang="en-US"/>
              <a:t>and here</a:t>
            </a:r>
            <a:endParaRPr lang="de-DE" sz="3598" kern="0">
              <a:ea typeface="72 Brand" pitchFamily="34" charset="-128"/>
              <a:cs typeface="72 Brand" pitchFamily="34" charset="-128"/>
            </a:endParaRPr>
          </a:p>
        </p:txBody>
      </p:sp>
      <p:sp>
        <p:nvSpPr>
          <p:cNvPr id="21" name="Text placeholder - column 1">
            <a:extLst>
              <a:ext uri="{FF2B5EF4-FFF2-40B4-BE49-F238E27FC236}">
                <a16:creationId xmlns:a16="http://schemas.microsoft.com/office/drawing/2014/main" id="{7F36C32A-287B-C90D-BC93-482B0A43B977}"/>
              </a:ext>
            </a:extLst>
          </p:cNvPr>
          <p:cNvSpPr>
            <a:spLocks noGrp="1"/>
          </p:cNvSpPr>
          <p:nvPr>
            <p:ph type="body" sz="quarter" idx="23" hasCustomPrompt="1"/>
          </p:nvPr>
        </p:nvSpPr>
        <p:spPr>
          <a:xfrm>
            <a:off x="293339" y="4027469"/>
            <a:ext cx="4736488" cy="503434"/>
          </a:xfrm>
          <a:prstGeom prst="rect">
            <a:avLst/>
          </a:prstGeom>
        </p:spPr>
        <p:txBody>
          <a:bodyPr anchor="b" anchorCtr="0">
            <a:normAutofit/>
          </a:bodyPr>
          <a:lstStyle>
            <a:lvl1pPr marL="0" marR="0" indent="0" algn="l" defTabSz="1087905" rtl="0" eaLnBrk="1" fontAlgn="auto" latinLnBrk="0" hangingPunct="1">
              <a:lnSpc>
                <a:spcPct val="100000"/>
              </a:lnSpc>
              <a:spcBef>
                <a:spcPts val="0"/>
              </a:spcBef>
              <a:spcAft>
                <a:spcPts val="0"/>
              </a:spcAft>
              <a:buClrTx/>
              <a:buSzPct val="80000"/>
              <a:buFont typeface="72 Brand" panose="02000000000000000000" pitchFamily="2" charset="0"/>
              <a:buNone/>
              <a:tabLst/>
              <a:defRPr sz="1600">
                <a:solidFill>
                  <a:srgbClr val="00144A"/>
                </a:solidFill>
              </a:defRPr>
            </a:lvl1pPr>
          </a:lstStyle>
          <a:p>
            <a:pPr lvl="0"/>
            <a:r>
              <a:rPr lang="en-US"/>
              <a:t>Speaker Name, SAP</a:t>
            </a:r>
          </a:p>
          <a:p>
            <a:pPr lvl="0"/>
            <a:r>
              <a:rPr lang="en-US"/>
              <a:t>Speaker Name 2, SAP</a:t>
            </a:r>
          </a:p>
        </p:txBody>
      </p:sp>
      <p:sp>
        <p:nvSpPr>
          <p:cNvPr id="22" name="Text placeholder - column 1">
            <a:extLst>
              <a:ext uri="{FF2B5EF4-FFF2-40B4-BE49-F238E27FC236}">
                <a16:creationId xmlns:a16="http://schemas.microsoft.com/office/drawing/2014/main" id="{BF60D3EF-9C30-5896-0B7A-D77EAD56606D}"/>
              </a:ext>
            </a:extLst>
          </p:cNvPr>
          <p:cNvSpPr>
            <a:spLocks noGrp="1"/>
          </p:cNvSpPr>
          <p:nvPr>
            <p:ph type="body" sz="quarter" idx="25" hasCustomPrompt="1"/>
          </p:nvPr>
        </p:nvSpPr>
        <p:spPr>
          <a:xfrm>
            <a:off x="293339" y="4623710"/>
            <a:ext cx="4736488" cy="231153"/>
          </a:xfrm>
          <a:prstGeom prst="rect">
            <a:avLst/>
          </a:prstGeom>
        </p:spPr>
        <p:txBody>
          <a:bodyPr>
            <a:normAutofit/>
          </a:bodyPr>
          <a:lstStyle>
            <a:lvl1pPr marL="0" marR="0" indent="0" algn="l" defTabSz="1087905" rtl="0" eaLnBrk="1" fontAlgn="auto" latinLnBrk="0" hangingPunct="1">
              <a:lnSpc>
                <a:spcPct val="100000"/>
              </a:lnSpc>
              <a:spcBef>
                <a:spcPts val="1798"/>
              </a:spcBef>
              <a:spcAft>
                <a:spcPts val="0"/>
              </a:spcAft>
              <a:buClrTx/>
              <a:buSzPct val="80000"/>
              <a:buFont typeface="72 Brand" panose="02000000000000000000" pitchFamily="2" charset="0"/>
              <a:buChar char="​"/>
              <a:tabLst/>
              <a:defRPr sz="1400">
                <a:solidFill>
                  <a:srgbClr val="00144A"/>
                </a:solidFill>
              </a:defRPr>
            </a:lvl1pPr>
          </a:lstStyle>
          <a:p>
            <a:pPr marL="0" marR="0" lvl="0" indent="0" algn="l" defTabSz="1087905" rtl="0" eaLnBrk="1" fontAlgn="auto" latinLnBrk="0" hangingPunct="1">
              <a:lnSpc>
                <a:spcPct val="100000"/>
              </a:lnSpc>
              <a:spcBef>
                <a:spcPts val="1798"/>
              </a:spcBef>
              <a:spcAft>
                <a:spcPts val="0"/>
              </a:spcAft>
              <a:buClrTx/>
              <a:buSzPct val="80000"/>
              <a:buFont typeface="72 Brand" panose="02000000000000000000" pitchFamily="2" charset="0"/>
              <a:buChar char="​"/>
              <a:tabLst/>
              <a:defRPr/>
            </a:pPr>
            <a:r>
              <a:rPr lang="en-US"/>
              <a:t>Month Year</a:t>
            </a:r>
          </a:p>
        </p:txBody>
      </p:sp>
    </p:spTree>
    <p:extLst>
      <p:ext uri="{BB962C8B-B14F-4D97-AF65-F5344CB8AC3E}">
        <p14:creationId xmlns:p14="http://schemas.microsoft.com/office/powerpoint/2010/main" val="2105543279"/>
      </p:ext>
    </p:extLst>
  </p:cSld>
  <p:clrMapOvr>
    <a:masterClrMapping/>
  </p:clrMapOvr>
  <p:extLst>
    <p:ext uri="{DCECCB84-F9BA-43D5-87BE-67443E8EF086}">
      <p15:sldGuideLst xmlns:p15="http://schemas.microsoft.com/office/powerpoint/2012/main">
        <p15:guide id="1" pos="181">
          <p15:clr>
            <a:srgbClr val="FBAE40"/>
          </p15:clr>
        </p15:guide>
        <p15:guide id="2" orient="horz" pos="1171">
          <p15:clr>
            <a:srgbClr val="FBAE40"/>
          </p15:clr>
        </p15:guide>
        <p15:guide id="3" orient="horz" pos="2523">
          <p15:clr>
            <a:srgbClr val="FBAE40"/>
          </p15:clr>
        </p15:guide>
        <p15:guide id="4" orient="horz" pos="2334">
          <p15:clr>
            <a:srgbClr val="FBAE40"/>
          </p15:clr>
        </p15:guide>
        <p15:guide id="5" orient="horz" pos="3022">
          <p15:clr>
            <a:srgbClr val="FBAE40"/>
          </p15:clr>
        </p15:guide>
        <p15:guide id="7" orient="horz" pos="4144">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Cover B">
    <p:bg>
      <p:bgPr>
        <a:solidFill>
          <a:srgbClr val="002A86"/>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E586214C-A1B3-D0CF-523E-195B72F7C4AF}"/>
              </a:ext>
            </a:extLst>
          </p:cNvPr>
          <p:cNvGraphicFramePr>
            <a:graphicFrameLocks noChangeAspect="1"/>
          </p:cNvGraphicFramePr>
          <p:nvPr userDrawn="1">
            <p:custDataLst>
              <p:tags r:id="rId1"/>
            </p:custDataLst>
            <p:extLst>
              <p:ext uri="{D42A27DB-BD31-4B8C-83A1-F6EECF244321}">
                <p14:modId xmlns:p14="http://schemas.microsoft.com/office/powerpoint/2010/main" val="4265492541"/>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204" imgH="205" progId="TCLayout.ActiveDocument.1">
                  <p:embed/>
                </p:oleObj>
              </mc:Choice>
              <mc:Fallback>
                <p:oleObj name="think-cell Slide" r:id="rId3" imgW="204" imgH="205" progId="TCLayout.ActiveDocument.1">
                  <p:embed/>
                  <p:pic>
                    <p:nvPicPr>
                      <p:cNvPr id="2" name="think-cell data - do not delete" hidden="1">
                        <a:extLst>
                          <a:ext uri="{FF2B5EF4-FFF2-40B4-BE49-F238E27FC236}">
                            <a16:creationId xmlns:a16="http://schemas.microsoft.com/office/drawing/2014/main" id="{E586214C-A1B3-D0CF-523E-195B72F7C4AF}"/>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pic>
        <p:nvPicPr>
          <p:cNvPr id="11" name="Image 1" descr="preencoded.png">
            <a:extLst>
              <a:ext uri="{FF2B5EF4-FFF2-40B4-BE49-F238E27FC236}">
                <a16:creationId xmlns:a16="http://schemas.microsoft.com/office/drawing/2014/main" id="{6C575B3E-49FD-8450-F2CB-84C6E7A1153D}"/>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752355" y="1156532"/>
            <a:ext cx="5613722" cy="2756252"/>
          </a:xfrm>
          <a:prstGeom prst="rect">
            <a:avLst/>
          </a:prstGeom>
        </p:spPr>
      </p:pic>
      <p:sp>
        <p:nvSpPr>
          <p:cNvPr id="13" name="Picture Placeholder 12">
            <a:extLst>
              <a:ext uri="{FF2B5EF4-FFF2-40B4-BE49-F238E27FC236}">
                <a16:creationId xmlns:a16="http://schemas.microsoft.com/office/drawing/2014/main" id="{FF6D8674-EA25-0C87-7F7A-4B6FFA7F1F14}"/>
              </a:ext>
            </a:extLst>
          </p:cNvPr>
          <p:cNvSpPr>
            <a:spLocks noGrp="1"/>
          </p:cNvSpPr>
          <p:nvPr>
            <p:ph type="pic" sz="quarter" idx="10" hasCustomPrompt="1"/>
          </p:nvPr>
        </p:nvSpPr>
        <p:spPr>
          <a:xfrm>
            <a:off x="7875178" y="0"/>
            <a:ext cx="4320000" cy="6858000"/>
          </a:xfrm>
        </p:spPr>
        <p:txBody>
          <a:bodyPr anchor="ctr" anchorCtr="0"/>
          <a:lstStyle>
            <a:lvl1pPr marL="0" indent="0" algn="ctr">
              <a:buNone/>
              <a:defRPr>
                <a:solidFill>
                  <a:schemeClr val="bg1"/>
                </a:solidFill>
              </a:defRPr>
            </a:lvl1pPr>
          </a:lstStyle>
          <a:p>
            <a:r>
              <a:rPr lang="en-US"/>
              <a:t>Click to insert picture</a:t>
            </a:r>
          </a:p>
        </p:txBody>
      </p:sp>
      <p:sp>
        <p:nvSpPr>
          <p:cNvPr id="4" name="Title">
            <a:extLst>
              <a:ext uri="{FF2B5EF4-FFF2-40B4-BE49-F238E27FC236}">
                <a16:creationId xmlns:a16="http://schemas.microsoft.com/office/drawing/2014/main" id="{A222ABC1-A03E-5EDE-02E2-6F3794850CC1}"/>
              </a:ext>
            </a:extLst>
          </p:cNvPr>
          <p:cNvSpPr>
            <a:spLocks noGrp="1"/>
          </p:cNvSpPr>
          <p:nvPr>
            <p:ph type="title" hasCustomPrompt="1"/>
          </p:nvPr>
        </p:nvSpPr>
        <p:spPr>
          <a:xfrm>
            <a:off x="504002" y="2206502"/>
            <a:ext cx="5465762" cy="997196"/>
          </a:xfrm>
        </p:spPr>
        <p:txBody>
          <a:bodyPr vert="horz" wrap="square" rIns="0" anchor="b" anchorCtr="0">
            <a:noAutofit/>
          </a:bodyPr>
          <a:lstStyle>
            <a:lvl1pPr algn="l">
              <a:lnSpc>
                <a:spcPct val="90000"/>
              </a:lnSpc>
              <a:defRPr sz="3598" b="0" i="0">
                <a:solidFill>
                  <a:schemeClr val="bg1"/>
                </a:solidFill>
                <a:latin typeface="+mj-lt"/>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598" kern="0" err="1">
              <a:ea typeface="72 Brand" pitchFamily="34" charset="-128"/>
              <a:cs typeface="72 Brand" pitchFamily="34" charset="-128"/>
            </a:endParaRPr>
          </a:p>
        </p:txBody>
      </p:sp>
      <p:pic>
        <p:nvPicPr>
          <p:cNvPr id="382142197" name="LogoWhite-Dynamic" descr="{&quot;templafy&quot;:{&quot;id&quot;:&quot;63c8c9f0-7a8d-4cb3-830d-b2b837b0877b&quot;}}"/>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504002" y="504000"/>
            <a:ext cx="727192" cy="360000"/>
          </a:xfrm>
          <a:prstGeom prst="rect">
            <a:avLst/>
          </a:prstGeom>
        </p:spPr>
      </p:pic>
    </p:spTree>
    <p:extLst>
      <p:ext uri="{BB962C8B-B14F-4D97-AF65-F5344CB8AC3E}">
        <p14:creationId xmlns:p14="http://schemas.microsoft.com/office/powerpoint/2010/main" val="398756937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911">
          <p15:clr>
            <a:srgbClr val="FBAE40"/>
          </p15:clr>
        </p15:guide>
        <p15:guide id="2" orient="horz" pos="2682">
          <p15:clr>
            <a:srgbClr val="FBAE40"/>
          </p15:clr>
        </p15:guide>
        <p15:guide id="3" orient="horz" pos="2999">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Cover C">
    <p:bg>
      <p:bgPr>
        <a:solidFill>
          <a:srgbClr val="00144A"/>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CA814E6-1161-2533-DECB-242314C64D3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409825" y="1294366"/>
            <a:ext cx="7677375" cy="3819591"/>
          </a:xfrm>
          <a:prstGeom prst="rect">
            <a:avLst/>
          </a:prstGeom>
        </p:spPr>
      </p:pic>
      <p:sp>
        <p:nvSpPr>
          <p:cNvPr id="4" name="Title"/>
          <p:cNvSpPr>
            <a:spLocks noGrp="1"/>
          </p:cNvSpPr>
          <p:nvPr>
            <p:ph type="title" hasCustomPrompt="1"/>
          </p:nvPr>
        </p:nvSpPr>
        <p:spPr>
          <a:xfrm>
            <a:off x="503238" y="2706317"/>
            <a:ext cx="11183936" cy="997196"/>
          </a:xfrm>
        </p:spPr>
        <p:txBody>
          <a:bodyPr>
            <a:noAutofit/>
          </a:bodyPr>
          <a:lstStyle>
            <a:lvl1pPr>
              <a:lnSpc>
                <a:spcPct val="90000"/>
              </a:lnSpc>
              <a:defRPr sz="3598" b="0" i="0">
                <a:solidFill>
                  <a:schemeClr val="bg1"/>
                </a:solidFill>
                <a:latin typeface="+mj-lt"/>
                <a:cs typeface="Arial" panose="020B0604020202020204"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598" kern="0" err="1">
              <a:ea typeface="72 Brand" pitchFamily="34" charset="-128"/>
              <a:cs typeface="72 Brand" pitchFamily="34" charset="-128"/>
            </a:endParaRPr>
          </a:p>
        </p:txBody>
      </p:sp>
      <p:pic>
        <p:nvPicPr>
          <p:cNvPr id="2117843990" name="LogoWhite-Dynamic" descr="{&quot;templafy&quot;:{&quot;id&quot;:&quot;e9ce028d-d4f4-492d-9324-d2b45749f4a1&quot;}}"/>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4002" y="504000"/>
            <a:ext cx="727192" cy="360000"/>
          </a:xfrm>
          <a:prstGeom prst="rect">
            <a:avLst/>
          </a:prstGeom>
        </p:spPr>
      </p:pic>
    </p:spTree>
    <p:extLst>
      <p:ext uri="{BB962C8B-B14F-4D97-AF65-F5344CB8AC3E}">
        <p14:creationId xmlns:p14="http://schemas.microsoft.com/office/powerpoint/2010/main" val="1614185429"/>
      </p:ext>
    </p:extLst>
  </p:cSld>
  <p:clrMapOvr>
    <a:masterClrMapping/>
  </p:clrMapOvr>
  <p:extLst>
    <p:ext uri="{DCECCB84-F9BA-43D5-87BE-67443E8EF086}">
      <p15:sldGuideLst xmlns:p15="http://schemas.microsoft.com/office/powerpoint/2012/main">
        <p15:guide id="2" orient="horz" pos="1701">
          <p15:clr>
            <a:srgbClr val="FBAE40"/>
          </p15:clr>
        </p15:guide>
        <p15:guide id="3" orient="horz" pos="2688">
          <p15:clr>
            <a:srgbClr val="FBAE40"/>
          </p15:clr>
        </p15:guide>
        <p15:guide id="4" orient="horz" pos="2334">
          <p15:clr>
            <a:srgbClr val="FBAE40"/>
          </p15:clr>
        </p15:guide>
        <p15:guide id="5" orient="horz" pos="2999">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Cover D">
    <p:bg>
      <p:bgPr>
        <a:solidFill>
          <a:srgbClr val="D1EFFF"/>
        </a:solidFill>
        <a:effectLst/>
      </p:bgPr>
    </p:bg>
    <p:spTree>
      <p:nvGrpSpPr>
        <p:cNvPr id="1" name=""/>
        <p:cNvGrpSpPr/>
        <p:nvPr/>
      </p:nvGrpSpPr>
      <p:grpSpPr>
        <a:xfrm>
          <a:off x="0" y="0"/>
          <a:ext cx="0" cy="0"/>
          <a:chOff x="0" y="0"/>
          <a:chExt cx="0" cy="0"/>
        </a:xfrm>
      </p:grpSpPr>
      <p:sp>
        <p:nvSpPr>
          <p:cNvPr id="4" name="Title"/>
          <p:cNvSpPr>
            <a:spLocks noGrp="1"/>
          </p:cNvSpPr>
          <p:nvPr userDrawn="1">
            <p:ph type="title" hasCustomPrompt="1"/>
          </p:nvPr>
        </p:nvSpPr>
        <p:spPr>
          <a:xfrm>
            <a:off x="503238" y="2706317"/>
            <a:ext cx="5358719" cy="997196"/>
          </a:xfrm>
        </p:spPr>
        <p:txBody>
          <a:bodyPr anchor="b" anchorCtr="0">
            <a:noAutofit/>
          </a:bodyPr>
          <a:lstStyle>
            <a:lvl1pPr>
              <a:lnSpc>
                <a:spcPct val="90000"/>
              </a:lnSpc>
              <a:defRPr sz="3598" b="0" i="0">
                <a:solidFill>
                  <a:schemeClr val="tx1"/>
                </a:solidFill>
                <a:latin typeface="72 Brand Medium" panose="020B0504030603020204" pitchFamily="34" charset="0"/>
                <a:cs typeface="Arial" panose="020B0604020202020204"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598" kern="0" err="1">
              <a:ea typeface="72 Brand" pitchFamily="34" charset="-128"/>
              <a:cs typeface="72 Brand" pitchFamily="34" charset="-128"/>
            </a:endParaRPr>
          </a:p>
        </p:txBody>
      </p:sp>
      <p:pic>
        <p:nvPicPr>
          <p:cNvPr id="12" name="Image 1" descr="preencoded.png">
            <a:extLst>
              <a:ext uri="{FF2B5EF4-FFF2-40B4-BE49-F238E27FC236}">
                <a16:creationId xmlns:a16="http://schemas.microsoft.com/office/drawing/2014/main" id="{BAFF1977-7427-5CA2-A419-54E33BAD0989}"/>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t="22188"/>
          <a:stretch/>
        </p:blipFill>
        <p:spPr>
          <a:xfrm>
            <a:off x="7175502" y="3"/>
            <a:ext cx="4313404" cy="1647915"/>
          </a:xfrm>
          <a:prstGeom prst="rect">
            <a:avLst/>
          </a:prstGeom>
        </p:spPr>
      </p:pic>
      <p:pic>
        <p:nvPicPr>
          <p:cNvPr id="13" name="Image 1" descr="preencoded.png">
            <a:extLst>
              <a:ext uri="{FF2B5EF4-FFF2-40B4-BE49-F238E27FC236}">
                <a16:creationId xmlns:a16="http://schemas.microsoft.com/office/drawing/2014/main" id="{58102CDA-6550-338C-434D-B8FA408CB4D2}"/>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175502" y="2385967"/>
            <a:ext cx="4313404" cy="2117815"/>
          </a:xfrm>
          <a:prstGeom prst="rect">
            <a:avLst/>
          </a:prstGeom>
        </p:spPr>
      </p:pic>
      <p:pic>
        <p:nvPicPr>
          <p:cNvPr id="14" name="Image 1" descr="preencoded.png">
            <a:extLst>
              <a:ext uri="{FF2B5EF4-FFF2-40B4-BE49-F238E27FC236}">
                <a16:creationId xmlns:a16="http://schemas.microsoft.com/office/drawing/2014/main" id="{65BCE9EE-E0B3-4D29-F0C4-BD00A1DA3A24}"/>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b="23687"/>
          <a:stretch/>
        </p:blipFill>
        <p:spPr>
          <a:xfrm>
            <a:off x="7175502" y="5241839"/>
            <a:ext cx="4313404" cy="1616165"/>
          </a:xfrm>
          <a:prstGeom prst="rect">
            <a:avLst/>
          </a:prstGeom>
        </p:spPr>
      </p:pic>
      <p:pic>
        <p:nvPicPr>
          <p:cNvPr id="1731102248" name="LogoBlack-Dynamic" descr="{&quot;templafy&quot;:{&quot;id&quot;:&quot;bb3d92be-d4ea-44c6-91be-f9bf0d155427&quot;}}"/>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04002" y="504000"/>
            <a:ext cx="727192" cy="360000"/>
          </a:xfrm>
          <a:prstGeom prst="rect">
            <a:avLst/>
          </a:prstGeom>
        </p:spPr>
      </p:pic>
    </p:spTree>
    <p:extLst>
      <p:ext uri="{BB962C8B-B14F-4D97-AF65-F5344CB8AC3E}">
        <p14:creationId xmlns:p14="http://schemas.microsoft.com/office/powerpoint/2010/main" val="3430382707"/>
      </p:ext>
    </p:extLst>
  </p:cSld>
  <p:clrMapOvr>
    <a:masterClrMapping/>
  </p:clrMapOvr>
  <p:extLst>
    <p:ext uri="{DCECCB84-F9BA-43D5-87BE-67443E8EF086}">
      <p15:sldGuideLst xmlns:p15="http://schemas.microsoft.com/office/powerpoint/2012/main">
        <p15:guide id="2" orient="horz" pos="1701">
          <p15:clr>
            <a:srgbClr val="FBAE40"/>
          </p15:clr>
        </p15:guide>
        <p15:guide id="3" orient="horz" pos="2688">
          <p15:clr>
            <a:srgbClr val="FBAE40"/>
          </p15:clr>
        </p15:guide>
        <p15:guide id="4" orient="horz" pos="2341">
          <p15:clr>
            <a:srgbClr val="FBAE40"/>
          </p15:clr>
        </p15:guide>
        <p15:guide id="5" orient="horz" pos="2999">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Cover E">
    <p:bg>
      <p:bgPr>
        <a:solidFill>
          <a:srgbClr val="002A86"/>
        </a:solidFill>
        <a:effectLst/>
      </p:bgPr>
    </p:bg>
    <p:spTree>
      <p:nvGrpSpPr>
        <p:cNvPr id="1" name=""/>
        <p:cNvGrpSpPr/>
        <p:nvPr/>
      </p:nvGrpSpPr>
      <p:grpSpPr>
        <a:xfrm>
          <a:off x="0" y="0"/>
          <a:ext cx="0" cy="0"/>
          <a:chOff x="0" y="0"/>
          <a:chExt cx="0" cy="0"/>
        </a:xfrm>
      </p:grpSpPr>
      <p:pic>
        <p:nvPicPr>
          <p:cNvPr id="1143802550" name="LogoWhite-Dynamic" descr="{&quot;templafy&quot;:{&quot;id&quot;:&quot;70d7bb8e-5dd5-4d65-9d73-648e5b81be74&quot;}}"/>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04002" y="504000"/>
            <a:ext cx="727192" cy="360000"/>
          </a:xfrm>
          <a:prstGeom prst="rect">
            <a:avLst/>
          </a:prstGeom>
        </p:spPr>
      </p:pic>
      <p:sp>
        <p:nvSpPr>
          <p:cNvPr id="4" name="Title"/>
          <p:cNvSpPr>
            <a:spLocks noGrp="1"/>
          </p:cNvSpPr>
          <p:nvPr userDrawn="1">
            <p:ph type="title" hasCustomPrompt="1"/>
          </p:nvPr>
        </p:nvSpPr>
        <p:spPr>
          <a:xfrm>
            <a:off x="503238" y="2706317"/>
            <a:ext cx="5358719" cy="997196"/>
          </a:xfrm>
        </p:spPr>
        <p:txBody>
          <a:bodyPr anchor="b" anchorCtr="0">
            <a:noAutofit/>
          </a:bodyPr>
          <a:lstStyle>
            <a:lvl1pPr>
              <a:lnSpc>
                <a:spcPct val="90000"/>
              </a:lnSpc>
              <a:defRPr sz="3598" b="0" i="0">
                <a:solidFill>
                  <a:schemeClr val="bg1"/>
                </a:solidFill>
                <a:latin typeface="72 Brand Medium" panose="020B0504030603020204" pitchFamily="34" charset="0"/>
                <a:cs typeface="Arial" panose="020B0604020202020204"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598" kern="0" err="1">
              <a:ea typeface="72 Brand" pitchFamily="34" charset="-128"/>
              <a:cs typeface="72 Brand" pitchFamily="34" charset="-128"/>
            </a:endParaRPr>
          </a:p>
        </p:txBody>
      </p:sp>
      <p:pic>
        <p:nvPicPr>
          <p:cNvPr id="18" name="Image 1" descr="preencoded.png">
            <a:extLst>
              <a:ext uri="{FF2B5EF4-FFF2-40B4-BE49-F238E27FC236}">
                <a16:creationId xmlns:a16="http://schemas.microsoft.com/office/drawing/2014/main" id="{8CDC0F09-263D-29E7-D374-16F5252D45B1}"/>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t="22188"/>
          <a:stretch/>
        </p:blipFill>
        <p:spPr>
          <a:xfrm>
            <a:off x="7175502" y="3"/>
            <a:ext cx="4313404" cy="1647915"/>
          </a:xfrm>
          <a:prstGeom prst="rect">
            <a:avLst/>
          </a:prstGeom>
        </p:spPr>
      </p:pic>
      <p:pic>
        <p:nvPicPr>
          <p:cNvPr id="19" name="Image 1" descr="preencoded.png">
            <a:extLst>
              <a:ext uri="{FF2B5EF4-FFF2-40B4-BE49-F238E27FC236}">
                <a16:creationId xmlns:a16="http://schemas.microsoft.com/office/drawing/2014/main" id="{DC385859-B9B6-B3C8-F173-ECEB2422A16C}"/>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7175502" y="2385967"/>
            <a:ext cx="4313404" cy="2117815"/>
          </a:xfrm>
          <a:prstGeom prst="rect">
            <a:avLst/>
          </a:prstGeom>
        </p:spPr>
      </p:pic>
      <p:pic>
        <p:nvPicPr>
          <p:cNvPr id="20" name="Image 1" descr="preencoded.png">
            <a:extLst>
              <a:ext uri="{FF2B5EF4-FFF2-40B4-BE49-F238E27FC236}">
                <a16:creationId xmlns:a16="http://schemas.microsoft.com/office/drawing/2014/main" id="{087266D6-22F1-A496-6B1F-14CEDC804997}"/>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5"/>
              </a:ext>
            </a:extLst>
          </a:blip>
          <a:srcRect b="23687"/>
          <a:stretch/>
        </p:blipFill>
        <p:spPr>
          <a:xfrm>
            <a:off x="7175502" y="5241839"/>
            <a:ext cx="4313404" cy="1616165"/>
          </a:xfrm>
          <a:prstGeom prst="rect">
            <a:avLst/>
          </a:prstGeom>
        </p:spPr>
      </p:pic>
    </p:spTree>
    <p:extLst>
      <p:ext uri="{BB962C8B-B14F-4D97-AF65-F5344CB8AC3E}">
        <p14:creationId xmlns:p14="http://schemas.microsoft.com/office/powerpoint/2010/main" val="622675609"/>
      </p:ext>
    </p:extLst>
  </p:cSld>
  <p:clrMapOvr>
    <a:masterClrMapping/>
  </p:clrMapOvr>
  <p:extLst>
    <p:ext uri="{DCECCB84-F9BA-43D5-87BE-67443E8EF086}">
      <p15:sldGuideLst xmlns:p15="http://schemas.microsoft.com/office/powerpoint/2012/main">
        <p15:guide id="2" orient="horz" pos="1701">
          <p15:clr>
            <a:srgbClr val="FBAE40"/>
          </p15:clr>
        </p15:guide>
        <p15:guide id="3" orient="horz" pos="2688">
          <p15:clr>
            <a:srgbClr val="FBAE40"/>
          </p15:clr>
        </p15:guide>
        <p15:guide id="4" orient="horz" pos="2341">
          <p15:clr>
            <a:srgbClr val="FBAE40"/>
          </p15:clr>
        </p15:guide>
        <p15:guide id="5" orient="horz" pos="2999">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Cover F">
    <p:bg>
      <p:bgPr>
        <a:solidFill>
          <a:srgbClr val="D1EFFF"/>
        </a:solidFill>
        <a:effectLst/>
      </p:bgPr>
    </p:bg>
    <p:spTree>
      <p:nvGrpSpPr>
        <p:cNvPr id="1" name=""/>
        <p:cNvGrpSpPr/>
        <p:nvPr/>
      </p:nvGrpSpPr>
      <p:grpSpPr>
        <a:xfrm>
          <a:off x="0" y="0"/>
          <a:ext cx="0" cy="0"/>
          <a:chOff x="0" y="0"/>
          <a:chExt cx="0" cy="0"/>
        </a:xfrm>
      </p:grpSpPr>
      <p:sp>
        <p:nvSpPr>
          <p:cNvPr id="4" name="Title"/>
          <p:cNvSpPr>
            <a:spLocks noGrp="1"/>
          </p:cNvSpPr>
          <p:nvPr userDrawn="1">
            <p:ph type="title" hasCustomPrompt="1"/>
          </p:nvPr>
        </p:nvSpPr>
        <p:spPr>
          <a:xfrm>
            <a:off x="503239" y="2706317"/>
            <a:ext cx="5129700" cy="997196"/>
          </a:xfrm>
        </p:spPr>
        <p:txBody>
          <a:bodyPr anchor="b" anchorCtr="0">
            <a:noAutofit/>
          </a:bodyPr>
          <a:lstStyle>
            <a:lvl1pPr>
              <a:lnSpc>
                <a:spcPct val="90000"/>
              </a:lnSpc>
              <a:defRPr sz="3598" b="0" i="0">
                <a:solidFill>
                  <a:schemeClr val="tx1"/>
                </a:solidFill>
                <a:latin typeface="72 Brand Medium" panose="020B0504030603020204" pitchFamily="34" charset="0"/>
                <a:cs typeface="Arial" panose="020B0604020202020204"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598" kern="0" err="1">
              <a:ea typeface="72 Brand" pitchFamily="34" charset="-128"/>
              <a:cs typeface="72 Brand" pitchFamily="34" charset="-128"/>
            </a:endParaRPr>
          </a:p>
        </p:txBody>
      </p:sp>
      <p:sp>
        <p:nvSpPr>
          <p:cNvPr id="5" name="Freeform 139">
            <a:extLst>
              <a:ext uri="{FF2B5EF4-FFF2-40B4-BE49-F238E27FC236}">
                <a16:creationId xmlns:a16="http://schemas.microsoft.com/office/drawing/2014/main" id="{FA0F61C1-1CC3-1F5A-18B8-8E26514F6688}"/>
              </a:ext>
            </a:extLst>
          </p:cNvPr>
          <p:cNvSpPr>
            <a:spLocks noChangeAspect="1"/>
          </p:cNvSpPr>
          <p:nvPr userDrawn="1"/>
        </p:nvSpPr>
        <p:spPr>
          <a:xfrm>
            <a:off x="5970588" y="1931313"/>
            <a:ext cx="5660044" cy="2829600"/>
          </a:xfrm>
          <a:custGeom>
            <a:avLst/>
            <a:gdLst>
              <a:gd name="connsiteX0" fmla="*/ 3258914 w 3582451"/>
              <a:gd name="connsiteY0" fmla="*/ 133987 h 1790958"/>
              <a:gd name="connsiteX1" fmla="*/ 1735702 w 3582451"/>
              <a:gd name="connsiteY1" fmla="*/ 1656971 h 1790958"/>
              <a:gd name="connsiteX2" fmla="*/ 134007 w 3582451"/>
              <a:gd name="connsiteY2" fmla="*/ 1656971 h 1790958"/>
              <a:gd name="connsiteX3" fmla="*/ 134007 w 3582451"/>
              <a:gd name="connsiteY3" fmla="*/ 133987 h 1790958"/>
              <a:gd name="connsiteX4" fmla="*/ 3258914 w 3582451"/>
              <a:gd name="connsiteY4" fmla="*/ 133987 h 1790958"/>
              <a:gd name="connsiteX5" fmla="*/ 3582451 w 3582451"/>
              <a:gd name="connsiteY5" fmla="*/ 0 h 1790958"/>
              <a:gd name="connsiteX6" fmla="*/ 0 w 3582451"/>
              <a:gd name="connsiteY6" fmla="*/ 0 h 1790958"/>
              <a:gd name="connsiteX7" fmla="*/ 0 w 3582451"/>
              <a:gd name="connsiteY7" fmla="*/ 1790958 h 1790958"/>
              <a:gd name="connsiteX8" fmla="*/ 1791226 w 3582451"/>
              <a:gd name="connsiteY8" fmla="*/ 1790958 h 1790958"/>
              <a:gd name="connsiteX9" fmla="*/ 3582451 w 3582451"/>
              <a:gd name="connsiteY9" fmla="*/ 0 h 1790958"/>
              <a:gd name="connsiteX10" fmla="*/ 3582451 w 3582451"/>
              <a:gd name="connsiteY10" fmla="*/ 0 h 1790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82451" h="1790958">
                <a:moveTo>
                  <a:pt x="3258914" y="133987"/>
                </a:moveTo>
                <a:lnTo>
                  <a:pt x="1735702" y="1656971"/>
                </a:lnTo>
                <a:lnTo>
                  <a:pt x="134007" y="1656971"/>
                </a:lnTo>
                <a:lnTo>
                  <a:pt x="134007" y="133987"/>
                </a:lnTo>
                <a:lnTo>
                  <a:pt x="3258914" y="133987"/>
                </a:lnTo>
                <a:moveTo>
                  <a:pt x="3582451" y="0"/>
                </a:moveTo>
                <a:lnTo>
                  <a:pt x="0" y="0"/>
                </a:lnTo>
                <a:lnTo>
                  <a:pt x="0" y="1790958"/>
                </a:lnTo>
                <a:lnTo>
                  <a:pt x="1791226" y="1790958"/>
                </a:lnTo>
                <a:lnTo>
                  <a:pt x="3582451" y="0"/>
                </a:lnTo>
                <a:lnTo>
                  <a:pt x="3582451" y="0"/>
                </a:lnTo>
                <a:close/>
              </a:path>
            </a:pathLst>
          </a:custGeom>
          <a:solidFill>
            <a:srgbClr val="1B90FF"/>
          </a:solidFill>
          <a:ln w="4467" cap="flat">
            <a:noFill/>
            <a:prstDash val="solid"/>
            <a:miter/>
          </a:ln>
        </p:spPr>
        <p:txBody>
          <a:bodyPr rtlCol="0" anchor="ctr"/>
          <a:lstStyle/>
          <a:p>
            <a:pPr defTabSz="1088001"/>
            <a:endParaRPr lang="en-US" sz="2098">
              <a:solidFill>
                <a:srgbClr val="000000"/>
              </a:solidFill>
              <a:latin typeface="72 Brand" panose="020B0504030603020204" pitchFamily="34" charset="0"/>
            </a:endParaRPr>
          </a:p>
        </p:txBody>
      </p:sp>
      <p:pic>
        <p:nvPicPr>
          <p:cNvPr id="886149738" name="LogoBlack-Dynamic" descr="{&quot;templafy&quot;:{&quot;id&quot;:&quot;59ab087e-69de-4135-a17b-4c21312db091&quot;}}"/>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04002" y="504000"/>
            <a:ext cx="727192" cy="360000"/>
          </a:xfrm>
          <a:prstGeom prst="rect">
            <a:avLst/>
          </a:prstGeom>
        </p:spPr>
      </p:pic>
    </p:spTree>
    <p:extLst>
      <p:ext uri="{BB962C8B-B14F-4D97-AF65-F5344CB8AC3E}">
        <p14:creationId xmlns:p14="http://schemas.microsoft.com/office/powerpoint/2010/main" val="990699365"/>
      </p:ext>
    </p:extLst>
  </p:cSld>
  <p:clrMapOvr>
    <a:masterClrMapping/>
  </p:clrMapOvr>
  <p:extLst>
    <p:ext uri="{DCECCB84-F9BA-43D5-87BE-67443E8EF086}">
      <p15:sldGuideLst xmlns:p15="http://schemas.microsoft.com/office/powerpoint/2012/main">
        <p15:guide id="2" orient="horz" pos="1701">
          <p15:clr>
            <a:srgbClr val="FBAE40"/>
          </p15:clr>
        </p15:guide>
        <p15:guide id="3" orient="horz" pos="2688">
          <p15:clr>
            <a:srgbClr val="FBAE40"/>
          </p15:clr>
        </p15:guide>
        <p15:guide id="4" orient="horz" pos="2341">
          <p15:clr>
            <a:srgbClr val="FBAE40"/>
          </p15:clr>
        </p15:guide>
        <p15:guide id="5" orient="horz" pos="2999">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Cover G">
    <p:bg>
      <p:bgPr>
        <a:solidFill>
          <a:schemeClr val="bg1"/>
        </a:solidFill>
        <a:effectLst/>
      </p:bgPr>
    </p:bg>
    <p:spTree>
      <p:nvGrpSpPr>
        <p:cNvPr id="1" name=""/>
        <p:cNvGrpSpPr/>
        <p:nvPr/>
      </p:nvGrpSpPr>
      <p:grpSpPr>
        <a:xfrm>
          <a:off x="0" y="0"/>
          <a:ext cx="0" cy="0"/>
          <a:chOff x="0" y="0"/>
          <a:chExt cx="0" cy="0"/>
        </a:xfrm>
      </p:grpSpPr>
      <p:sp>
        <p:nvSpPr>
          <p:cNvPr id="4" name="Title"/>
          <p:cNvSpPr>
            <a:spLocks noGrp="1"/>
          </p:cNvSpPr>
          <p:nvPr userDrawn="1">
            <p:ph type="title" hasCustomPrompt="1"/>
          </p:nvPr>
        </p:nvSpPr>
        <p:spPr>
          <a:xfrm>
            <a:off x="503240" y="2706317"/>
            <a:ext cx="5100393" cy="997196"/>
          </a:xfrm>
        </p:spPr>
        <p:txBody>
          <a:bodyPr anchor="b" anchorCtr="0">
            <a:noAutofit/>
          </a:bodyPr>
          <a:lstStyle>
            <a:lvl1pPr>
              <a:lnSpc>
                <a:spcPct val="90000"/>
              </a:lnSpc>
              <a:defRPr sz="3598" b="0" i="0">
                <a:solidFill>
                  <a:schemeClr val="tx1"/>
                </a:solidFill>
                <a:latin typeface="72 Brand Medium" panose="020B0504030603020204" pitchFamily="34" charset="0"/>
                <a:cs typeface="Arial" panose="020B0604020202020204"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598" kern="0" err="1">
              <a:ea typeface="72 Brand" pitchFamily="34" charset="-128"/>
              <a:cs typeface="72 Brand" pitchFamily="34" charset="-128"/>
            </a:endParaRPr>
          </a:p>
        </p:txBody>
      </p:sp>
      <p:pic>
        <p:nvPicPr>
          <p:cNvPr id="7" name="Picture 6">
            <a:extLst>
              <a:ext uri="{FF2B5EF4-FFF2-40B4-BE49-F238E27FC236}">
                <a16:creationId xmlns:a16="http://schemas.microsoft.com/office/drawing/2014/main" id="{4E45A13C-829D-1987-9534-F97491F0C5F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970588" y="1931313"/>
            <a:ext cx="5685160" cy="2829600"/>
          </a:xfrm>
          <a:prstGeom prst="rect">
            <a:avLst/>
          </a:prstGeom>
        </p:spPr>
      </p:pic>
      <p:pic>
        <p:nvPicPr>
          <p:cNvPr id="2008472802" name="LogoBlue-Dynamic" descr="{&quot;templafy&quot;:{&quot;id&quot;:&quot;84f27c36-d74e-4d97-9fda-b331e56ac8bb&quot;}}"/>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4002" y="504000"/>
            <a:ext cx="727192" cy="360000"/>
          </a:xfrm>
          <a:prstGeom prst="rect">
            <a:avLst/>
          </a:prstGeom>
        </p:spPr>
      </p:pic>
    </p:spTree>
    <p:extLst>
      <p:ext uri="{BB962C8B-B14F-4D97-AF65-F5344CB8AC3E}">
        <p14:creationId xmlns:p14="http://schemas.microsoft.com/office/powerpoint/2010/main" val="885536068"/>
      </p:ext>
    </p:extLst>
  </p:cSld>
  <p:clrMapOvr>
    <a:masterClrMapping/>
  </p:clrMapOvr>
  <p:extLst>
    <p:ext uri="{DCECCB84-F9BA-43D5-87BE-67443E8EF086}">
      <p15:sldGuideLst xmlns:p15="http://schemas.microsoft.com/office/powerpoint/2012/main">
        <p15:guide id="2" orient="horz" pos="1701">
          <p15:clr>
            <a:srgbClr val="FBAE40"/>
          </p15:clr>
        </p15:guide>
        <p15:guide id="3" orient="horz" pos="2688">
          <p15:clr>
            <a:srgbClr val="FBAE40"/>
          </p15:clr>
        </p15:guide>
        <p15:guide id="4" orient="horz" pos="2341">
          <p15:clr>
            <a:srgbClr val="FBAE40"/>
          </p15:clr>
        </p15:guide>
        <p15:guide id="5" orient="horz" pos="2999">
          <p15:clr>
            <a:srgbClr val="FBAE4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Cover H">
    <p:bg>
      <p:bgPr>
        <a:solidFill>
          <a:srgbClr val="D1EF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729E6C33-847C-5792-E2BD-5963C662ECED}"/>
              </a:ext>
            </a:extLst>
          </p:cNvPr>
          <p:cNvSpPr>
            <a:spLocks noGrp="1"/>
          </p:cNvSpPr>
          <p:nvPr>
            <p:ph type="title" hasCustomPrompt="1"/>
          </p:nvPr>
        </p:nvSpPr>
        <p:spPr>
          <a:xfrm>
            <a:off x="503239" y="2706317"/>
            <a:ext cx="5112116" cy="997196"/>
          </a:xfrm>
        </p:spPr>
        <p:txBody>
          <a:bodyPr anchor="b" anchorCtr="0">
            <a:noAutofit/>
          </a:bodyPr>
          <a:lstStyle>
            <a:lvl1pPr>
              <a:lnSpc>
                <a:spcPct val="90000"/>
              </a:lnSpc>
              <a:defRPr sz="3598" b="0" i="0">
                <a:solidFill>
                  <a:schemeClr val="tx1"/>
                </a:solidFill>
                <a:latin typeface="72 Brand Medium" panose="020B0504030603020204"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598" kern="0" err="1">
              <a:ea typeface="72 Brand" pitchFamily="34" charset="-128"/>
              <a:cs typeface="72 Brand" pitchFamily="34" charset="-128"/>
            </a:endParaRPr>
          </a:p>
        </p:txBody>
      </p:sp>
      <p:sp>
        <p:nvSpPr>
          <p:cNvPr id="14" name="Picture Placeholder 5">
            <a:extLst>
              <a:ext uri="{FF2B5EF4-FFF2-40B4-BE49-F238E27FC236}">
                <a16:creationId xmlns:a16="http://schemas.microsoft.com/office/drawing/2014/main" id="{D2BFABF1-DD81-F2D4-FD65-DBCD6636029A}"/>
              </a:ext>
            </a:extLst>
          </p:cNvPr>
          <p:cNvSpPr>
            <a:spLocks noGrp="1"/>
          </p:cNvSpPr>
          <p:nvPr>
            <p:ph type="pic" sz="quarter" idx="10" hasCustomPrompt="1"/>
          </p:nvPr>
        </p:nvSpPr>
        <p:spPr>
          <a:xfrm>
            <a:off x="5980252" y="1932069"/>
            <a:ext cx="5711687" cy="2828844"/>
          </a:xfrm>
          <a:custGeom>
            <a:avLst/>
            <a:gdLst>
              <a:gd name="connsiteX0" fmla="*/ 0 w 5453062"/>
              <a:gd name="connsiteY0" fmla="*/ 0 h 2700337"/>
              <a:gd name="connsiteX1" fmla="*/ 5453062 w 5453062"/>
              <a:gd name="connsiteY1" fmla="*/ 0 h 2700337"/>
              <a:gd name="connsiteX2" fmla="*/ 5453062 w 5453062"/>
              <a:gd name="connsiteY2" fmla="*/ 2700337 h 2700337"/>
              <a:gd name="connsiteX3" fmla="*/ 0 w 5453062"/>
              <a:gd name="connsiteY3" fmla="*/ 2700337 h 2700337"/>
              <a:gd name="connsiteX4" fmla="*/ 0 w 5453062"/>
              <a:gd name="connsiteY4" fmla="*/ 0 h 2700337"/>
              <a:gd name="connsiteX0" fmla="*/ 0 w 5453062"/>
              <a:gd name="connsiteY0" fmla="*/ 0 h 2758526"/>
              <a:gd name="connsiteX1" fmla="*/ 5453062 w 5453062"/>
              <a:gd name="connsiteY1" fmla="*/ 0 h 2758526"/>
              <a:gd name="connsiteX2" fmla="*/ 2751426 w 5453062"/>
              <a:gd name="connsiteY2" fmla="*/ 2758526 h 2758526"/>
              <a:gd name="connsiteX3" fmla="*/ 0 w 5453062"/>
              <a:gd name="connsiteY3" fmla="*/ 2700337 h 2758526"/>
              <a:gd name="connsiteX4" fmla="*/ 0 w 5453062"/>
              <a:gd name="connsiteY4" fmla="*/ 0 h 2758526"/>
              <a:gd name="connsiteX0" fmla="*/ 0 w 5453062"/>
              <a:gd name="connsiteY0" fmla="*/ 0 h 2700337"/>
              <a:gd name="connsiteX1" fmla="*/ 5453062 w 5453062"/>
              <a:gd name="connsiteY1" fmla="*/ 0 h 2700337"/>
              <a:gd name="connsiteX2" fmla="*/ 2726487 w 5453062"/>
              <a:gd name="connsiteY2" fmla="*/ 2700336 h 2700337"/>
              <a:gd name="connsiteX3" fmla="*/ 0 w 5453062"/>
              <a:gd name="connsiteY3" fmla="*/ 2700337 h 2700337"/>
              <a:gd name="connsiteX4" fmla="*/ 0 w 5453062"/>
              <a:gd name="connsiteY4" fmla="*/ 0 h 2700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3062" h="2700337">
                <a:moveTo>
                  <a:pt x="0" y="0"/>
                </a:moveTo>
                <a:lnTo>
                  <a:pt x="5453062" y="0"/>
                </a:lnTo>
                <a:lnTo>
                  <a:pt x="2726487" y="2700336"/>
                </a:lnTo>
                <a:lnTo>
                  <a:pt x="0" y="2700337"/>
                </a:lnTo>
                <a:lnTo>
                  <a:pt x="0" y="0"/>
                </a:lnTo>
                <a:close/>
              </a:path>
            </a:pathLst>
          </a:custGeom>
          <a:solidFill>
            <a:srgbClr val="1B90FF"/>
          </a:solidFill>
        </p:spPr>
        <p:txBody>
          <a:bodyPr anchor="ctr" anchorCtr="0"/>
          <a:lstStyle>
            <a:lvl1pPr marL="0" indent="0" algn="l">
              <a:buNone/>
              <a:defRPr>
                <a:solidFill>
                  <a:schemeClr val="tx1"/>
                </a:solidFill>
              </a:defRPr>
            </a:lvl1pPr>
          </a:lstStyle>
          <a:p>
            <a:r>
              <a:rPr lang="en-US"/>
              <a:t>         Click to add image</a:t>
            </a:r>
          </a:p>
        </p:txBody>
      </p:sp>
      <p:pic>
        <p:nvPicPr>
          <p:cNvPr id="1732691432" name="LogoBlack-Dynamic" descr="{&quot;templafy&quot;:{&quot;id&quot;:&quot;08540c44-ccca-47ed-b184-a907a15ce0fa&quot;}}"/>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04002" y="504000"/>
            <a:ext cx="727192" cy="360000"/>
          </a:xfrm>
          <a:prstGeom prst="rect">
            <a:avLst/>
          </a:prstGeom>
        </p:spPr>
      </p:pic>
    </p:spTree>
    <p:extLst>
      <p:ext uri="{BB962C8B-B14F-4D97-AF65-F5344CB8AC3E}">
        <p14:creationId xmlns:p14="http://schemas.microsoft.com/office/powerpoint/2010/main" val="2219790731"/>
      </p:ext>
    </p:extLst>
  </p:cSld>
  <p:clrMapOvr>
    <a:masterClrMapping/>
  </p:clrMapOvr>
  <p:extLst>
    <p:ext uri="{DCECCB84-F9BA-43D5-87BE-67443E8EF086}">
      <p15:sldGuideLst xmlns:p15="http://schemas.microsoft.com/office/powerpoint/2012/main">
        <p15:guide id="2" orient="horz" pos="1701">
          <p15:clr>
            <a:srgbClr val="FBAE40"/>
          </p15:clr>
        </p15:guide>
        <p15:guide id="3" orient="horz" pos="2688">
          <p15:clr>
            <a:srgbClr val="FBAE40"/>
          </p15:clr>
        </p15:guide>
        <p15:guide id="4" orient="horz" pos="2341">
          <p15:clr>
            <a:srgbClr val="FBAE40"/>
          </p15:clr>
        </p15:guide>
        <p15:guide id="5" orient="horz" pos="2999">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Cover I">
    <p:bg>
      <p:bgRef idx="1001">
        <a:schemeClr val="bg1"/>
      </p:bgRef>
    </p:bg>
    <p:spTree>
      <p:nvGrpSpPr>
        <p:cNvPr id="1" name=""/>
        <p:cNvGrpSpPr/>
        <p:nvPr/>
      </p:nvGrpSpPr>
      <p:grpSpPr>
        <a:xfrm>
          <a:off x="0" y="0"/>
          <a:ext cx="0" cy="0"/>
          <a:chOff x="0" y="0"/>
          <a:chExt cx="0" cy="0"/>
        </a:xfrm>
      </p:grpSpPr>
      <p:sp>
        <p:nvSpPr>
          <p:cNvPr id="3" name="Title"/>
          <p:cNvSpPr>
            <a:spLocks noGrp="1"/>
          </p:cNvSpPr>
          <p:nvPr>
            <p:ph type="title" hasCustomPrompt="1"/>
          </p:nvPr>
        </p:nvSpPr>
        <p:spPr>
          <a:xfrm>
            <a:off x="503238" y="4024430"/>
            <a:ext cx="11187112" cy="997196"/>
          </a:xfrm>
        </p:spPr>
        <p:txBody>
          <a:bodyPr vert="horz" wrap="square" lIns="0" tIns="0" rIns="0" bIns="0" rtlCol="0">
            <a:noAutofit/>
          </a:bodyPr>
          <a:lstStyle>
            <a:lvl1pPr>
              <a:lnSpc>
                <a:spcPct val="90000"/>
              </a:lnSpc>
              <a:defRPr lang="de-DE" sz="3598" b="0" i="0" dirty="0">
                <a:latin typeface="72 Brand Medium" panose="020B0504030603020204" pitchFamily="34" charset="0"/>
                <a:ea typeface="+mn-ea"/>
                <a:cs typeface="+mn-cs"/>
              </a:defRPr>
            </a:lvl1pPr>
          </a:lstStyle>
          <a:p>
            <a:pPr lvl="0"/>
            <a:r>
              <a:rPr lang="en-US"/>
              <a:t>Title goes here</a:t>
            </a:r>
            <a:br>
              <a:rPr lang="en-US"/>
            </a:br>
            <a:r>
              <a:rPr lang="en-US"/>
              <a:t>and here and here</a:t>
            </a:r>
          </a:p>
        </p:txBody>
      </p:sp>
      <p:sp>
        <p:nvSpPr>
          <p:cNvPr id="7" name="Picture Placeholder 6">
            <a:extLst>
              <a:ext uri="{FF2B5EF4-FFF2-40B4-BE49-F238E27FC236}">
                <a16:creationId xmlns:a16="http://schemas.microsoft.com/office/drawing/2014/main" id="{4FA78832-C268-4EC5-BB82-7F9D7F5B51B2}"/>
              </a:ext>
            </a:extLst>
          </p:cNvPr>
          <p:cNvSpPr>
            <a:spLocks noGrp="1"/>
          </p:cNvSpPr>
          <p:nvPr>
            <p:ph type="pic" sz="quarter" idx="16" hasCustomPrompt="1"/>
          </p:nvPr>
        </p:nvSpPr>
        <p:spPr>
          <a:xfrm>
            <a:off x="0" y="-1"/>
            <a:ext cx="12195175" cy="3430800"/>
          </a:xfrm>
        </p:spPr>
        <p:txBody>
          <a:bodyPr anchor="ctr" anchorCtr="0"/>
          <a:lstStyle>
            <a:lvl1pPr marL="0" marR="0" indent="0" algn="ctr" defTabSz="1087905" rtl="0" eaLnBrk="1" fontAlgn="auto" latinLnBrk="0" hangingPunct="1">
              <a:lnSpc>
                <a:spcPct val="100000"/>
              </a:lnSpc>
              <a:spcBef>
                <a:spcPts val="1798"/>
              </a:spcBef>
              <a:spcAft>
                <a:spcPts val="0"/>
              </a:spcAft>
              <a:buClr>
                <a:schemeClr val="accent1"/>
              </a:buClr>
              <a:buSzPct val="80000"/>
              <a:buFontTx/>
              <a:buNone/>
              <a:tabLst/>
              <a:defRPr/>
            </a:lvl1pPr>
          </a:lstStyle>
          <a:p>
            <a:pPr marL="0" marR="0" lvl="0" indent="0" algn="ctr" defTabSz="1087905" rtl="0" eaLnBrk="1" fontAlgn="auto" latinLnBrk="0" hangingPunct="1">
              <a:lnSpc>
                <a:spcPct val="100000"/>
              </a:lnSpc>
              <a:spcBef>
                <a:spcPts val="1798"/>
              </a:spcBef>
              <a:spcAft>
                <a:spcPts val="0"/>
              </a:spcAft>
              <a:buClr>
                <a:schemeClr val="accent1"/>
              </a:buClr>
              <a:buSzPct val="80000"/>
              <a:buFontTx/>
              <a:buNone/>
              <a:tabLst/>
              <a:defRPr/>
            </a:pPr>
            <a:r>
              <a:rPr lang="en-US"/>
              <a:t>Click to insert picture</a:t>
            </a:r>
          </a:p>
        </p:txBody>
      </p:sp>
      <p:pic>
        <p:nvPicPr>
          <p:cNvPr id="48455013" name="LogoBlue-Dynamic" descr="{&quot;templafy&quot;:{&quot;id&quot;:&quot;70ba5fc4-f8af-4d54-bb56-0dbb9a89e378&quot;}}"/>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04002" y="5998166"/>
            <a:ext cx="727192" cy="360000"/>
          </a:xfrm>
          <a:prstGeom prst="rect">
            <a:avLst/>
          </a:prstGeom>
        </p:spPr>
      </p:pic>
    </p:spTree>
    <p:extLst>
      <p:ext uri="{BB962C8B-B14F-4D97-AF65-F5344CB8AC3E}">
        <p14:creationId xmlns:p14="http://schemas.microsoft.com/office/powerpoint/2010/main" val="17579849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orient="horz" pos="2162">
          <p15:clr>
            <a:srgbClr val="FBAE40"/>
          </p15:clr>
        </p15:guide>
        <p15:guide id="5" orient="horz" pos="2534">
          <p15:clr>
            <a:srgbClr val="FBAE40"/>
          </p15:clr>
        </p15:guide>
        <p15:guide id="6" orient="horz" pos="3164">
          <p15:clr>
            <a:srgbClr val="FBAE40"/>
          </p15:clr>
        </p15:guide>
        <p15:guide id="7" orient="horz" pos="3232">
          <p15:clr>
            <a:srgbClr val="FBAE40"/>
          </p15:clr>
        </p15:guide>
        <p15:guide id="8" orient="horz" pos="3543">
          <p15:clr>
            <a:srgbClr val="FBAE4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Cover J">
    <p:bg>
      <p:bgRef idx="1001">
        <a:schemeClr val="bg1"/>
      </p:bgRef>
    </p:bg>
    <p:spTree>
      <p:nvGrpSpPr>
        <p:cNvPr id="1" name=""/>
        <p:cNvGrpSpPr/>
        <p:nvPr/>
      </p:nvGrpSpPr>
      <p:grpSpPr>
        <a:xfrm>
          <a:off x="0" y="0"/>
          <a:ext cx="0" cy="0"/>
          <a:chOff x="0" y="0"/>
          <a:chExt cx="0" cy="0"/>
        </a:xfrm>
      </p:grpSpPr>
      <p:sp>
        <p:nvSpPr>
          <p:cNvPr id="3" name="Title"/>
          <p:cNvSpPr>
            <a:spLocks noGrp="1"/>
          </p:cNvSpPr>
          <p:nvPr>
            <p:ph type="title" hasCustomPrompt="1"/>
          </p:nvPr>
        </p:nvSpPr>
        <p:spPr>
          <a:xfrm>
            <a:off x="503238" y="4024430"/>
            <a:ext cx="10683936" cy="997196"/>
          </a:xfrm>
        </p:spPr>
        <p:txBody>
          <a:bodyPr vert="horz" wrap="square" lIns="0" tIns="0" rIns="0" bIns="0" rtlCol="0">
            <a:noAutofit/>
          </a:bodyPr>
          <a:lstStyle>
            <a:lvl1pPr>
              <a:lnSpc>
                <a:spcPct val="90000"/>
              </a:lnSpc>
              <a:defRPr lang="de-DE" sz="3598" b="0" i="0" dirty="0">
                <a:latin typeface="72 Brand Medium" panose="020B0504030603020204" pitchFamily="34" charset="0"/>
                <a:ea typeface="+mn-ea"/>
                <a:cs typeface="+mn-cs"/>
              </a:defRPr>
            </a:lvl1pPr>
          </a:lstStyle>
          <a:p>
            <a:pPr lvl="0"/>
            <a:r>
              <a:rPr lang="en-GB"/>
              <a:t>Title goes here</a:t>
            </a:r>
            <a:br>
              <a:rPr lang="en-GB"/>
            </a:br>
            <a:r>
              <a:rPr lang="en-GB"/>
              <a:t>and here and here</a:t>
            </a:r>
            <a:endParaRPr lang="en-US"/>
          </a:p>
        </p:txBody>
      </p:sp>
      <p:pic>
        <p:nvPicPr>
          <p:cNvPr id="531624529" name="LogoBlue-Dynamic" descr="{&quot;templafy&quot;:{&quot;id&quot;:&quot;471aa618-6589-4ce5-9965-630a3e338c02&quot;}}"/>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04002" y="5997600"/>
            <a:ext cx="727192" cy="360000"/>
          </a:xfrm>
          <a:prstGeom prst="rect">
            <a:avLst/>
          </a:prstGeom>
        </p:spPr>
      </p:pic>
      <p:sp>
        <p:nvSpPr>
          <p:cNvPr id="2" name="Rectangle 1">
            <a:extLst>
              <a:ext uri="{FF2B5EF4-FFF2-40B4-BE49-F238E27FC236}">
                <a16:creationId xmlns:a16="http://schemas.microsoft.com/office/drawing/2014/main" id="{22A511F2-AB36-486F-DD38-75D70E7966D1}"/>
              </a:ext>
            </a:extLst>
          </p:cNvPr>
          <p:cNvSpPr/>
          <p:nvPr userDrawn="1"/>
        </p:nvSpPr>
        <p:spPr bwMode="gray">
          <a:xfrm>
            <a:off x="0" y="-1"/>
            <a:ext cx="12195175" cy="3429001"/>
          </a:xfrm>
          <a:prstGeom prst="rect">
            <a:avLst/>
          </a:prstGeom>
          <a:solidFill>
            <a:srgbClr val="002A86"/>
          </a:solidFill>
          <a:ln w="28575" algn="ctr">
            <a:noFill/>
            <a:miter lim="800000"/>
            <a:headEnd/>
            <a:tailEnd/>
          </a:ln>
        </p:spPr>
        <p:txBody>
          <a:bodyPr lIns="89954" tIns="71962" rIns="89954" bIns="71962" rtlCol="0" anchor="ctr"/>
          <a:lstStyle/>
          <a:p>
            <a:pPr marR="0" algn="ctr" defTabSz="913852" eaLnBrk="1" fontAlgn="base" latinLnBrk="0" hangingPunct="1">
              <a:lnSpc>
                <a:spcPct val="100000"/>
              </a:lnSpc>
              <a:spcBef>
                <a:spcPct val="50000"/>
              </a:spcBef>
              <a:spcAft>
                <a:spcPct val="0"/>
              </a:spcAft>
              <a:buClr>
                <a:srgbClr val="F0AB00"/>
              </a:buClr>
              <a:buSzPct val="80000"/>
              <a:tabLst/>
            </a:pPr>
            <a:endParaRPr kumimoji="0" lang="en-DE" sz="1400" b="0" i="0" u="none" strike="noStrike" kern="0" cap="none" spc="0" normalizeH="0" baseline="0" noProof="0" err="1">
              <a:ln>
                <a:noFill/>
              </a:ln>
              <a:effectLst/>
              <a:uLnTx/>
              <a:uFillTx/>
              <a:latin typeface="+mn-lt"/>
              <a:ea typeface="72 Brand" pitchFamily="34" charset="-128"/>
              <a:cs typeface="72 Brand" pitchFamily="34" charset="-128"/>
            </a:endParaRPr>
          </a:p>
        </p:txBody>
      </p:sp>
      <p:pic>
        <p:nvPicPr>
          <p:cNvPr id="5" name="Image 1" descr="preencoded.png">
            <a:extLst>
              <a:ext uri="{FF2B5EF4-FFF2-40B4-BE49-F238E27FC236}">
                <a16:creationId xmlns:a16="http://schemas.microsoft.com/office/drawing/2014/main" id="{F499F4C9-2427-3F8A-52CC-B08C56B79E11}"/>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610894" y="503241"/>
            <a:ext cx="4085806" cy="2006067"/>
          </a:xfrm>
          <a:prstGeom prst="rect">
            <a:avLst/>
          </a:prstGeom>
        </p:spPr>
      </p:pic>
    </p:spTree>
    <p:extLst>
      <p:ext uri="{BB962C8B-B14F-4D97-AF65-F5344CB8AC3E}">
        <p14:creationId xmlns:p14="http://schemas.microsoft.com/office/powerpoint/2010/main" val="426957280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orient="horz" pos="2162">
          <p15:clr>
            <a:srgbClr val="FBAE40"/>
          </p15:clr>
        </p15:guide>
        <p15:guide id="5" orient="horz" pos="2534">
          <p15:clr>
            <a:srgbClr val="FBAE40"/>
          </p15:clr>
        </p15:guide>
        <p15:guide id="6" orient="horz" pos="3164">
          <p15:clr>
            <a:srgbClr val="FBAE40"/>
          </p15:clr>
        </p15:guide>
        <p15:guide id="7" orient="horz" pos="3232">
          <p15:clr>
            <a:srgbClr val="FBAE40"/>
          </p15:clr>
        </p15:guide>
        <p15:guide id="8" orient="horz" pos="3543">
          <p15:clr>
            <a:srgbClr val="FBAE4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Divider Page C">
    <p:bg>
      <p:bgPr>
        <a:solidFill>
          <a:srgbClr val="00138B"/>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4C82923-2756-F5D6-5708-FDEA9C6F1026}"/>
              </a:ext>
            </a:extLst>
          </p:cNvPr>
          <p:cNvPicPr>
            <a:picLocks noChangeAspect="1"/>
          </p:cNvPicPr>
          <p:nvPr userDrawn="1"/>
        </p:nvPicPr>
        <p:blipFill>
          <a:blip r:embed="rId2" cstate="screen">
            <a:extLst>
              <a:ext uri="{28A0092B-C50C-407E-A947-70E740481C1C}">
                <a14:useLocalDpi xmlns:a14="http://schemas.microsoft.com/office/drawing/2010/main"/>
              </a:ext>
            </a:extLst>
          </a:blip>
          <a:srcRect b="-38038"/>
          <a:stretch>
            <a:fillRect/>
          </a:stretch>
        </p:blipFill>
        <p:spPr>
          <a:xfrm>
            <a:off x="0" y="0"/>
            <a:ext cx="12195175" cy="6858000"/>
          </a:xfrm>
          <a:prstGeom prst="rect">
            <a:avLst/>
          </a:prstGeom>
        </p:spPr>
      </p:pic>
      <p:sp>
        <p:nvSpPr>
          <p:cNvPr id="2" name="Divider text">
            <a:extLst>
              <a:ext uri="{FF2B5EF4-FFF2-40B4-BE49-F238E27FC236}">
                <a16:creationId xmlns:a16="http://schemas.microsoft.com/office/drawing/2014/main" id="{28A7E93D-C315-E60B-F714-4B01FB997A18}"/>
              </a:ext>
            </a:extLst>
          </p:cNvPr>
          <p:cNvSpPr>
            <a:spLocks noGrp="1"/>
          </p:cNvSpPr>
          <p:nvPr>
            <p:ph type="ctrTitle" hasCustomPrompt="1"/>
          </p:nvPr>
        </p:nvSpPr>
        <p:spPr bwMode="black">
          <a:xfrm>
            <a:off x="504001" y="4968072"/>
            <a:ext cx="8327263" cy="677108"/>
          </a:xfrm>
        </p:spPr>
        <p:txBody>
          <a:bodyPr anchor="t" anchorCtr="0">
            <a:noAutofit/>
          </a:bodyPr>
          <a:lstStyle>
            <a:lvl1pPr>
              <a:defRPr sz="3998" b="0" i="0">
                <a:solidFill>
                  <a:schemeClr val="bg1"/>
                </a:solidFill>
                <a:latin typeface="72 Brand Medium" panose="020B0504030603020204" pitchFamily="34" charset="0"/>
              </a:defRPr>
            </a:lvl1pPr>
          </a:lstStyle>
          <a:p>
            <a:r>
              <a:rPr lang="en-US"/>
              <a:t>Divider page</a:t>
            </a:r>
            <a:endParaRPr lang="de-DE"/>
          </a:p>
        </p:txBody>
      </p:sp>
    </p:spTree>
    <p:extLst>
      <p:ext uri="{BB962C8B-B14F-4D97-AF65-F5344CB8AC3E}">
        <p14:creationId xmlns:p14="http://schemas.microsoft.com/office/powerpoint/2010/main" val="1902410330"/>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4" orient="horz" pos="865">
          <p15:clr>
            <a:srgbClr val="FBAE40"/>
          </p15:clr>
        </p15:guide>
        <p15:guide id="5" orient="horz" pos="1294">
          <p15:clr>
            <a:srgbClr val="FBAE4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userDrawn="1">
  <p:cSld name="Standard_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941369"/>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79441DAC-29D1-069F-ED28-5B92DFD60E2F}"/>
              </a:ext>
            </a:extLst>
          </p:cNvPr>
          <p:cNvSpPr>
            <a:spLocks noGrp="1"/>
          </p:cNvSpPr>
          <p:nvPr>
            <p:ph type="title" hasCustomPrompt="1"/>
          </p:nvPr>
        </p:nvSpPr>
        <p:spPr>
          <a:xfrm>
            <a:off x="555757" y="496857"/>
            <a:ext cx="11066331" cy="369332"/>
          </a:xfrm>
        </p:spPr>
        <p:txBody>
          <a:bodyPr/>
          <a:lstStyle>
            <a:lvl1pPr>
              <a:defRPr b="0" i="0">
                <a:solidFill>
                  <a:srgbClr val="00144A"/>
                </a:solidFill>
                <a:latin typeface="72 Brand Medium" panose="020B0504030603020204" pitchFamily="34" charset="0"/>
              </a:defRPr>
            </a:lvl1pPr>
          </a:lstStyle>
          <a:p>
            <a:r>
              <a:rPr lang="en-US" noProof="0"/>
              <a:t>Insert page title (sentence case)</a:t>
            </a:r>
            <a:endParaRPr lang="en-US"/>
          </a:p>
        </p:txBody>
      </p:sp>
    </p:spTree>
    <p:extLst>
      <p:ext uri="{BB962C8B-B14F-4D97-AF65-F5344CB8AC3E}">
        <p14:creationId xmlns:p14="http://schemas.microsoft.com/office/powerpoint/2010/main" val="1309357317"/>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79441DAC-29D1-069F-ED28-5B92DFD60E2F}"/>
              </a:ext>
            </a:extLst>
          </p:cNvPr>
          <p:cNvSpPr>
            <a:spLocks noGrp="1"/>
          </p:cNvSpPr>
          <p:nvPr>
            <p:ph type="title" hasCustomPrompt="1"/>
          </p:nvPr>
        </p:nvSpPr>
        <p:spPr>
          <a:xfrm>
            <a:off x="555757" y="496857"/>
            <a:ext cx="11066331" cy="369332"/>
          </a:xfrm>
        </p:spPr>
        <p:txBody>
          <a:bodyPr/>
          <a:lstStyle>
            <a:lvl1pPr>
              <a:defRPr b="0" i="0">
                <a:solidFill>
                  <a:srgbClr val="00144A"/>
                </a:solidFill>
                <a:latin typeface="72 Brand Medium" panose="020B0504030603020204" pitchFamily="34" charset="0"/>
              </a:defRPr>
            </a:lvl1pPr>
          </a:lstStyle>
          <a:p>
            <a:r>
              <a:rPr lang="en-US" noProof="0"/>
              <a:t>Insert page title (sentence case)</a:t>
            </a:r>
            <a:endParaRPr lang="en-US"/>
          </a:p>
        </p:txBody>
      </p:sp>
    </p:spTree>
    <p:extLst>
      <p:ext uri="{BB962C8B-B14F-4D97-AF65-F5344CB8AC3E}">
        <p14:creationId xmlns:p14="http://schemas.microsoft.com/office/powerpoint/2010/main" val="545876688"/>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4DF68153-19C4-3E33-BDC5-DB89024E2885}"/>
              </a:ext>
            </a:extLst>
          </p:cNvPr>
          <p:cNvSpPr>
            <a:spLocks noGrp="1"/>
          </p:cNvSpPr>
          <p:nvPr>
            <p:ph type="title" hasCustomPrompt="1"/>
          </p:nvPr>
        </p:nvSpPr>
        <p:spPr>
          <a:xfrm>
            <a:off x="555757" y="496857"/>
            <a:ext cx="11066331" cy="369332"/>
          </a:xfrm>
        </p:spPr>
        <p:txBody>
          <a:bodyPr/>
          <a:lstStyle>
            <a:lvl1pPr>
              <a:defRPr b="0" i="0">
                <a:latin typeface="72 Brand Medium" panose="020B0504030603020204" pitchFamily="34" charset="0"/>
              </a:defRPr>
            </a:lvl1pPr>
          </a:lstStyle>
          <a:p>
            <a:r>
              <a:rPr lang="en-US" noProof="0"/>
              <a:t>Insert page title (sentence case)</a:t>
            </a:r>
            <a:endParaRPr lang="en-US"/>
          </a:p>
        </p:txBody>
      </p:sp>
      <p:sp>
        <p:nvSpPr>
          <p:cNvPr id="9" name="Text Placeholder 8">
            <a:extLst>
              <a:ext uri="{FF2B5EF4-FFF2-40B4-BE49-F238E27FC236}">
                <a16:creationId xmlns:a16="http://schemas.microsoft.com/office/drawing/2014/main" id="{B2AA448A-778C-41B0-B0D9-C26C746C6143}"/>
              </a:ext>
            </a:extLst>
          </p:cNvPr>
          <p:cNvSpPr>
            <a:spLocks noGrp="1"/>
          </p:cNvSpPr>
          <p:nvPr>
            <p:ph type="body" sz="quarter" idx="10"/>
          </p:nvPr>
        </p:nvSpPr>
        <p:spPr>
          <a:xfrm>
            <a:off x="573089" y="1336677"/>
            <a:ext cx="11049000" cy="2092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5781162"/>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2_Title and Tex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4DF68153-19C4-3E33-BDC5-DB89024E2885}"/>
              </a:ext>
            </a:extLst>
          </p:cNvPr>
          <p:cNvSpPr>
            <a:spLocks noGrp="1"/>
          </p:cNvSpPr>
          <p:nvPr>
            <p:ph type="title" hasCustomPrompt="1"/>
          </p:nvPr>
        </p:nvSpPr>
        <p:spPr>
          <a:xfrm>
            <a:off x="555757" y="496857"/>
            <a:ext cx="11066331" cy="369332"/>
          </a:xfrm>
        </p:spPr>
        <p:txBody>
          <a:bodyPr/>
          <a:lstStyle>
            <a:lvl1pPr>
              <a:defRPr b="0" i="0">
                <a:latin typeface="72 Brand Medium" panose="020B0504030603020204" pitchFamily="34" charset="0"/>
              </a:defRPr>
            </a:lvl1pPr>
          </a:lstStyle>
          <a:p>
            <a:r>
              <a:rPr lang="en-US" noProof="0"/>
              <a:t>Insert page title (sentence case)</a:t>
            </a:r>
            <a:endParaRPr lang="en-US"/>
          </a:p>
        </p:txBody>
      </p:sp>
    </p:spTree>
    <p:extLst>
      <p:ext uri="{BB962C8B-B14F-4D97-AF65-F5344CB8AC3E}">
        <p14:creationId xmlns:p14="http://schemas.microsoft.com/office/powerpoint/2010/main" val="2966858806"/>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3_Summary Slide_lightblue">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6D092DA-94A9-BF31-6DA3-DCD9A1A8E90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flipV="1">
            <a:off x="0" y="0"/>
            <a:ext cx="12195175" cy="6858000"/>
          </a:xfrm>
          <a:prstGeom prst="rect">
            <a:avLst/>
          </a:prstGeom>
        </p:spPr>
      </p:pic>
      <p:pic>
        <p:nvPicPr>
          <p:cNvPr id="6" name="Picture 5">
            <a:extLst>
              <a:ext uri="{FF2B5EF4-FFF2-40B4-BE49-F238E27FC236}">
                <a16:creationId xmlns:a16="http://schemas.microsoft.com/office/drawing/2014/main" id="{6A8660B0-04BE-3A46-12D2-4A71B49DD48C}"/>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a:xfrm>
            <a:off x="7739154" y="3399157"/>
            <a:ext cx="4456021" cy="3457984"/>
          </a:xfrm>
          <a:prstGeom prst="rect">
            <a:avLst/>
          </a:prstGeom>
        </p:spPr>
      </p:pic>
      <p:sp>
        <p:nvSpPr>
          <p:cNvPr id="3" name="Slide number">
            <a:extLst>
              <a:ext uri="{FF2B5EF4-FFF2-40B4-BE49-F238E27FC236}">
                <a16:creationId xmlns:a16="http://schemas.microsoft.com/office/drawing/2014/main" id="{068AE2F4-FDB0-25AB-C578-34D73AC4AF36}"/>
              </a:ext>
            </a:extLst>
          </p:cNvPr>
          <p:cNvSpPr txBox="1"/>
          <p:nvPr userDrawn="1"/>
        </p:nvSpPr>
        <p:spPr bwMode="black">
          <a:xfrm>
            <a:off x="11484003" y="6536755"/>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marR="0" lvl="0" indent="0" algn="r" defTabSz="1088122" rtl="0" eaLnBrk="1" fontAlgn="auto" latinLnBrk="0" hangingPunct="1">
              <a:lnSpc>
                <a:spcPct val="100000"/>
              </a:lnSpc>
              <a:spcBef>
                <a:spcPts val="0"/>
              </a:spcBef>
              <a:spcAft>
                <a:spcPts val="0"/>
              </a:spcAft>
              <a:buClr>
                <a:srgbClr val="000000"/>
              </a:buClr>
              <a:buSzTx/>
              <a:buFont typeface="Arial" pitchFamily="34" charset="0"/>
              <a:buNone/>
              <a:tabLst/>
              <a:defRPr/>
            </a:pPr>
            <a:fld id="{0BDC132A-5C91-4078-9777-31DA19A62E0A}" type="slidenum">
              <a:rPr kumimoji="0" lang="en-US" sz="900" b="0" i="0" u="none" strike="noStrike" kern="1200" cap="none" spc="0" normalizeH="0" baseline="0" noProof="0" smtClean="0">
                <a:ln>
                  <a:noFill/>
                </a:ln>
                <a:solidFill>
                  <a:schemeClr val="tx1"/>
                </a:solidFill>
                <a:effectLst/>
                <a:uLnTx/>
                <a:uFillTx/>
                <a:latin typeface="72 Brand"/>
                <a:ea typeface="+mn-ea"/>
                <a:cs typeface="+mn-cs"/>
              </a:rPr>
              <a:pPr marL="0" marR="0" lvl="0" indent="0" algn="r" defTabSz="1088122" rtl="0" eaLnBrk="1" fontAlgn="auto" latinLnBrk="0" hangingPunct="1">
                <a:lnSpc>
                  <a:spcPct val="100000"/>
                </a:lnSpc>
                <a:spcBef>
                  <a:spcPts val="0"/>
                </a:spcBef>
                <a:spcAft>
                  <a:spcPts val="0"/>
                </a:spcAft>
                <a:buClr>
                  <a:srgbClr val="000000"/>
                </a:buClr>
                <a:buSzTx/>
                <a:buFont typeface="Arial" pitchFamily="34" charset="0"/>
                <a:buNone/>
                <a:tabLst/>
                <a:defRPr/>
              </a:pPr>
              <a:t>‹#›</a:t>
            </a:fld>
            <a:endParaRPr kumimoji="0" lang="en-US" sz="900" b="0" i="0" u="none" strike="noStrike" kern="1200" cap="none" spc="0" normalizeH="0" baseline="0" noProof="0">
              <a:ln>
                <a:noFill/>
              </a:ln>
              <a:solidFill>
                <a:schemeClr val="tx1"/>
              </a:solidFill>
              <a:effectLst/>
              <a:uLnTx/>
              <a:uFillTx/>
              <a:latin typeface="72 Brand"/>
              <a:ea typeface="+mn-ea"/>
              <a:cs typeface="+mn-cs"/>
            </a:endParaRPr>
          </a:p>
        </p:txBody>
      </p:sp>
    </p:spTree>
    <p:extLst>
      <p:ext uri="{BB962C8B-B14F-4D97-AF65-F5344CB8AC3E}">
        <p14:creationId xmlns:p14="http://schemas.microsoft.com/office/powerpoint/2010/main" val="490248140"/>
      </p:ext>
    </p:extLst>
  </p:cSld>
  <p:clrMapOvr>
    <a:masterClrMapping/>
  </p:clrMapOvr>
  <p:transition spd="med"/>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C3A5C95F-5C9F-FF1E-2825-FF5C7591967E}"/>
              </a:ext>
            </a:extLst>
          </p:cNvPr>
          <p:cNvSpPr>
            <a:spLocks noGrp="1"/>
          </p:cNvSpPr>
          <p:nvPr>
            <p:ph type="body" sz="quarter" idx="10" hasCustomPrompt="1"/>
          </p:nvPr>
        </p:nvSpPr>
        <p:spPr>
          <a:xfrm>
            <a:off x="573089" y="1277756"/>
            <a:ext cx="5258912" cy="5005571"/>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6" name="Text Placeholder">
            <a:extLst>
              <a:ext uri="{FF2B5EF4-FFF2-40B4-BE49-F238E27FC236}">
                <a16:creationId xmlns:a16="http://schemas.microsoft.com/office/drawing/2014/main" id="{E6489674-DC36-6412-46DC-FED04B076484}"/>
              </a:ext>
            </a:extLst>
          </p:cNvPr>
          <p:cNvSpPr>
            <a:spLocks noGrp="1"/>
          </p:cNvSpPr>
          <p:nvPr>
            <p:ph type="body" sz="quarter" idx="11" hasCustomPrompt="1"/>
          </p:nvPr>
        </p:nvSpPr>
        <p:spPr>
          <a:xfrm>
            <a:off x="6358068" y="1277756"/>
            <a:ext cx="5258912" cy="5005571"/>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7" name="Title">
            <a:extLst>
              <a:ext uri="{FF2B5EF4-FFF2-40B4-BE49-F238E27FC236}">
                <a16:creationId xmlns:a16="http://schemas.microsoft.com/office/drawing/2014/main" id="{7C3B9C95-D54F-2139-3ACD-75A20923D106}"/>
              </a:ext>
            </a:extLst>
          </p:cNvPr>
          <p:cNvSpPr>
            <a:spLocks noGrp="1"/>
          </p:cNvSpPr>
          <p:nvPr>
            <p:ph type="title" hasCustomPrompt="1"/>
          </p:nvPr>
        </p:nvSpPr>
        <p:spPr>
          <a:xfrm>
            <a:off x="555757" y="496857"/>
            <a:ext cx="11066331" cy="369332"/>
          </a:xfrm>
        </p:spPr>
        <p:txBody>
          <a:bodyPr/>
          <a:lstStyle>
            <a:lvl1pPr>
              <a:defRPr b="0" i="0">
                <a:latin typeface="72 Brand Medium" panose="020B0504030603020204" pitchFamily="34" charset="0"/>
              </a:defRPr>
            </a:lvl1pPr>
          </a:lstStyle>
          <a:p>
            <a:r>
              <a:rPr lang="en-US" noProof="0"/>
              <a:t>Insert page title (sentence case)</a:t>
            </a:r>
            <a:endParaRPr lang="en-US"/>
          </a:p>
        </p:txBody>
      </p:sp>
    </p:spTree>
    <p:extLst>
      <p:ext uri="{BB962C8B-B14F-4D97-AF65-F5344CB8AC3E}">
        <p14:creationId xmlns:p14="http://schemas.microsoft.com/office/powerpoint/2010/main" val="3552272964"/>
      </p:ext>
    </p:extLst>
  </p:cSld>
  <p:clrMapOvr>
    <a:masterClrMapping/>
  </p:clrMapOvr>
  <p:extLst>
    <p:ext uri="{DCECCB84-F9BA-43D5-87BE-67443E8EF086}">
      <p15:sldGuideLst xmlns:p15="http://schemas.microsoft.com/office/powerpoint/2012/main">
        <p15:guide id="3" pos="7364">
          <p15:clr>
            <a:srgbClr val="FBAE40"/>
          </p15:clr>
        </p15:guide>
        <p15:guide id="4" pos="3674">
          <p15:clr>
            <a:srgbClr val="FBAE40"/>
          </p15:clr>
        </p15:guide>
        <p15:guide id="5" pos="4007">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ext and Screenshot">
    <p:spTree>
      <p:nvGrpSpPr>
        <p:cNvPr id="1" name=""/>
        <p:cNvGrpSpPr/>
        <p:nvPr/>
      </p:nvGrpSpPr>
      <p:grpSpPr>
        <a:xfrm>
          <a:off x="0" y="0"/>
          <a:ext cx="0" cy="0"/>
          <a:chOff x="0" y="0"/>
          <a:chExt cx="0" cy="0"/>
        </a:xfrm>
      </p:grpSpPr>
      <p:sp>
        <p:nvSpPr>
          <p:cNvPr id="5" name="Picture Placeholder"/>
          <p:cNvSpPr>
            <a:spLocks noGrp="1"/>
          </p:cNvSpPr>
          <p:nvPr>
            <p:ph type="pic" sz="quarter" idx="13" hasCustomPrompt="1"/>
          </p:nvPr>
        </p:nvSpPr>
        <p:spPr bwMode="gray">
          <a:xfrm>
            <a:off x="6362477" y="1287625"/>
            <a:ext cx="5258912" cy="4995701"/>
          </a:xfrm>
          <a:noFill/>
        </p:spPr>
        <p:txBody>
          <a:bodyPr vert="horz" lIns="0" tIns="1512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screenshot</a:t>
            </a:r>
            <a:endParaRPr lang="de-DE"/>
          </a:p>
        </p:txBody>
      </p:sp>
      <p:sp>
        <p:nvSpPr>
          <p:cNvPr id="4" name="Text Placeholder"/>
          <p:cNvSpPr>
            <a:spLocks noGrp="1"/>
          </p:cNvSpPr>
          <p:nvPr>
            <p:ph type="body" sz="quarter" idx="10" hasCustomPrompt="1"/>
          </p:nvPr>
        </p:nvSpPr>
        <p:spPr>
          <a:xfrm>
            <a:off x="573089" y="1277754"/>
            <a:ext cx="5258912" cy="5005572"/>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55757" y="496857"/>
            <a:ext cx="11066331" cy="369332"/>
          </a:xfrm>
        </p:spPr>
        <p:txBody>
          <a:bodyPr/>
          <a:lstStyle>
            <a:lvl1pPr>
              <a:defRPr>
                <a:latin typeface="+mn-lt"/>
              </a:defRPr>
            </a:lvl1pPr>
          </a:lstStyle>
          <a:p>
            <a:r>
              <a:rPr lang="en-US" noProof="0"/>
              <a:t>Insert page title (sentence case)</a:t>
            </a:r>
            <a:endParaRPr lang="en-US"/>
          </a:p>
        </p:txBody>
      </p:sp>
    </p:spTree>
    <p:extLst>
      <p:ext uri="{BB962C8B-B14F-4D97-AF65-F5344CB8AC3E}">
        <p14:creationId xmlns:p14="http://schemas.microsoft.com/office/powerpoint/2010/main" val="1961067261"/>
      </p:ext>
    </p:extLst>
  </p:cSld>
  <p:clrMapOvr>
    <a:masterClrMapping/>
  </p:clrMapOvr>
  <p:extLst>
    <p:ext uri="{DCECCB84-F9BA-43D5-87BE-67443E8EF086}">
      <p15:sldGuideLst xmlns:p15="http://schemas.microsoft.com/office/powerpoint/2012/main">
        <p15:guide id="1" pos="3675">
          <p15:clr>
            <a:srgbClr val="FBAE40"/>
          </p15:clr>
        </p15:guide>
        <p15:guide id="2" pos="4005">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Blank">
    <p:bg>
      <p:bgPr>
        <a:solidFill>
          <a:srgbClr val="EBF9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84363883"/>
      </p:ext>
    </p:extLst>
  </p:cSld>
  <p:clrMapOvr>
    <a:masterClrMapping/>
  </p:clrMapOvr>
  <p:extLst>
    <p:ext uri="{DCECCB84-F9BA-43D5-87BE-67443E8EF086}">
      <p15:sldGuideLst xmlns:p15="http://schemas.microsoft.com/office/powerpoint/2012/main">
        <p15:guide id="1" orient="horz" pos="2160">
          <p15:clr>
            <a:srgbClr val="FBAE40"/>
          </p15:clr>
        </p15:guide>
        <p15:guide id="2" pos="3841">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Custom Layou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F0EAE-DF01-BC7D-4D7D-578A19FD3433}"/>
              </a:ext>
            </a:extLst>
          </p:cNvPr>
          <p:cNvSpPr>
            <a:spLocks noGrp="1"/>
          </p:cNvSpPr>
          <p:nvPr>
            <p:ph type="title"/>
          </p:nvPr>
        </p:nvSpPr>
        <p:spPr/>
        <p:txBody>
          <a:bodyPr/>
          <a:lstStyle/>
          <a:p>
            <a:r>
              <a:rPr lang="en-US"/>
              <a:t>Click to edit Master title style</a:t>
            </a:r>
          </a:p>
        </p:txBody>
      </p:sp>
      <p:sp>
        <p:nvSpPr>
          <p:cNvPr id="3" name="Text Placeholder">
            <a:extLst>
              <a:ext uri="{FF2B5EF4-FFF2-40B4-BE49-F238E27FC236}">
                <a16:creationId xmlns:a16="http://schemas.microsoft.com/office/drawing/2014/main" id="{ADAE1A52-372C-6458-EFFA-5736B5265514}"/>
              </a:ext>
            </a:extLst>
          </p:cNvPr>
          <p:cNvSpPr>
            <a:spLocks noGrp="1"/>
          </p:cNvSpPr>
          <p:nvPr>
            <p:ph idx="1"/>
          </p:nvPr>
        </p:nvSpPr>
        <p:spPr bwMode="black">
          <a:xfrm>
            <a:off x="573087" y="1337389"/>
            <a:ext cx="11049001" cy="2090056"/>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noProof="0"/>
          </a:p>
        </p:txBody>
      </p:sp>
      <p:sp>
        <p:nvSpPr>
          <p:cNvPr id="4" name="Next slide">
            <a:extLst>
              <a:ext uri="{FF2B5EF4-FFF2-40B4-BE49-F238E27FC236}">
                <a16:creationId xmlns:a16="http://schemas.microsoft.com/office/drawing/2014/main" id="{965BA3D7-4DB2-8D94-BB91-F598E600ED86}"/>
              </a:ext>
            </a:extLst>
          </p:cNvPr>
          <p:cNvSpPr>
            <a:spLocks noGrp="1"/>
          </p:cNvSpPr>
          <p:nvPr>
            <p:ph type="body" sz="quarter" idx="11"/>
          </p:nvPr>
        </p:nvSpPr>
        <p:spPr>
          <a:xfrm>
            <a:off x="2" y="6283325"/>
            <a:ext cx="12192001" cy="574676"/>
          </a:xfrm>
          <a:prstGeom prst="rect">
            <a:avLst/>
          </a:prstGeom>
          <a:solidFill>
            <a:srgbClr val="FFFF99"/>
          </a:solidFill>
        </p:spPr>
        <p:txBody>
          <a:bodyPr lIns="0" tIns="0" rIns="274320" bIns="0" anchor="ctr">
            <a:noAutofit/>
          </a:bodyPr>
          <a:lstStyle>
            <a:lvl1pPr algn="r">
              <a:buFont typeface="Arial" pitchFamily="34" charset="0"/>
              <a:buNone/>
              <a:defRPr sz="2399" spc="-51" baseline="0">
                <a:solidFill>
                  <a:srgbClr val="000000"/>
                </a:solidFill>
                <a:effectLst/>
                <a:latin typeface="+mn-lt"/>
                <a:ea typeface="72" panose="020B0503030000000003" pitchFamily="34" charset="0"/>
                <a:cs typeface="72" panose="020B0503030000000003" pitchFamily="34" charset="0"/>
              </a:defRPr>
            </a:lvl1pPr>
          </a:lstStyle>
          <a:p>
            <a:pPr lvl="0"/>
            <a:r>
              <a:rPr lang="en-US"/>
              <a:t>Click to edit Master text styles</a:t>
            </a:r>
          </a:p>
        </p:txBody>
      </p:sp>
    </p:spTree>
    <p:extLst>
      <p:ext uri="{BB962C8B-B14F-4D97-AF65-F5344CB8AC3E}">
        <p14:creationId xmlns:p14="http://schemas.microsoft.com/office/powerpoint/2010/main" val="3624442229"/>
      </p:ext>
    </p:extLst>
  </p:cSld>
  <p:clrMapOvr>
    <a:overrideClrMapping bg1="dk1" tx1="lt1" bg2="dk2" tx2="lt2" accent1="accent1" accent2="accent2" accent3="accent3" accent4="accent4" accent5="accent5" accent6="accent6" hlink="hlink" folHlink="folHlink"/>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1_Title and Tex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4DF68153-19C4-3E33-BDC5-DB89024E2885}"/>
              </a:ext>
            </a:extLst>
          </p:cNvPr>
          <p:cNvSpPr>
            <a:spLocks noGrp="1"/>
          </p:cNvSpPr>
          <p:nvPr>
            <p:ph type="title" hasCustomPrompt="1"/>
          </p:nvPr>
        </p:nvSpPr>
        <p:spPr>
          <a:xfrm>
            <a:off x="555758" y="496857"/>
            <a:ext cx="11066331" cy="369332"/>
          </a:xfrm>
        </p:spPr>
        <p:txBody>
          <a:bodyPr/>
          <a:lstStyle>
            <a:lvl1pPr>
              <a:defRPr>
                <a:latin typeface="+mn-lt"/>
              </a:defRPr>
            </a:lvl1pPr>
          </a:lstStyle>
          <a:p>
            <a:r>
              <a:rPr lang="en-US" noProof="0"/>
              <a:t>Insert page title (sentence case)</a:t>
            </a:r>
            <a:endParaRPr lang="en-US"/>
          </a:p>
        </p:txBody>
      </p:sp>
      <p:sp>
        <p:nvSpPr>
          <p:cNvPr id="9" name="Text Placeholder 8">
            <a:extLst>
              <a:ext uri="{FF2B5EF4-FFF2-40B4-BE49-F238E27FC236}">
                <a16:creationId xmlns:a16="http://schemas.microsoft.com/office/drawing/2014/main" id="{B2AA448A-778C-41B0-B0D9-C26C746C6143}"/>
              </a:ext>
            </a:extLst>
          </p:cNvPr>
          <p:cNvSpPr>
            <a:spLocks noGrp="1"/>
          </p:cNvSpPr>
          <p:nvPr>
            <p:ph type="body" sz="quarter" idx="10"/>
          </p:nvPr>
        </p:nvSpPr>
        <p:spPr>
          <a:xfrm>
            <a:off x="573090" y="1336679"/>
            <a:ext cx="11049000" cy="2092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11811925"/>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1_Title and Text: 2 Columns">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C3A5C95F-5C9F-FF1E-2825-FF5C7591967E}"/>
              </a:ext>
            </a:extLst>
          </p:cNvPr>
          <p:cNvSpPr>
            <a:spLocks noGrp="1"/>
          </p:cNvSpPr>
          <p:nvPr>
            <p:ph type="body" sz="quarter" idx="10" hasCustomPrompt="1"/>
          </p:nvPr>
        </p:nvSpPr>
        <p:spPr>
          <a:xfrm>
            <a:off x="573090" y="1277758"/>
            <a:ext cx="5258912" cy="5005571"/>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6" name="Text Placeholder">
            <a:extLst>
              <a:ext uri="{FF2B5EF4-FFF2-40B4-BE49-F238E27FC236}">
                <a16:creationId xmlns:a16="http://schemas.microsoft.com/office/drawing/2014/main" id="{E6489674-DC36-6412-46DC-FED04B076484}"/>
              </a:ext>
            </a:extLst>
          </p:cNvPr>
          <p:cNvSpPr>
            <a:spLocks noGrp="1"/>
          </p:cNvSpPr>
          <p:nvPr>
            <p:ph type="body" sz="quarter" idx="11" hasCustomPrompt="1"/>
          </p:nvPr>
        </p:nvSpPr>
        <p:spPr>
          <a:xfrm>
            <a:off x="6358069" y="1277758"/>
            <a:ext cx="5258912" cy="5005571"/>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7" name="Title">
            <a:extLst>
              <a:ext uri="{FF2B5EF4-FFF2-40B4-BE49-F238E27FC236}">
                <a16:creationId xmlns:a16="http://schemas.microsoft.com/office/drawing/2014/main" id="{7C3B9C95-D54F-2139-3ACD-75A20923D106}"/>
              </a:ext>
            </a:extLst>
          </p:cNvPr>
          <p:cNvSpPr>
            <a:spLocks noGrp="1"/>
          </p:cNvSpPr>
          <p:nvPr>
            <p:ph type="title" hasCustomPrompt="1"/>
          </p:nvPr>
        </p:nvSpPr>
        <p:spPr>
          <a:xfrm>
            <a:off x="555758" y="496857"/>
            <a:ext cx="11066331" cy="369332"/>
          </a:xfrm>
        </p:spPr>
        <p:txBody>
          <a:bodyPr/>
          <a:lstStyle>
            <a:lvl1pPr>
              <a:defRPr>
                <a:latin typeface="+mn-lt"/>
              </a:defRPr>
            </a:lvl1pPr>
          </a:lstStyle>
          <a:p>
            <a:r>
              <a:rPr lang="en-US" noProof="0"/>
              <a:t>Insert page title (sentence case)</a:t>
            </a:r>
            <a:endParaRPr lang="en-US"/>
          </a:p>
        </p:txBody>
      </p:sp>
    </p:spTree>
    <p:extLst>
      <p:ext uri="{BB962C8B-B14F-4D97-AF65-F5344CB8AC3E}">
        <p14:creationId xmlns:p14="http://schemas.microsoft.com/office/powerpoint/2010/main" val="1799971898"/>
      </p:ext>
    </p:extLst>
  </p:cSld>
  <p:clrMapOvr>
    <a:masterClrMapping/>
  </p:clrMapOvr>
  <p:extLst>
    <p:ext uri="{DCECCB84-F9BA-43D5-87BE-67443E8EF086}">
      <p15:sldGuideLst xmlns:p15="http://schemas.microsoft.com/office/powerpoint/2012/main">
        <p15:guide id="3" pos="7364">
          <p15:clr>
            <a:srgbClr val="FBAE40"/>
          </p15:clr>
        </p15:guide>
        <p15:guide id="4" pos="3674">
          <p15:clr>
            <a:srgbClr val="FBAE40"/>
          </p15:clr>
        </p15:guide>
        <p15:guide id="5" pos="4007">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1_Text and Screenshot">
    <p:spTree>
      <p:nvGrpSpPr>
        <p:cNvPr id="1" name=""/>
        <p:cNvGrpSpPr/>
        <p:nvPr/>
      </p:nvGrpSpPr>
      <p:grpSpPr>
        <a:xfrm>
          <a:off x="0" y="0"/>
          <a:ext cx="0" cy="0"/>
          <a:chOff x="0" y="0"/>
          <a:chExt cx="0" cy="0"/>
        </a:xfrm>
      </p:grpSpPr>
      <p:sp>
        <p:nvSpPr>
          <p:cNvPr id="5" name="Picture Placeholder"/>
          <p:cNvSpPr>
            <a:spLocks noGrp="1"/>
          </p:cNvSpPr>
          <p:nvPr>
            <p:ph type="pic" sz="quarter" idx="13" hasCustomPrompt="1"/>
          </p:nvPr>
        </p:nvSpPr>
        <p:spPr bwMode="gray">
          <a:xfrm>
            <a:off x="6362477" y="1287625"/>
            <a:ext cx="5258912" cy="4995701"/>
          </a:xfrm>
          <a:noFill/>
        </p:spPr>
        <p:txBody>
          <a:bodyPr vert="horz" lIns="0" tIns="1512000" rIns="0" bIns="0" rtlCol="0" anchor="t" anchorCtr="0">
            <a:noAutofit/>
          </a:bodyPr>
          <a:lstStyle>
            <a:lvl1pPr marL="0" indent="0" algn="ctr" defTabSz="1087905" rtl="0" eaLnBrk="1" latinLnBrk="0" hangingPunct="1">
              <a:spcBef>
                <a:spcPts val="1927"/>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screenshot</a:t>
            </a:r>
            <a:endParaRPr lang="de-DE"/>
          </a:p>
        </p:txBody>
      </p:sp>
      <p:sp>
        <p:nvSpPr>
          <p:cNvPr id="4" name="Text Placeholder"/>
          <p:cNvSpPr>
            <a:spLocks noGrp="1"/>
          </p:cNvSpPr>
          <p:nvPr>
            <p:ph type="body" sz="quarter" idx="10" hasCustomPrompt="1"/>
          </p:nvPr>
        </p:nvSpPr>
        <p:spPr>
          <a:xfrm>
            <a:off x="573090" y="1277754"/>
            <a:ext cx="5258912" cy="5005572"/>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55758" y="496857"/>
            <a:ext cx="11066331" cy="369332"/>
          </a:xfrm>
        </p:spPr>
        <p:txBody>
          <a:bodyPr/>
          <a:lstStyle>
            <a:lvl1pPr>
              <a:defRPr>
                <a:latin typeface="+mn-lt"/>
              </a:defRPr>
            </a:lvl1pPr>
          </a:lstStyle>
          <a:p>
            <a:r>
              <a:rPr lang="en-US" noProof="0"/>
              <a:t>Insert page title (sentence case)</a:t>
            </a:r>
            <a:endParaRPr lang="en-US"/>
          </a:p>
        </p:txBody>
      </p:sp>
    </p:spTree>
    <p:extLst>
      <p:ext uri="{BB962C8B-B14F-4D97-AF65-F5344CB8AC3E}">
        <p14:creationId xmlns:p14="http://schemas.microsoft.com/office/powerpoint/2010/main" val="4195614713"/>
      </p:ext>
    </p:extLst>
  </p:cSld>
  <p:clrMapOvr>
    <a:masterClrMapping/>
  </p:clrMapOvr>
  <p:extLst>
    <p:ext uri="{DCECCB84-F9BA-43D5-87BE-67443E8EF086}">
      <p15:sldGuideLst xmlns:p15="http://schemas.microsoft.com/office/powerpoint/2012/main">
        <p15:guide id="1" pos="3675">
          <p15:clr>
            <a:srgbClr val="FBAE40"/>
          </p15:clr>
        </p15:guide>
        <p15:guide id="2" pos="4005">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3" name="Agenda title"/>
          <p:cNvSpPr>
            <a:spLocks noGrp="1"/>
          </p:cNvSpPr>
          <p:nvPr>
            <p:ph type="title" hasCustomPrompt="1"/>
          </p:nvPr>
        </p:nvSpPr>
        <p:spPr>
          <a:xfrm>
            <a:off x="504000" y="505381"/>
            <a:ext cx="11186476" cy="369332"/>
          </a:xfrm>
        </p:spPr>
        <p:txBody>
          <a:bodyPr/>
          <a:lstStyle>
            <a:lvl1pPr>
              <a:defRPr b="0" i="0">
                <a:latin typeface="72 Brand Medium" panose="020B0504030603020204" pitchFamily="34" charset="0"/>
              </a:defRPr>
            </a:lvl1pPr>
          </a:lstStyle>
          <a:p>
            <a:r>
              <a:rPr lang="en-US"/>
              <a:t>Agenda</a:t>
            </a:r>
          </a:p>
        </p:txBody>
      </p:sp>
      <p:sp>
        <p:nvSpPr>
          <p:cNvPr id="5" name="Text placeholder">
            <a:extLst>
              <a:ext uri="{FF2B5EF4-FFF2-40B4-BE49-F238E27FC236}">
                <a16:creationId xmlns:a16="http://schemas.microsoft.com/office/drawing/2014/main" id="{8E82BE2B-69B2-5121-2AA4-8473C53F0CF1}"/>
              </a:ext>
            </a:extLst>
          </p:cNvPr>
          <p:cNvSpPr>
            <a:spLocks noGrp="1"/>
          </p:cNvSpPr>
          <p:nvPr>
            <p:ph type="body" sz="quarter" idx="11" hasCustomPrompt="1"/>
          </p:nvPr>
        </p:nvSpPr>
        <p:spPr>
          <a:xfrm>
            <a:off x="504002" y="1548000"/>
            <a:ext cx="11186477" cy="4787900"/>
          </a:xfrm>
        </p:spPr>
        <p:txBody>
          <a:bodyPr/>
          <a:lstStyle>
            <a:lvl1pPr>
              <a:defRPr/>
            </a:lvl1pPr>
          </a:lstStyle>
          <a:p>
            <a:pPr lvl="0"/>
            <a:r>
              <a:rPr lang="en-US"/>
              <a:t>Agenda Item/Divider Headline</a:t>
            </a:r>
          </a:p>
          <a:p>
            <a:pPr lvl="1"/>
            <a:r>
              <a:rPr lang="en-US"/>
              <a:t>Details</a:t>
            </a:r>
          </a:p>
        </p:txBody>
      </p:sp>
    </p:spTree>
    <p:extLst>
      <p:ext uri="{BB962C8B-B14F-4D97-AF65-F5344CB8AC3E}">
        <p14:creationId xmlns:p14="http://schemas.microsoft.com/office/powerpoint/2010/main" val="1605155521"/>
      </p:ext>
    </p:extLst>
  </p:cSld>
  <p:clrMapOvr>
    <a:masterClrMapping/>
  </p:clrMapOvr>
  <p:extLst>
    <p:ext uri="{DCECCB84-F9BA-43D5-87BE-67443E8EF086}">
      <p15:sldGuideLst xmlns:p15="http://schemas.microsoft.com/office/powerpoint/2012/main">
        <p15:guide id="1" pos="311">
          <p15:clr>
            <a:srgbClr val="FBAE40"/>
          </p15:clr>
        </p15:guide>
        <p15:guide id="2" orient="horz" pos="970">
          <p15:clr>
            <a:srgbClr val="FBAE40"/>
          </p15:clr>
        </p15:guide>
        <p15:guide id="3" pos="7364">
          <p15:clr>
            <a:srgbClr val="FBAE40"/>
          </p15:clr>
        </p15:guide>
        <p15:guide id="4" orient="horz" pos="316">
          <p15:clr>
            <a:srgbClr val="FBAE40"/>
          </p15:clr>
        </p15:guide>
        <p15:guide id="5" orient="horz" pos="551">
          <p15:clr>
            <a:srgbClr val="FBAE40"/>
          </p15:clr>
        </p15:guide>
        <p15:guide id="6" orient="horz" pos="3997">
          <p15:clr>
            <a:srgbClr val="FBAE4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8126477" y="1548000"/>
            <a:ext cx="3564000" cy="47879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6" name="Text Placeholder - column 2"/>
          <p:cNvSpPr>
            <a:spLocks noGrp="1"/>
          </p:cNvSpPr>
          <p:nvPr>
            <p:ph type="body" sz="quarter" idx="12" hasCustomPrompt="1"/>
          </p:nvPr>
        </p:nvSpPr>
        <p:spPr>
          <a:xfrm>
            <a:off x="4315238" y="1548000"/>
            <a:ext cx="3564000" cy="47879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4" name="Text Placeholder - column 1"/>
          <p:cNvSpPr>
            <a:spLocks noGrp="1"/>
          </p:cNvSpPr>
          <p:nvPr>
            <p:ph type="body" sz="quarter" idx="10" hasCustomPrompt="1"/>
          </p:nvPr>
        </p:nvSpPr>
        <p:spPr>
          <a:xfrm>
            <a:off x="504000" y="1548000"/>
            <a:ext cx="3564000" cy="47879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1478995940"/>
      </p:ext>
    </p:extLst>
  </p:cSld>
  <p:clrMapOvr>
    <a:masterClrMapping/>
  </p:clrMapOvr>
  <p:extLst>
    <p:ext uri="{DCECCB84-F9BA-43D5-87BE-67443E8EF086}">
      <p15:sldGuideLst xmlns:p15="http://schemas.microsoft.com/office/powerpoint/2012/main">
        <p15:guide id="1" pos="314">
          <p15:clr>
            <a:srgbClr val="FBAE40"/>
          </p15:clr>
        </p15:guide>
        <p15:guide id="2" orient="horz" pos="317">
          <p15:clr>
            <a:srgbClr val="FBAE40"/>
          </p15:clr>
        </p15:guide>
        <p15:guide id="3" pos="2563">
          <p15:clr>
            <a:srgbClr val="FBAE40"/>
          </p15:clr>
        </p15:guide>
        <p15:guide id="4" pos="2717">
          <p15:clr>
            <a:srgbClr val="FBAE40"/>
          </p15:clr>
        </p15:guide>
        <p15:guide id="5" pos="4964">
          <p15:clr>
            <a:srgbClr val="FBAE40"/>
          </p15:clr>
        </p15:guide>
        <p15:guide id="6" pos="5119">
          <p15:clr>
            <a:srgbClr val="FBAE40"/>
          </p15:clr>
        </p15:guide>
        <p15:guide id="7" pos="7364">
          <p15:clr>
            <a:srgbClr val="FBAE40"/>
          </p15:clr>
        </p15:guide>
        <p15:guide id="8" orient="horz" pos="551">
          <p15:clr>
            <a:srgbClr val="FBAE40"/>
          </p15:clr>
        </p15:guide>
        <p15:guide id="9" orient="horz" pos="974">
          <p15:clr>
            <a:srgbClr val="FBAE40"/>
          </p15:clr>
        </p15:guide>
        <p15:guide id="10" orient="horz" pos="3997">
          <p15:clr>
            <a:srgbClr val="FBAE4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2 Columns - Text and Images">
    <p:spTree>
      <p:nvGrpSpPr>
        <p:cNvPr id="1" name=""/>
        <p:cNvGrpSpPr/>
        <p:nvPr/>
      </p:nvGrpSpPr>
      <p:grpSpPr>
        <a:xfrm>
          <a:off x="0" y="0"/>
          <a:ext cx="0" cy="0"/>
          <a:chOff x="0" y="0"/>
          <a:chExt cx="0" cy="0"/>
        </a:xfrm>
      </p:grpSpPr>
      <p:sp>
        <p:nvSpPr>
          <p:cNvPr id="17" name="Text placeholder 2"/>
          <p:cNvSpPr>
            <a:spLocks noGrp="1"/>
          </p:cNvSpPr>
          <p:nvPr>
            <p:ph type="body" sz="quarter" idx="13" hasCustomPrompt="1"/>
          </p:nvPr>
        </p:nvSpPr>
        <p:spPr>
          <a:xfrm>
            <a:off x="6362477" y="4770000"/>
            <a:ext cx="5328000" cy="1575238"/>
          </a:xfrm>
        </p:spPr>
        <p:txBody>
          <a:bodyPr/>
          <a:lstStyle>
            <a:lvl1pPr>
              <a:spcBef>
                <a:spcPts val="600"/>
              </a:spcBef>
              <a:defRPr sz="1798"/>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2"/>
          <p:cNvSpPr>
            <a:spLocks noGrp="1"/>
          </p:cNvSpPr>
          <p:nvPr>
            <p:ph type="pic" sz="quarter" idx="14" hasCustomPrompt="1"/>
          </p:nvPr>
        </p:nvSpPr>
        <p:spPr bwMode="gray">
          <a:xfrm>
            <a:off x="6362477" y="1548003"/>
            <a:ext cx="5328000" cy="2792593"/>
          </a:xfrm>
          <a:noFill/>
        </p:spPr>
        <p:txBody>
          <a:bodyPr vert="horz" lIns="0" tIns="180000" rIns="0" bIns="0" rtlCol="0" anchor="t" anchorCtr="0">
            <a:noAutofit/>
          </a:bodyPr>
          <a:lstStyle>
            <a:lvl1pPr marL="0" indent="0" algn="ctr" defTabSz="1087905" rtl="0" eaLnBrk="1" latinLnBrk="0" hangingPunct="1">
              <a:spcBef>
                <a:spcPts val="1927"/>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3" name="Text placeholder 1"/>
          <p:cNvSpPr>
            <a:spLocks noGrp="1"/>
          </p:cNvSpPr>
          <p:nvPr>
            <p:ph type="body" sz="quarter" idx="10" hasCustomPrompt="1"/>
          </p:nvPr>
        </p:nvSpPr>
        <p:spPr>
          <a:xfrm>
            <a:off x="504002" y="4770000"/>
            <a:ext cx="5328000" cy="1575238"/>
          </a:xfrm>
        </p:spPr>
        <p:txBody>
          <a:bodyPr/>
          <a:lstStyle>
            <a:lvl1pPr>
              <a:spcBef>
                <a:spcPts val="600"/>
              </a:spcBef>
              <a:defRPr sz="1798"/>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1"/>
          <p:cNvSpPr>
            <a:spLocks noGrp="1"/>
          </p:cNvSpPr>
          <p:nvPr>
            <p:ph type="pic" sz="quarter" idx="12" hasCustomPrompt="1"/>
          </p:nvPr>
        </p:nvSpPr>
        <p:spPr bwMode="gray">
          <a:xfrm>
            <a:off x="504002" y="1548003"/>
            <a:ext cx="5328000" cy="2792593"/>
          </a:xfrm>
          <a:noFill/>
        </p:spPr>
        <p:txBody>
          <a:bodyPr vert="horz" lIns="0" tIns="180000" rIns="0" bIns="0" rtlCol="0" anchor="t" anchorCtr="0">
            <a:noAutofit/>
          </a:bodyPr>
          <a:lstStyle>
            <a:lvl1pPr marL="0" indent="0" algn="ctr" defTabSz="1087905" rtl="0" eaLnBrk="1" latinLnBrk="0" hangingPunct="1">
              <a:spcBef>
                <a:spcPts val="1927"/>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512868091"/>
      </p:ext>
    </p:extLst>
  </p:cSld>
  <p:clrMapOvr>
    <a:masterClrMapping/>
  </p:clrMapOvr>
  <p:extLst>
    <p:ext uri="{DCECCB84-F9BA-43D5-87BE-67443E8EF086}">
      <p15:sldGuideLst xmlns:p15="http://schemas.microsoft.com/office/powerpoint/2012/main">
        <p15:guide id="1" pos="314">
          <p15:clr>
            <a:srgbClr val="FBAE40"/>
          </p15:clr>
        </p15:guide>
        <p15:guide id="2" orient="horz" pos="317">
          <p15:clr>
            <a:srgbClr val="FBAE40"/>
          </p15:clr>
        </p15:guide>
        <p15:guide id="3" orient="horz" pos="551">
          <p15:clr>
            <a:srgbClr val="FBAE40"/>
          </p15:clr>
        </p15:guide>
        <p15:guide id="4" orient="horz" pos="974">
          <p15:clr>
            <a:srgbClr val="FBAE40"/>
          </p15:clr>
        </p15:guide>
        <p15:guide id="5" orient="horz" pos="2750">
          <p15:clr>
            <a:srgbClr val="FBAE40"/>
          </p15:clr>
        </p15:guide>
        <p15:guide id="6" orient="horz" pos="3004">
          <p15:clr>
            <a:srgbClr val="FBAE40"/>
          </p15:clr>
        </p15:guide>
        <p15:guide id="7" orient="horz" pos="3997">
          <p15:clr>
            <a:srgbClr val="FBAE40"/>
          </p15:clr>
        </p15:guide>
        <p15:guide id="8" pos="3682">
          <p15:clr>
            <a:srgbClr val="FBAE40"/>
          </p15:clr>
        </p15:guide>
        <p15:guide id="9" pos="4000">
          <p15:clr>
            <a:srgbClr val="FBAE40"/>
          </p15:clr>
        </p15:guide>
        <p15:guide id="10" pos="7364">
          <p15:clr>
            <a:srgbClr val="FBAE4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3 Columns - Text and Images">
    <p:spTree>
      <p:nvGrpSpPr>
        <p:cNvPr id="1" name=""/>
        <p:cNvGrpSpPr/>
        <p:nvPr/>
      </p:nvGrpSpPr>
      <p:grpSpPr>
        <a:xfrm>
          <a:off x="0" y="0"/>
          <a:ext cx="0" cy="0"/>
          <a:chOff x="0" y="0"/>
          <a:chExt cx="0" cy="0"/>
        </a:xfrm>
      </p:grpSpPr>
      <p:sp>
        <p:nvSpPr>
          <p:cNvPr id="17" name="Text placeholder 3"/>
          <p:cNvSpPr>
            <a:spLocks noGrp="1"/>
          </p:cNvSpPr>
          <p:nvPr>
            <p:ph type="body" sz="quarter" idx="13" hasCustomPrompt="1"/>
          </p:nvPr>
        </p:nvSpPr>
        <p:spPr>
          <a:xfrm>
            <a:off x="8299277" y="4354925"/>
            <a:ext cx="3391200" cy="1981079"/>
          </a:xfrm>
        </p:spPr>
        <p:txBody>
          <a:bodyPr/>
          <a:lstStyle>
            <a:lvl1pPr>
              <a:spcBef>
                <a:spcPts val="600"/>
              </a:spcBef>
              <a:defRPr sz="1798"/>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3"/>
          <p:cNvSpPr>
            <a:spLocks noGrp="1"/>
          </p:cNvSpPr>
          <p:nvPr>
            <p:ph type="pic" sz="quarter" idx="14" hasCustomPrompt="1"/>
          </p:nvPr>
        </p:nvSpPr>
        <p:spPr bwMode="gray">
          <a:xfrm>
            <a:off x="8299277" y="1548000"/>
            <a:ext cx="3391200" cy="2294662"/>
          </a:xfrm>
          <a:noFill/>
        </p:spPr>
        <p:txBody>
          <a:bodyPr vert="horz" lIns="0" tIns="180000" rIns="0" bIns="0" rtlCol="0" anchor="t" anchorCtr="0">
            <a:noAutofit/>
          </a:bodyPr>
          <a:lstStyle>
            <a:lvl1pPr marL="0" indent="0" algn="ctr" defTabSz="1087905" rtl="0" eaLnBrk="1" latinLnBrk="0" hangingPunct="1">
              <a:spcBef>
                <a:spcPts val="1927"/>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9" name="Text placeholder 2"/>
          <p:cNvSpPr>
            <a:spLocks noGrp="1"/>
          </p:cNvSpPr>
          <p:nvPr>
            <p:ph type="body" sz="quarter" idx="15" hasCustomPrompt="1"/>
          </p:nvPr>
        </p:nvSpPr>
        <p:spPr>
          <a:xfrm>
            <a:off x="4401639" y="4354925"/>
            <a:ext cx="3391200" cy="1981079"/>
          </a:xfrm>
        </p:spPr>
        <p:txBody>
          <a:bodyPr/>
          <a:lstStyle>
            <a:lvl1pPr>
              <a:spcBef>
                <a:spcPts val="600"/>
              </a:spcBef>
              <a:defRPr sz="1798"/>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0" name="Picture placeholder 2"/>
          <p:cNvSpPr>
            <a:spLocks noGrp="1"/>
          </p:cNvSpPr>
          <p:nvPr>
            <p:ph type="pic" sz="quarter" idx="16" hasCustomPrompt="1"/>
          </p:nvPr>
        </p:nvSpPr>
        <p:spPr bwMode="gray">
          <a:xfrm>
            <a:off x="4401639" y="1548000"/>
            <a:ext cx="3391200" cy="2294662"/>
          </a:xfrm>
          <a:noFill/>
        </p:spPr>
        <p:txBody>
          <a:bodyPr vert="horz" lIns="0" tIns="180000" rIns="0" bIns="0" rtlCol="0" anchor="t" anchorCtr="0">
            <a:noAutofit/>
          </a:bodyPr>
          <a:lstStyle>
            <a:lvl1pPr marL="0" indent="0" algn="ctr" defTabSz="1087905" rtl="0" eaLnBrk="1" latinLnBrk="0" hangingPunct="1">
              <a:spcBef>
                <a:spcPts val="1927"/>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3" name="Text placeholder 1"/>
          <p:cNvSpPr>
            <a:spLocks noGrp="1"/>
          </p:cNvSpPr>
          <p:nvPr>
            <p:ph type="body" sz="quarter" idx="10" hasCustomPrompt="1"/>
          </p:nvPr>
        </p:nvSpPr>
        <p:spPr>
          <a:xfrm>
            <a:off x="504002" y="4354925"/>
            <a:ext cx="3391200" cy="1981079"/>
          </a:xfrm>
        </p:spPr>
        <p:txBody>
          <a:bodyPr/>
          <a:lstStyle>
            <a:lvl1pPr>
              <a:spcBef>
                <a:spcPts val="600"/>
              </a:spcBef>
              <a:defRPr sz="1798"/>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1"/>
          <p:cNvSpPr>
            <a:spLocks noGrp="1"/>
          </p:cNvSpPr>
          <p:nvPr>
            <p:ph type="pic" sz="quarter" idx="12" hasCustomPrompt="1"/>
          </p:nvPr>
        </p:nvSpPr>
        <p:spPr bwMode="gray">
          <a:xfrm>
            <a:off x="504002" y="1548000"/>
            <a:ext cx="3391200" cy="2294662"/>
          </a:xfrm>
          <a:noFill/>
        </p:spPr>
        <p:txBody>
          <a:bodyPr vert="horz" lIns="0" tIns="180000" rIns="0" bIns="0" rtlCol="0" anchor="t" anchorCtr="0">
            <a:noAutofit/>
          </a:bodyPr>
          <a:lstStyle>
            <a:lvl1pPr marL="0" indent="0" algn="ctr" defTabSz="1087905" rtl="0" eaLnBrk="1" latinLnBrk="0" hangingPunct="1">
              <a:spcBef>
                <a:spcPts val="1927"/>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514569825"/>
      </p:ext>
    </p:extLst>
  </p:cSld>
  <p:clrMapOvr>
    <a:masterClrMapping/>
  </p:clrMapOvr>
  <p:extLst>
    <p:ext uri="{DCECCB84-F9BA-43D5-87BE-67443E8EF086}">
      <p15:sldGuideLst xmlns:p15="http://schemas.microsoft.com/office/powerpoint/2012/main">
        <p15:guide id="1" pos="314">
          <p15:clr>
            <a:srgbClr val="FBAE40"/>
          </p15:clr>
        </p15:guide>
        <p15:guide id="2" orient="horz" pos="317">
          <p15:clr>
            <a:srgbClr val="FBAE40"/>
          </p15:clr>
        </p15:guide>
        <p15:guide id="3" pos="2455">
          <p15:clr>
            <a:srgbClr val="FBAE40"/>
          </p15:clr>
        </p15:guide>
        <p15:guide id="4" pos="2773">
          <p15:clr>
            <a:srgbClr val="FBAE40"/>
          </p15:clr>
        </p15:guide>
        <p15:guide id="5" pos="4910">
          <p15:clr>
            <a:srgbClr val="FBAE40"/>
          </p15:clr>
        </p15:guide>
        <p15:guide id="6" pos="5227">
          <p15:clr>
            <a:srgbClr val="FBAE40"/>
          </p15:clr>
        </p15:guide>
        <p15:guide id="7" pos="7364">
          <p15:clr>
            <a:srgbClr val="FBAE40"/>
          </p15:clr>
        </p15:guide>
        <p15:guide id="8" orient="horz" pos="551">
          <p15:clr>
            <a:srgbClr val="FBAE40"/>
          </p15:clr>
        </p15:guide>
        <p15:guide id="9" orient="horz" pos="970">
          <p15:clr>
            <a:srgbClr val="FBAE40"/>
          </p15:clr>
        </p15:guide>
        <p15:guide id="10" orient="horz" pos="2428">
          <p15:clr>
            <a:srgbClr val="FBAE40"/>
          </p15:clr>
        </p15:guide>
        <p15:guide id="11" orient="horz" pos="2743">
          <p15:clr>
            <a:srgbClr val="FBAE40"/>
          </p15:clr>
        </p15:guide>
        <p15:guide id="12" orient="horz" pos="3997">
          <p15:clr>
            <a:srgbClr val="FBAE4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userDrawn="1">
  <p:cSld name="2_Solid_B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pyright Placeholder" descr="{&quot;templafy&quot;:{&quot;id&quot;:&quot;1770a287-8b05-4d17-8ad3-763d09b3ebed&quot;}}">
            <a:extLst>
              <a:ext uri="{FF2B5EF4-FFF2-40B4-BE49-F238E27FC236}">
                <a16:creationId xmlns:a16="http://schemas.microsoft.com/office/drawing/2014/main" id="{38A8AC66-BBB4-8186-CF02-57A9C3E3CCC2}"/>
              </a:ext>
            </a:extLst>
          </p:cNvPr>
          <p:cNvSpPr txBox="1">
            <a:spLocks/>
          </p:cNvSpPr>
          <p:nvPr userDrawn="1"/>
        </p:nvSpPr>
        <p:spPr>
          <a:xfrm>
            <a:off x="583533" y="6536751"/>
            <a:ext cx="10155600" cy="138498"/>
          </a:xfrm>
          <a:prstGeom prst="rect">
            <a:avLst/>
          </a:prstGeom>
        </p:spPr>
        <p:txBody>
          <a:bodyPr lIns="0" tIns="0" rIns="0" bIns="0" anchor="ctr" anchorCtr="0">
            <a:noAutofit/>
          </a:bodyPr>
          <a:lstStyle>
            <a:lvl1pPr marL="0" indent="0" algn="l" defTabSz="1088558" rtl="0" eaLnBrk="1" latinLnBrk="0" hangingPunct="1">
              <a:spcBef>
                <a:spcPts val="1800"/>
              </a:spcBef>
              <a:buClr>
                <a:schemeClr val="accent1"/>
              </a:buClr>
              <a:buSzPct val="80000"/>
              <a:buFontTx/>
              <a:buNone/>
              <a:defRPr sz="6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539892" indent="0" algn="l" defTabSz="1088558" rtl="0" eaLnBrk="1" latinLnBrk="0" hangingPunct="1">
              <a:spcBef>
                <a:spcPts val="100"/>
              </a:spcBef>
              <a:buClr>
                <a:schemeClr val="tx1"/>
              </a:buClr>
              <a:buSzPct val="100000"/>
              <a:buFont typeface="Symbol" panose="05050102010706020507" pitchFamily="18" charset="2"/>
              <a:buNone/>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Font typeface="Arial" panose="020B0604020202020204" pitchFamily="34" charset="0"/>
              <a:buNone/>
            </a:pPr>
            <a:r>
              <a:rPr lang="en-US" sz="600">
                <a:solidFill>
                  <a:srgbClr val="000000">
                    <a:alpha val="50000"/>
                  </a:srgbClr>
                </a:solidFill>
                <a:latin typeface="72 Brand" panose="020B0504030603020204" pitchFamily="34" charset="0"/>
              </a:rPr>
              <a:t> PUBLIC</a:t>
            </a:r>
            <a:endParaRPr lang="en-US" sz="600" b="0" i="0">
              <a:latin typeface="72 Brand" panose="020B0504030603020204" pitchFamily="34" charset="0"/>
            </a:endParaRPr>
          </a:p>
        </p:txBody>
      </p:sp>
    </p:spTree>
    <p:extLst>
      <p:ext uri="{BB962C8B-B14F-4D97-AF65-F5344CB8AC3E}">
        <p14:creationId xmlns:p14="http://schemas.microsoft.com/office/powerpoint/2010/main" val="201723411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7378">
          <p15:clr>
            <a:srgbClr val="FBAE40"/>
          </p15:clr>
        </p15:guide>
        <p15:guide id="2" orient="horz" pos="4020">
          <p15:clr>
            <a:srgbClr val="FBAE40"/>
          </p15:clr>
        </p15:guide>
        <p15:guide id="3" orient="horz" pos="210">
          <p15:clr>
            <a:srgbClr val="FBAE40"/>
          </p15:clr>
        </p15:guide>
        <p15:guide id="4" pos="302">
          <p15:clr>
            <a:srgbClr val="FBAE40"/>
          </p15:clr>
        </p15:guide>
        <p15:guide id="5" orient="horz" pos="414">
          <p15:clr>
            <a:srgbClr val="FBAE40"/>
          </p15:clr>
        </p15:guide>
        <p15:guide id="6" orient="horz" pos="3164">
          <p15:clr>
            <a:srgbClr val="FBAE40"/>
          </p15:clr>
        </p15:guide>
        <p15:guide id="7" orient="horz" pos="3232">
          <p15:clr>
            <a:srgbClr val="FBAE40"/>
          </p15:clr>
        </p15:guide>
        <p15:guide id="8" orient="horz" pos="3504">
          <p15:clr>
            <a:srgbClr val="FBAE4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Titelfolie">
    <p:bg>
      <p:bgPr>
        <a:solidFill>
          <a:srgbClr val="002A86"/>
        </a:solidFill>
        <a:effectLst/>
      </p:bgPr>
    </p:bg>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664333EB-7369-49AA-84AB-29CF5688303B}"/>
              </a:ext>
            </a:extLst>
          </p:cNvPr>
          <p:cNvPicPr>
            <a:picLocks noChangeAspect="1"/>
          </p:cNvPicPr>
          <p:nvPr userDrawn="1"/>
        </p:nvPicPr>
        <p:blipFill>
          <a:blip r:embed="rId2" cstate="email">
            <a:extLst>
              <a:ext uri="{28A0092B-C50C-407E-A947-70E740481C1C}">
                <a14:useLocalDpi xmlns:a14="http://schemas.microsoft.com/office/drawing/2010/main"/>
              </a:ext>
            </a:extLst>
          </a:blip>
          <a:srcRect b="-25395"/>
          <a:stretch>
            <a:fillRect/>
          </a:stretch>
        </p:blipFill>
        <p:spPr>
          <a:xfrm>
            <a:off x="0" y="0"/>
            <a:ext cx="12194393" cy="3621488"/>
          </a:xfrm>
          <a:prstGeom prst="rect">
            <a:avLst/>
          </a:prstGeom>
        </p:spPr>
      </p:pic>
      <p:sp>
        <p:nvSpPr>
          <p:cNvPr id="4" name="Title"/>
          <p:cNvSpPr>
            <a:spLocks noGrp="1"/>
          </p:cNvSpPr>
          <p:nvPr>
            <p:ph type="title" hasCustomPrompt="1"/>
          </p:nvPr>
        </p:nvSpPr>
        <p:spPr>
          <a:xfrm>
            <a:off x="503238" y="2816045"/>
            <a:ext cx="9280525" cy="997196"/>
          </a:xfrm>
        </p:spPr>
        <p:txBody>
          <a:bodyPr anchor="b" anchorCtr="0">
            <a:noAutofit/>
          </a:bodyPr>
          <a:lstStyle>
            <a:lvl1pPr>
              <a:lnSpc>
                <a:spcPct val="90000"/>
              </a:lnSpc>
              <a:defRPr sz="4000" b="0" i="0">
                <a:solidFill>
                  <a:schemeClr val="bg1"/>
                </a:solidFill>
                <a:latin typeface="+mj-lt"/>
                <a:cs typeface="Arial" panose="020B0604020202020204"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sp>
        <p:nvSpPr>
          <p:cNvPr id="9" name="Text placeholder - column 1">
            <a:extLst>
              <a:ext uri="{FF2B5EF4-FFF2-40B4-BE49-F238E27FC236}">
                <a16:creationId xmlns:a16="http://schemas.microsoft.com/office/drawing/2014/main" id="{06AE0A57-0AA0-288D-0918-B94E9C5B10B9}"/>
              </a:ext>
            </a:extLst>
          </p:cNvPr>
          <p:cNvSpPr>
            <a:spLocks noGrp="1"/>
          </p:cNvSpPr>
          <p:nvPr>
            <p:ph type="body" sz="quarter" idx="23" hasCustomPrompt="1"/>
          </p:nvPr>
        </p:nvSpPr>
        <p:spPr>
          <a:xfrm>
            <a:off x="511821" y="4045757"/>
            <a:ext cx="9271942" cy="503434"/>
          </a:xfrm>
          <a:prstGeom prst="rect">
            <a:avLst/>
          </a:prstGeom>
        </p:spPr>
        <p:txBody>
          <a:bodyPr anchor="b" anchorCtr="0">
            <a:noAutofit/>
          </a:bodyPr>
          <a:lstStyle>
            <a:lvl1pPr marL="0" marR="0" indent="0" algn="l" defTabSz="1088558" rtl="0" eaLnBrk="1" fontAlgn="auto" latinLnBrk="0" hangingPunct="1">
              <a:lnSpc>
                <a:spcPct val="100000"/>
              </a:lnSpc>
              <a:spcBef>
                <a:spcPts val="0"/>
              </a:spcBef>
              <a:spcAft>
                <a:spcPts val="0"/>
              </a:spcAft>
              <a:buClrTx/>
              <a:buSzPct val="80000"/>
              <a:buFont typeface="72 Brand" panose="02000000000000000000" pitchFamily="2" charset="0"/>
              <a:buNone/>
              <a:tabLst/>
              <a:defRPr sz="1600">
                <a:solidFill>
                  <a:schemeClr val="bg1"/>
                </a:solidFill>
                <a:latin typeface="72 Brand" panose="020B0504030603020204" pitchFamily="34" charset="0"/>
              </a:defRPr>
            </a:lvl1pPr>
          </a:lstStyle>
          <a:p>
            <a:pPr lvl="0"/>
            <a:r>
              <a:rPr lang="en-US"/>
              <a:t>Speaker Name, Company</a:t>
            </a:r>
          </a:p>
          <a:p>
            <a:pPr lvl="0"/>
            <a:r>
              <a:rPr lang="en-US"/>
              <a:t>Speaker Name 2, Company</a:t>
            </a:r>
          </a:p>
        </p:txBody>
      </p:sp>
      <p:sp>
        <p:nvSpPr>
          <p:cNvPr id="10" name="Text placeholder - column 1">
            <a:extLst>
              <a:ext uri="{FF2B5EF4-FFF2-40B4-BE49-F238E27FC236}">
                <a16:creationId xmlns:a16="http://schemas.microsoft.com/office/drawing/2014/main" id="{E784A142-F377-9F7B-8970-F2E51B9B2B6C}"/>
              </a:ext>
            </a:extLst>
          </p:cNvPr>
          <p:cNvSpPr>
            <a:spLocks noGrp="1"/>
          </p:cNvSpPr>
          <p:nvPr>
            <p:ph type="body" sz="quarter" idx="25" hasCustomPrompt="1"/>
          </p:nvPr>
        </p:nvSpPr>
        <p:spPr>
          <a:xfrm>
            <a:off x="511821" y="4779154"/>
            <a:ext cx="4271575" cy="231153"/>
          </a:xfrm>
          <a:prstGeom prst="rect">
            <a:avLst/>
          </a:prstGeom>
        </p:spPr>
        <p:txBody>
          <a:bodyPr>
            <a:noAutofit/>
          </a:bodyPr>
          <a:lstStyle>
            <a:lvl1pPr marL="0" marR="0" indent="0" algn="l" defTabSz="1088558" rtl="0" eaLnBrk="1" fontAlgn="auto" latinLnBrk="0" hangingPunct="1">
              <a:lnSpc>
                <a:spcPct val="100000"/>
              </a:lnSpc>
              <a:spcBef>
                <a:spcPts val="1800"/>
              </a:spcBef>
              <a:spcAft>
                <a:spcPts val="0"/>
              </a:spcAft>
              <a:buClrTx/>
              <a:buSzPct val="80000"/>
              <a:buFont typeface="72 Brand" panose="02000000000000000000" pitchFamily="2" charset="0"/>
              <a:buChar char="​"/>
              <a:tabLst/>
              <a:defRPr sz="1400">
                <a:solidFill>
                  <a:schemeClr val="bg1"/>
                </a:solidFill>
                <a:latin typeface="72 Brand" panose="020B0504030603020204" pitchFamily="34" charset="0"/>
              </a:defRPr>
            </a:lvl1pPr>
          </a:lstStyle>
          <a:p>
            <a:pPr marL="0" marR="0" lvl="0" indent="0" algn="l" defTabSz="1088558" rtl="0" eaLnBrk="1" fontAlgn="auto" latinLnBrk="0" hangingPunct="1">
              <a:lnSpc>
                <a:spcPct val="100000"/>
              </a:lnSpc>
              <a:spcBef>
                <a:spcPts val="1800"/>
              </a:spcBef>
              <a:spcAft>
                <a:spcPts val="0"/>
              </a:spcAft>
              <a:buClrTx/>
              <a:buSzPct val="80000"/>
              <a:buFont typeface="72 Brand" panose="02000000000000000000" pitchFamily="2" charset="0"/>
              <a:buChar char="​"/>
              <a:tabLst/>
              <a:defRPr/>
            </a:pPr>
            <a:r>
              <a:rPr lang="en-US"/>
              <a:t>Month Year</a:t>
            </a:r>
          </a:p>
        </p:txBody>
      </p:sp>
      <p:pic>
        <p:nvPicPr>
          <p:cNvPr id="12" name="LogoWhite-Dynamic">
            <a:extLst>
              <a:ext uri="{FF2B5EF4-FFF2-40B4-BE49-F238E27FC236}">
                <a16:creationId xmlns:a16="http://schemas.microsoft.com/office/drawing/2014/main" id="{FB877E97-A8E4-B48C-3AA9-FAD61BAE4B0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511929" y="6167973"/>
            <a:ext cx="725783" cy="360000"/>
          </a:xfrm>
          <a:prstGeom prst="rect">
            <a:avLst/>
          </a:prstGeom>
        </p:spPr>
      </p:pic>
      <p:sp>
        <p:nvSpPr>
          <p:cNvPr id="6" name="Textfeld 5">
            <a:extLst>
              <a:ext uri="{FF2B5EF4-FFF2-40B4-BE49-F238E27FC236}">
                <a16:creationId xmlns:a16="http://schemas.microsoft.com/office/drawing/2014/main" id="{83A6E6F6-8421-6E21-CA1E-8A0230B274E6}"/>
              </a:ext>
            </a:extLst>
          </p:cNvPr>
          <p:cNvSpPr txBox="1"/>
          <p:nvPr userDrawn="1"/>
        </p:nvSpPr>
        <p:spPr>
          <a:xfrm>
            <a:off x="500063" y="248473"/>
            <a:ext cx="2217737" cy="329321"/>
          </a:xfrm>
          <a:prstGeom prst="rect">
            <a:avLst/>
          </a:prstGeom>
          <a:noFill/>
          <a:ln w="28575">
            <a:noFill/>
          </a:ln>
        </p:spPr>
        <p:txBody>
          <a:bodyPr wrap="square" lIns="0" tIns="0" rIns="0" bIns="0" rtlCol="0">
            <a:spAutoFit/>
          </a:bodyPr>
          <a:lstStyle/>
          <a:p>
            <a:pPr algn="l" fontAlgn="base">
              <a:spcBef>
                <a:spcPct val="50000"/>
              </a:spcBef>
              <a:spcAft>
                <a:spcPct val="0"/>
              </a:spcAft>
              <a:buClr>
                <a:schemeClr val="tx1"/>
              </a:buClr>
              <a:buSzPct val="100000"/>
            </a:pPr>
            <a:r>
              <a:rPr lang="de-DE" sz="2120" kern="0">
                <a:solidFill>
                  <a:schemeClr val="bg1"/>
                </a:solidFill>
                <a:latin typeface="+mj-lt"/>
                <a:ea typeface="72 Brand" pitchFamily="34" charset="-128"/>
                <a:cs typeface="72 Brand" pitchFamily="34" charset="-128"/>
              </a:rPr>
              <a:t>SAP Sapphire</a:t>
            </a:r>
          </a:p>
        </p:txBody>
      </p:sp>
    </p:spTree>
    <p:extLst>
      <p:ext uri="{BB962C8B-B14F-4D97-AF65-F5344CB8AC3E}">
        <p14:creationId xmlns:p14="http://schemas.microsoft.com/office/powerpoint/2010/main" val="250351087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orient="horz" pos="1701">
          <p15:clr>
            <a:srgbClr val="FBAE40"/>
          </p15:clr>
        </p15:guide>
        <p15:guide id="3" orient="horz" pos="2682">
          <p15:clr>
            <a:srgbClr val="FBAE40"/>
          </p15:clr>
        </p15:guide>
        <p15:guide id="4" orient="horz" pos="2334">
          <p15:clr>
            <a:srgbClr val="FBAE40"/>
          </p15:clr>
        </p15:guide>
        <p15:guide id="5" orient="horz" pos="2999">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Agenda title"/>
          <p:cNvSpPr>
            <a:spLocks noGrp="1"/>
          </p:cNvSpPr>
          <p:nvPr>
            <p:ph type="title" hasCustomPrompt="1"/>
          </p:nvPr>
        </p:nvSpPr>
        <p:spPr>
          <a:xfrm>
            <a:off x="504000" y="505381"/>
            <a:ext cx="6420675" cy="367744"/>
          </a:xfrm>
        </p:spPr>
        <p:txBody>
          <a:bodyPr/>
          <a:lstStyle>
            <a:lvl1pPr>
              <a:defRPr b="0" i="0">
                <a:latin typeface="72 Brand Medium" panose="020B0504030603020204" pitchFamily="34" charset="0"/>
              </a:defRPr>
            </a:lvl1pPr>
          </a:lstStyle>
          <a:p>
            <a:r>
              <a:rPr lang="en-US"/>
              <a:t>Agenda</a:t>
            </a:r>
          </a:p>
        </p:txBody>
      </p:sp>
      <p:sp>
        <p:nvSpPr>
          <p:cNvPr id="6" name="Text placeholder">
            <a:extLst>
              <a:ext uri="{FF2B5EF4-FFF2-40B4-BE49-F238E27FC236}">
                <a16:creationId xmlns:a16="http://schemas.microsoft.com/office/drawing/2014/main" id="{CA768D30-9D9F-6B12-17EC-E207E8C88421}"/>
              </a:ext>
            </a:extLst>
          </p:cNvPr>
          <p:cNvSpPr>
            <a:spLocks noGrp="1"/>
          </p:cNvSpPr>
          <p:nvPr>
            <p:ph type="body" sz="quarter" idx="11" hasCustomPrompt="1"/>
          </p:nvPr>
        </p:nvSpPr>
        <p:spPr>
          <a:xfrm>
            <a:off x="504001" y="1548000"/>
            <a:ext cx="6420674" cy="4436875"/>
          </a:xfrm>
        </p:spPr>
        <p:txBody>
          <a:bodyPr/>
          <a:lstStyle>
            <a:lvl1pPr marL="0" indent="0">
              <a:spcBef>
                <a:spcPts val="1200"/>
              </a:spcBef>
              <a:buFont typeface="Arial" panose="020B0604020202020204" pitchFamily="34" charset="0"/>
              <a:buNone/>
              <a:defRPr lang="en-US" sz="2000" b="0" i="0" kern="1200" dirty="0" smtClean="0">
                <a:solidFill>
                  <a:schemeClr val="tx1"/>
                </a:solidFill>
                <a:latin typeface="72 Brand" panose="020B0504030603020204" pitchFamily="34" charset="0"/>
                <a:ea typeface="+mn-ea"/>
                <a:cs typeface="+mn-cs"/>
              </a:defRPr>
            </a:lvl1pPr>
            <a:lvl2pPr marL="252000">
              <a:defRPr lang="en-US" sz="1400" b="0" i="0" kern="1200" dirty="0" smtClean="0">
                <a:solidFill>
                  <a:schemeClr val="tx1"/>
                </a:solidFill>
                <a:latin typeface="+mn-lt"/>
                <a:ea typeface="+mn-ea"/>
                <a:cs typeface="+mn-cs"/>
              </a:defRPr>
            </a:lvl2pPr>
            <a:lvl3pPr marL="285750" indent="-285750">
              <a:defRPr/>
            </a:lvl3pPr>
            <a:lvl4pPr marL="252000" indent="-252000">
              <a:defRPr/>
            </a:lvl4pPr>
            <a:lvl5pPr marL="285750" indent="-285750">
              <a:defRPr/>
            </a:lvl5pPr>
            <a:lvl6pPr marL="252000" indent="-252000">
              <a:defRPr/>
            </a:lvl6pPr>
            <a:lvl7pPr marL="171450" indent="-171450">
              <a:defRPr/>
            </a:lvl7pPr>
            <a:lvl8pPr marL="252000" indent="-252000">
              <a:defRPr/>
            </a:lvl8pPr>
            <a:lvl9pPr marL="857250" indent="-857250">
              <a:defRPr/>
            </a:lvl9pPr>
          </a:lstStyle>
          <a:p>
            <a:pPr lvl="0"/>
            <a:r>
              <a:rPr lang="en-US"/>
              <a:t>Agenda Item/Divider Headline</a:t>
            </a:r>
          </a:p>
        </p:txBody>
      </p:sp>
      <p:sp>
        <p:nvSpPr>
          <p:cNvPr id="5" name="Rechteck 4">
            <a:extLst>
              <a:ext uri="{FF2B5EF4-FFF2-40B4-BE49-F238E27FC236}">
                <a16:creationId xmlns:a16="http://schemas.microsoft.com/office/drawing/2014/main" id="{2660E099-BFD5-74D2-9067-02B2F3DCA419}"/>
              </a:ext>
            </a:extLst>
          </p:cNvPr>
          <p:cNvSpPr/>
          <p:nvPr userDrawn="1"/>
        </p:nvSpPr>
        <p:spPr bwMode="gray">
          <a:xfrm>
            <a:off x="8128001" y="0"/>
            <a:ext cx="4067174" cy="6858000"/>
          </a:xfrm>
          <a:prstGeom prst="rect">
            <a:avLst/>
          </a:prstGeom>
          <a:solidFill>
            <a:srgbClr val="002A86"/>
          </a:solid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400" b="0" i="0" u="none" strike="noStrike" kern="0" cap="none" spc="0" normalizeH="0" baseline="0" noProof="0" err="1">
              <a:ln>
                <a:noFill/>
              </a:ln>
              <a:effectLst/>
              <a:uLnTx/>
              <a:uFillTx/>
              <a:latin typeface="72 Brand" panose="020B0504030603020204" pitchFamily="34" charset="0"/>
              <a:ea typeface="72 Brand" pitchFamily="34" charset="-128"/>
              <a:cs typeface="72 Brand" pitchFamily="34" charset="-128"/>
            </a:endParaRPr>
          </a:p>
        </p:txBody>
      </p:sp>
      <p:pic>
        <p:nvPicPr>
          <p:cNvPr id="7" name="Grafik 6" descr="Ein Bild, das lila, violett, Kamm enthält.&#10;&#10;KI-generierte Inhalte können fehlerhaft sein.">
            <a:extLst>
              <a:ext uri="{FF2B5EF4-FFF2-40B4-BE49-F238E27FC236}">
                <a16:creationId xmlns:a16="http://schemas.microsoft.com/office/drawing/2014/main" id="{5DCBFE1E-12E6-B440-DA78-481854A04FE6}"/>
              </a:ext>
            </a:extLst>
          </p:cNvPr>
          <p:cNvPicPr>
            <a:picLocks noChangeAspect="1"/>
          </p:cNvPicPr>
          <p:nvPr userDrawn="1"/>
        </p:nvPicPr>
        <p:blipFill>
          <a:blip r:embed="rId2" cstate="email">
            <a:extLst>
              <a:ext uri="{28A0092B-C50C-407E-A947-70E740481C1C}">
                <a14:useLocalDpi xmlns:a14="http://schemas.microsoft.com/office/drawing/2010/main"/>
              </a:ext>
            </a:extLst>
          </a:blip>
          <a:srcRect t="-1249"/>
          <a:stretch>
            <a:fillRect/>
          </a:stretch>
        </p:blipFill>
        <p:spPr>
          <a:xfrm>
            <a:off x="8128001" y="-28746"/>
            <a:ext cx="4065587" cy="6549264"/>
          </a:xfrm>
          <a:prstGeom prst="rect">
            <a:avLst/>
          </a:prstGeom>
        </p:spPr>
      </p:pic>
    </p:spTree>
    <p:extLst>
      <p:ext uri="{BB962C8B-B14F-4D97-AF65-F5344CB8AC3E}">
        <p14:creationId xmlns:p14="http://schemas.microsoft.com/office/powerpoint/2010/main" val="264121018"/>
      </p:ext>
    </p:extLst>
  </p:cSld>
  <p:clrMapOvr>
    <a:masterClrMapping/>
  </p:clrMapOvr>
  <p:extLst>
    <p:ext uri="{DCECCB84-F9BA-43D5-87BE-67443E8EF086}">
      <p15:sldGuideLst xmlns:p15="http://schemas.microsoft.com/office/powerpoint/2012/main">
        <p15:guide id="2" orient="horz" pos="970">
          <p15:clr>
            <a:srgbClr val="FBAE40"/>
          </p15:clr>
        </p15:guide>
        <p15:guide id="4" orient="horz" pos="316">
          <p15:clr>
            <a:srgbClr val="FBAE40"/>
          </p15:clr>
        </p15:guide>
        <p15:guide id="5" orient="horz" pos="551">
          <p15:clr>
            <a:srgbClr val="FBAE40"/>
          </p15:clr>
        </p15:guide>
        <p15:guide id="6" orient="horz" pos="3997">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userDrawn="1">
  <p:cSld name="Divider page">
    <p:bg>
      <p:bgPr>
        <a:solidFill>
          <a:srgbClr val="002A86"/>
        </a:solidFill>
        <a:effectLst/>
      </p:bgPr>
    </p:bg>
    <p:spTree>
      <p:nvGrpSpPr>
        <p:cNvPr id="1" name=""/>
        <p:cNvGrpSpPr/>
        <p:nvPr/>
      </p:nvGrpSpPr>
      <p:grpSpPr>
        <a:xfrm>
          <a:off x="0" y="0"/>
          <a:ext cx="0" cy="0"/>
          <a:chOff x="0" y="0"/>
          <a:chExt cx="0" cy="0"/>
        </a:xfrm>
      </p:grpSpPr>
      <p:pic>
        <p:nvPicPr>
          <p:cNvPr id="7" name="Grafik 6" descr="Ein Bild, das lila, violett, Kamm enthält.&#10;&#10;KI-generierte Inhalte können fehlerhaft sein.">
            <a:extLst>
              <a:ext uri="{FF2B5EF4-FFF2-40B4-BE49-F238E27FC236}">
                <a16:creationId xmlns:a16="http://schemas.microsoft.com/office/drawing/2014/main" id="{1913E2BC-7172-0D5E-96BC-681A38F873AB}"/>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a:off x="-1" y="3429000"/>
            <a:ext cx="12195175" cy="3429000"/>
          </a:xfrm>
          <a:prstGeom prst="rect">
            <a:avLst/>
          </a:prstGeom>
        </p:spPr>
      </p:pic>
      <p:sp>
        <p:nvSpPr>
          <p:cNvPr id="2" name="Divider text"/>
          <p:cNvSpPr>
            <a:spLocks noGrp="1"/>
          </p:cNvSpPr>
          <p:nvPr>
            <p:ph type="ctrTitle" hasCustomPrompt="1"/>
          </p:nvPr>
        </p:nvSpPr>
        <p:spPr bwMode="black">
          <a:xfrm>
            <a:off x="505277" y="1767961"/>
            <a:ext cx="11185200" cy="677108"/>
          </a:xfrm>
        </p:spPr>
        <p:txBody>
          <a:bodyPr anchor="ctr" anchorCtr="0">
            <a:noAutofit/>
          </a:bodyPr>
          <a:lstStyle>
            <a:lvl1pPr>
              <a:defRPr sz="4800" b="0" i="0">
                <a:solidFill>
                  <a:schemeClr val="bg1"/>
                </a:solidFill>
                <a:latin typeface="72 Brand Medium" panose="020B0504030603020204" pitchFamily="34" charset="0"/>
              </a:defRPr>
            </a:lvl1pPr>
          </a:lstStyle>
          <a:p>
            <a:r>
              <a:rPr lang="en-US"/>
              <a:t>Divider page</a:t>
            </a:r>
            <a:endParaRPr lang="de-DE"/>
          </a:p>
        </p:txBody>
      </p:sp>
      <p:sp>
        <p:nvSpPr>
          <p:cNvPr id="5" name="Slide number">
            <a:extLst>
              <a:ext uri="{FF2B5EF4-FFF2-40B4-BE49-F238E27FC236}">
                <a16:creationId xmlns:a16="http://schemas.microsoft.com/office/drawing/2014/main" id="{E86EF0C4-7E4D-B7AC-4F16-B7236FA705E2}"/>
              </a:ext>
            </a:extLst>
          </p:cNvPr>
          <p:cNvSpPr txBox="1"/>
          <p:nvPr userDrawn="1"/>
        </p:nvSpPr>
        <p:spPr bwMode="black">
          <a:xfrm>
            <a:off x="11472469" y="6536751"/>
            <a:ext cx="218008"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solidFill>
                  <a:schemeClr val="bg1"/>
                </a:solidFill>
                <a:latin typeface="72 Brand" panose="020B0504030603020204" pitchFamily="34" charset="0"/>
              </a:rPr>
              <a:pPr marL="0" lvl="0" indent="0" algn="r">
                <a:buNone/>
              </a:pPr>
              <a:t>‹#›</a:t>
            </a:fld>
            <a:endParaRPr lang="en-US" sz="900" b="0" i="0" noProof="0">
              <a:solidFill>
                <a:schemeClr val="bg1"/>
              </a:solidFill>
              <a:latin typeface="72 Brand" panose="020B0504030603020204" pitchFamily="34" charset="0"/>
            </a:endParaRPr>
          </a:p>
        </p:txBody>
      </p:sp>
    </p:spTree>
    <p:extLst>
      <p:ext uri="{BB962C8B-B14F-4D97-AF65-F5344CB8AC3E}">
        <p14:creationId xmlns:p14="http://schemas.microsoft.com/office/powerpoint/2010/main" val="3192588861"/>
      </p:ext>
    </p:extLst>
  </p:cSld>
  <p:clrMapOvr>
    <a:masterClrMapping/>
  </p:clrMapOvr>
  <p:hf sldNum="0" hdr="0" ftr="0" dt="0"/>
  <p:extLst>
    <p:ext uri="{DCECCB84-F9BA-43D5-87BE-67443E8EF086}">
      <p15:sldGuideLst xmlns:p15="http://schemas.microsoft.com/office/powerpoint/2012/main">
        <p15:guide id="2" orient="horz" pos="2160">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3" name="Title"/>
          <p:cNvSpPr>
            <a:spLocks noGrp="1"/>
          </p:cNvSpPr>
          <p:nvPr>
            <p:ph type="title" hasCustomPrompt="1"/>
          </p:nvPr>
        </p:nvSpPr>
        <p:spPr/>
        <p:txBody>
          <a:bodyPr/>
          <a:lstStyle>
            <a:lvl1pPr>
              <a:defRPr b="0" i="0">
                <a:latin typeface="72 Brand Medium" panose="020B0504030603020204" pitchFamily="34" charset="0"/>
              </a:defRPr>
            </a:lvl1pPr>
          </a:lstStyle>
          <a:p>
            <a:r>
              <a:rPr lang="en-US" noProof="0"/>
              <a:t>Insert page title (sentence case)</a:t>
            </a:r>
            <a:endParaRPr lang="en-US"/>
          </a:p>
        </p:txBody>
      </p:sp>
    </p:spTree>
    <p:extLst>
      <p:ext uri="{BB962C8B-B14F-4D97-AF65-F5344CB8AC3E}">
        <p14:creationId xmlns:p14="http://schemas.microsoft.com/office/powerpoint/2010/main" val="3990519970"/>
      </p:ext>
    </p:extLst>
  </p:cSld>
  <p:clrMapOvr>
    <a:masterClrMapping/>
  </p:clrMapOvr>
  <p:extLst>
    <p:ext uri="{DCECCB84-F9BA-43D5-87BE-67443E8EF086}">
      <p15:sldGuideLst xmlns:p15="http://schemas.microsoft.com/office/powerpoint/2012/main">
        <p15:guide id="2" orient="horz" pos="317">
          <p15:clr>
            <a:srgbClr val="FBAE40"/>
          </p15:clr>
        </p15:guide>
        <p15:guide id="4" orient="horz" pos="551">
          <p15:clr>
            <a:srgbClr val="FBAE40"/>
          </p15:clr>
        </p15:guide>
        <p15:guide id="5" orient="horz" pos="958">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Titel und Text">
    <p:spTree>
      <p:nvGrpSpPr>
        <p:cNvPr id="1" name=""/>
        <p:cNvGrpSpPr/>
        <p:nvPr/>
      </p:nvGrpSpPr>
      <p:grpSpPr>
        <a:xfrm>
          <a:off x="0" y="0"/>
          <a:ext cx="0" cy="0"/>
          <a:chOff x="0" y="0"/>
          <a:chExt cx="0" cy="0"/>
        </a:xfrm>
      </p:grpSpPr>
      <p:sp>
        <p:nvSpPr>
          <p:cNvPr id="4" name="Text placeholder"/>
          <p:cNvSpPr>
            <a:spLocks noGrp="1"/>
          </p:cNvSpPr>
          <p:nvPr>
            <p:ph type="body" sz="quarter" idx="10" hasCustomPrompt="1"/>
          </p:nvPr>
        </p:nvSpPr>
        <p:spPr>
          <a:xfrm>
            <a:off x="504000" y="1548000"/>
            <a:ext cx="11186477" cy="4617850"/>
          </a:xfrm>
        </p:spPr>
        <p:txBody>
          <a:bodyPr/>
          <a:lstStyle>
            <a:lvl1pPr>
              <a:defRPr>
                <a:latin typeface="72 Brand" panose="020B0504030603020204" pitchFamily="34" charset="0"/>
              </a:defRPr>
            </a:lvl1pPr>
            <a:lvl2pPr>
              <a:defRPr>
                <a:latin typeface="72 Brand" panose="020B0504030603020204" pitchFamily="34" charset="0"/>
              </a:defRPr>
            </a:lvl2pPr>
            <a:lvl3pPr>
              <a:defRPr>
                <a:latin typeface="72 Brand" panose="020B0504030603020204" pitchFamily="34" charset="0"/>
              </a:defRPr>
            </a:lvl3pPr>
            <a:lvl4pPr>
              <a:defRPr>
                <a:latin typeface="72 Brand" panose="020B0504030603020204" pitchFamily="34" charset="0"/>
              </a:defRPr>
            </a:lvl4pPr>
          </a:lstStyle>
          <a:p>
            <a:pPr lvl="0"/>
            <a:r>
              <a:rPr lang="en-GB"/>
              <a:t>Start typing to add text without a bullet point. To add a bullet point, place the cursor at the start of this line and press tab.</a:t>
            </a:r>
            <a:endParaRPr lang="en-US" noProof="0"/>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4000" y="504000"/>
            <a:ext cx="11186476" cy="369332"/>
          </a:xfrm>
        </p:spPr>
        <p:txBody>
          <a:bodyPr/>
          <a:lstStyle>
            <a:lvl1pPr>
              <a:defRPr b="0"/>
            </a:lvl1pPr>
          </a:lstStyle>
          <a:p>
            <a:r>
              <a:rPr lang="en-US" noProof="0"/>
              <a:t>Insert page title (sentence case)</a:t>
            </a:r>
            <a:endParaRPr lang="en-US"/>
          </a:p>
        </p:txBody>
      </p:sp>
    </p:spTree>
    <p:extLst>
      <p:ext uri="{BB962C8B-B14F-4D97-AF65-F5344CB8AC3E}">
        <p14:creationId xmlns:p14="http://schemas.microsoft.com/office/powerpoint/2010/main" val="207811333"/>
      </p:ext>
    </p:extLst>
  </p:cSld>
  <p:clrMapOvr>
    <a:masterClrMapping/>
  </p:clrMapOvr>
  <p:extLst>
    <p:ext uri="{DCECCB84-F9BA-43D5-87BE-67443E8EF086}">
      <p15:sldGuideLst xmlns:p15="http://schemas.microsoft.com/office/powerpoint/2012/main">
        <p15:guide id="4" orient="horz" pos="318">
          <p15:clr>
            <a:srgbClr val="FBAE40"/>
          </p15:clr>
        </p15:guide>
        <p15:guide id="5" orient="horz" pos="552">
          <p15:clr>
            <a:srgbClr val="FBAE40"/>
          </p15:clr>
        </p15:guide>
        <p15:guide id="7" orient="horz" pos="958">
          <p15:clr>
            <a:srgbClr val="FBAE4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userDrawn="1">
  <p:cSld name="Speaker info">
    <p:spTree>
      <p:nvGrpSpPr>
        <p:cNvPr id="1" name=""/>
        <p:cNvGrpSpPr/>
        <p:nvPr/>
      </p:nvGrpSpPr>
      <p:grpSpPr>
        <a:xfrm>
          <a:off x="0" y="0"/>
          <a:ext cx="0" cy="0"/>
          <a:chOff x="0" y="0"/>
          <a:chExt cx="0" cy="0"/>
        </a:xfrm>
      </p:grpSpPr>
      <p:sp>
        <p:nvSpPr>
          <p:cNvPr id="13" name="Rechteck 12">
            <a:extLst>
              <a:ext uri="{FF2B5EF4-FFF2-40B4-BE49-F238E27FC236}">
                <a16:creationId xmlns:a16="http://schemas.microsoft.com/office/drawing/2014/main" id="{A24AB168-E608-F9C2-2585-77C56E5E98FC}"/>
              </a:ext>
            </a:extLst>
          </p:cNvPr>
          <p:cNvSpPr/>
          <p:nvPr userDrawn="1"/>
        </p:nvSpPr>
        <p:spPr bwMode="gray">
          <a:xfrm>
            <a:off x="8129588" y="0"/>
            <a:ext cx="4067174" cy="6858000"/>
          </a:xfrm>
          <a:prstGeom prst="rect">
            <a:avLst/>
          </a:prstGeom>
          <a:solidFill>
            <a:srgbClr val="002A86"/>
          </a:solid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400" b="0" i="0" u="none" strike="noStrike" kern="0" cap="none" spc="0" normalizeH="0" baseline="0" noProof="0" err="1">
              <a:ln>
                <a:noFill/>
              </a:ln>
              <a:effectLst/>
              <a:uLnTx/>
              <a:uFillTx/>
              <a:latin typeface="72 Brand" panose="020B0504030603020204" pitchFamily="34" charset="0"/>
              <a:ea typeface="72 Brand" pitchFamily="34" charset="-128"/>
              <a:cs typeface="72 Brand" pitchFamily="34" charset="-128"/>
            </a:endParaRPr>
          </a:p>
        </p:txBody>
      </p:sp>
      <p:pic>
        <p:nvPicPr>
          <p:cNvPr id="5" name="Grafik 4" descr="Ein Bild, das lila, violett, Kamm enthält.&#10;&#10;KI-generierte Inhalte können fehlerhaft sein.">
            <a:extLst>
              <a:ext uri="{FF2B5EF4-FFF2-40B4-BE49-F238E27FC236}">
                <a16:creationId xmlns:a16="http://schemas.microsoft.com/office/drawing/2014/main" id="{DD476BF4-638A-E65B-9889-CAAF02786D2E}"/>
              </a:ext>
            </a:extLst>
          </p:cNvPr>
          <p:cNvPicPr>
            <a:picLocks noChangeAspect="1"/>
          </p:cNvPicPr>
          <p:nvPr userDrawn="1"/>
        </p:nvPicPr>
        <p:blipFill>
          <a:blip r:embed="rId2" cstate="email">
            <a:extLst>
              <a:ext uri="{28A0092B-C50C-407E-A947-70E740481C1C}">
                <a14:useLocalDpi xmlns:a14="http://schemas.microsoft.com/office/drawing/2010/main"/>
              </a:ext>
            </a:extLst>
          </a:blip>
          <a:srcRect b="-7889"/>
          <a:stretch>
            <a:fillRect/>
          </a:stretch>
        </p:blipFill>
        <p:spPr>
          <a:xfrm>
            <a:off x="8129588" y="-3935"/>
            <a:ext cx="4065587" cy="6858000"/>
          </a:xfrm>
          <a:prstGeom prst="rect">
            <a:avLst/>
          </a:prstGeom>
        </p:spPr>
      </p:pic>
      <p:sp>
        <p:nvSpPr>
          <p:cNvPr id="10" name="Slide number">
            <a:extLst>
              <a:ext uri="{FF2B5EF4-FFF2-40B4-BE49-F238E27FC236}">
                <a16:creationId xmlns:a16="http://schemas.microsoft.com/office/drawing/2014/main" id="{D05ADCD7-3B8E-9456-C579-E19CCE20A9B8}"/>
              </a:ext>
            </a:extLst>
          </p:cNvPr>
          <p:cNvSpPr txBox="1"/>
          <p:nvPr userDrawn="1"/>
        </p:nvSpPr>
        <p:spPr bwMode="black">
          <a:xfrm>
            <a:off x="11474056" y="6536751"/>
            <a:ext cx="218008"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solidFill>
                  <a:schemeClr val="bg1"/>
                </a:solidFill>
                <a:latin typeface="72 Brand" panose="020B0504030603020204" pitchFamily="34" charset="0"/>
              </a:rPr>
              <a:pPr marL="0" lvl="0" indent="0" algn="r">
                <a:buNone/>
              </a:pPr>
              <a:t>‹#›</a:t>
            </a:fld>
            <a:endParaRPr lang="en-US" sz="900" b="0" i="0" noProof="0">
              <a:solidFill>
                <a:schemeClr val="bg1"/>
              </a:solidFill>
              <a:latin typeface="72 Brand" panose="020B0504030603020204" pitchFamily="34" charset="0"/>
            </a:endParaRPr>
          </a:p>
        </p:txBody>
      </p:sp>
      <p:sp>
        <p:nvSpPr>
          <p:cNvPr id="3" name="Titel 2">
            <a:extLst>
              <a:ext uri="{FF2B5EF4-FFF2-40B4-BE49-F238E27FC236}">
                <a16:creationId xmlns:a16="http://schemas.microsoft.com/office/drawing/2014/main" id="{C2D10C99-9E40-0EA1-FB93-9A2B4E45E7F6}"/>
              </a:ext>
            </a:extLst>
          </p:cNvPr>
          <p:cNvSpPr>
            <a:spLocks noGrp="1"/>
          </p:cNvSpPr>
          <p:nvPr>
            <p:ph type="title"/>
          </p:nvPr>
        </p:nvSpPr>
        <p:spPr>
          <a:xfrm>
            <a:off x="503238" y="505381"/>
            <a:ext cx="7373174" cy="369332"/>
          </a:xfrm>
        </p:spPr>
        <p:txBody>
          <a:bodyPr/>
          <a:lstStyle/>
          <a:p>
            <a:r>
              <a:rPr lang="de-DE"/>
              <a:t>Mastertitelformat bearbeiten</a:t>
            </a:r>
          </a:p>
        </p:txBody>
      </p:sp>
      <p:sp>
        <p:nvSpPr>
          <p:cNvPr id="6" name="Bildplatzhalter 11">
            <a:extLst>
              <a:ext uri="{FF2B5EF4-FFF2-40B4-BE49-F238E27FC236}">
                <a16:creationId xmlns:a16="http://schemas.microsoft.com/office/drawing/2014/main" id="{F273657A-F9CD-5310-C6A3-C9B8B62DCA31}"/>
              </a:ext>
            </a:extLst>
          </p:cNvPr>
          <p:cNvSpPr>
            <a:spLocks noGrp="1"/>
          </p:cNvSpPr>
          <p:nvPr>
            <p:ph type="pic" sz="quarter" idx="10"/>
          </p:nvPr>
        </p:nvSpPr>
        <p:spPr>
          <a:xfrm>
            <a:off x="508743" y="1350477"/>
            <a:ext cx="2606675" cy="2607635"/>
          </a:xfrm>
          <a:prstGeom prst="roundRect">
            <a:avLst>
              <a:gd name="adj" fmla="val 7525"/>
            </a:avLst>
          </a:prstGeom>
          <a:solidFill>
            <a:schemeClr val="bg1">
              <a:lumMod val="95000"/>
            </a:schemeClr>
          </a:solidFill>
          <a:ln>
            <a:noFill/>
          </a:ln>
        </p:spPr>
        <p:txBody>
          <a:bodyPr/>
          <a:lstStyle>
            <a:lvl1pPr>
              <a:defRPr>
                <a:latin typeface="72 Brand" panose="020B0504030603020204" pitchFamily="34" charset="0"/>
              </a:defRPr>
            </a:lvl1pPr>
          </a:lstStyle>
          <a:p>
            <a:r>
              <a:rPr lang="de-DE"/>
              <a:t>Bild durch Klicken auf Symbol hinzufügen</a:t>
            </a:r>
          </a:p>
        </p:txBody>
      </p:sp>
      <p:sp>
        <p:nvSpPr>
          <p:cNvPr id="7" name="Textplatzhalter 13">
            <a:extLst>
              <a:ext uri="{FF2B5EF4-FFF2-40B4-BE49-F238E27FC236}">
                <a16:creationId xmlns:a16="http://schemas.microsoft.com/office/drawing/2014/main" id="{10942ED0-FB3B-AA01-E903-AD85563BF3B7}"/>
              </a:ext>
            </a:extLst>
          </p:cNvPr>
          <p:cNvSpPr>
            <a:spLocks noGrp="1"/>
          </p:cNvSpPr>
          <p:nvPr>
            <p:ph type="body" sz="quarter" idx="11" hasCustomPrompt="1"/>
          </p:nvPr>
        </p:nvSpPr>
        <p:spPr>
          <a:xfrm>
            <a:off x="525004" y="4134292"/>
            <a:ext cx="2590414" cy="259023"/>
          </a:xfrm>
        </p:spPr>
        <p:txBody>
          <a:bodyPr/>
          <a:lstStyle>
            <a:lvl1pPr>
              <a:buNone/>
              <a:defRPr sz="1400" b="0" i="0">
                <a:latin typeface="+mj-lt"/>
              </a:defRPr>
            </a:lvl1pPr>
            <a:lvl2pPr>
              <a:spcBef>
                <a:spcPts val="0"/>
              </a:spcBef>
              <a:buNone/>
              <a:defRPr sz="1200">
                <a:latin typeface="+mn-lt"/>
              </a:defRPr>
            </a:lvl2pPr>
            <a:lvl3pPr>
              <a:defRPr>
                <a:latin typeface="+mj-lt"/>
              </a:defRPr>
            </a:lvl3pPr>
            <a:lvl4pPr>
              <a:defRPr>
                <a:latin typeface="+mj-lt"/>
              </a:defRPr>
            </a:lvl4pPr>
            <a:lvl5pPr>
              <a:defRPr>
                <a:latin typeface="+mj-lt"/>
              </a:defRPr>
            </a:lvl5pPr>
          </a:lstStyle>
          <a:p>
            <a:pPr lvl="0"/>
            <a:r>
              <a:rPr lang="de-DE"/>
              <a:t>Name Name</a:t>
            </a:r>
          </a:p>
        </p:txBody>
      </p:sp>
      <p:sp>
        <p:nvSpPr>
          <p:cNvPr id="9" name="Bildplatzhalter 16">
            <a:extLst>
              <a:ext uri="{FF2B5EF4-FFF2-40B4-BE49-F238E27FC236}">
                <a16:creationId xmlns:a16="http://schemas.microsoft.com/office/drawing/2014/main" id="{6506CE9A-AB75-FACA-9CA9-353EF2012E4F}"/>
              </a:ext>
            </a:extLst>
          </p:cNvPr>
          <p:cNvSpPr>
            <a:spLocks noGrp="1"/>
          </p:cNvSpPr>
          <p:nvPr>
            <p:ph type="pic" sz="quarter" idx="13"/>
          </p:nvPr>
        </p:nvSpPr>
        <p:spPr>
          <a:xfrm>
            <a:off x="525004" y="5272226"/>
            <a:ext cx="685414" cy="714030"/>
          </a:xfrm>
        </p:spPr>
        <p:txBody>
          <a:bodyPr/>
          <a:lstStyle>
            <a:lvl1pPr>
              <a:defRPr>
                <a:latin typeface="72 Brand" panose="020B0504030603020204" pitchFamily="34" charset="0"/>
              </a:defRPr>
            </a:lvl1pPr>
          </a:lstStyle>
          <a:p>
            <a:r>
              <a:rPr lang="de-DE"/>
              <a:t>Bild durch Klicken auf Symbol hinzufügen</a:t>
            </a:r>
          </a:p>
        </p:txBody>
      </p:sp>
      <p:sp>
        <p:nvSpPr>
          <p:cNvPr id="11" name="Textplatzhalter 13">
            <a:extLst>
              <a:ext uri="{FF2B5EF4-FFF2-40B4-BE49-F238E27FC236}">
                <a16:creationId xmlns:a16="http://schemas.microsoft.com/office/drawing/2014/main" id="{4A1939F0-AE1F-888C-FA43-CE9FDD568B7E}"/>
              </a:ext>
            </a:extLst>
          </p:cNvPr>
          <p:cNvSpPr>
            <a:spLocks noGrp="1"/>
          </p:cNvSpPr>
          <p:nvPr>
            <p:ph type="body" sz="quarter" idx="14" hasCustomPrompt="1"/>
          </p:nvPr>
        </p:nvSpPr>
        <p:spPr>
          <a:xfrm>
            <a:off x="508743" y="4415321"/>
            <a:ext cx="2606675" cy="775577"/>
          </a:xfrm>
        </p:spPr>
        <p:txBody>
          <a:bodyPr/>
          <a:lstStyle>
            <a:lvl1pPr marL="0" marR="0" indent="0" algn="l" defTabSz="1088558" rtl="0" eaLnBrk="1" fontAlgn="auto" latinLnBrk="0" hangingPunct="1">
              <a:lnSpc>
                <a:spcPct val="100000"/>
              </a:lnSpc>
              <a:spcBef>
                <a:spcPts val="0"/>
              </a:spcBef>
              <a:spcAft>
                <a:spcPts val="600"/>
              </a:spcAft>
              <a:buClrTx/>
              <a:buSzPct val="100000"/>
              <a:buFont typeface="Arial" panose="020B0604020202020204" pitchFamily="34" charset="0"/>
              <a:buNone/>
              <a:tabLst/>
              <a:defRPr sz="1400" b="0" i="0">
                <a:latin typeface="72 Brand" panose="020B0504030603020204" pitchFamily="34" charset="0"/>
              </a:defRPr>
            </a:lvl1pPr>
            <a:lvl2pPr>
              <a:spcBef>
                <a:spcPts val="0"/>
              </a:spcBef>
              <a:buNone/>
              <a:defRPr sz="1200">
                <a:latin typeface="+mn-lt"/>
              </a:defRPr>
            </a:lvl2pPr>
            <a:lvl3pPr>
              <a:defRPr>
                <a:latin typeface="+mj-lt"/>
              </a:defRPr>
            </a:lvl3pPr>
            <a:lvl4pPr>
              <a:defRPr>
                <a:latin typeface="+mj-lt"/>
              </a:defRPr>
            </a:lvl4pPr>
            <a:lvl5pPr>
              <a:defRPr>
                <a:latin typeface="+mj-lt"/>
              </a:defRPr>
            </a:lvl5pPr>
          </a:lstStyle>
          <a:p>
            <a:pPr lvl="0"/>
            <a:r>
              <a:rPr lang="de-DE" b="0" err="1"/>
              <a:t>Role</a:t>
            </a:r>
            <a:endParaRPr lang="de-DE" b="0"/>
          </a:p>
          <a:p>
            <a:pPr marL="0" marR="0" lvl="0" indent="0" algn="l" defTabSz="1088558" rtl="0" eaLnBrk="1" fontAlgn="auto" latinLnBrk="0" hangingPunct="1">
              <a:lnSpc>
                <a:spcPct val="100000"/>
              </a:lnSpc>
              <a:spcBef>
                <a:spcPts val="0"/>
              </a:spcBef>
              <a:spcAft>
                <a:spcPts val="600"/>
              </a:spcAft>
              <a:buClrTx/>
              <a:buSzPct val="100000"/>
              <a:buFont typeface="Arial" panose="020B0604020202020204" pitchFamily="34" charset="0"/>
              <a:buNone/>
              <a:tabLst/>
              <a:defRPr/>
            </a:pPr>
            <a:r>
              <a:rPr lang="de-DE" b="0"/>
              <a:t>General </a:t>
            </a:r>
            <a:r>
              <a:rPr lang="de-DE" b="0" err="1"/>
              <a:t>contact</a:t>
            </a:r>
            <a:r>
              <a:rPr lang="de-DE" b="0"/>
              <a:t> </a:t>
            </a:r>
            <a:r>
              <a:rPr lang="de-DE" b="0" err="1"/>
              <a:t>info</a:t>
            </a:r>
            <a:endParaRPr lang="de-DE"/>
          </a:p>
        </p:txBody>
      </p:sp>
    </p:spTree>
    <p:extLst>
      <p:ext uri="{BB962C8B-B14F-4D97-AF65-F5344CB8AC3E}">
        <p14:creationId xmlns:p14="http://schemas.microsoft.com/office/powerpoint/2010/main" val="2410305714"/>
      </p:ext>
    </p:extLst>
  </p:cSld>
  <p:clrMapOvr>
    <a:masterClrMapping/>
  </p:clrMapOvr>
  <p:extLst>
    <p:ext uri="{DCECCB84-F9BA-43D5-87BE-67443E8EF086}">
      <p15:sldGuideLst xmlns:p15="http://schemas.microsoft.com/office/powerpoint/2012/main">
        <p15:guide id="2" orient="horz" pos="317">
          <p15:clr>
            <a:srgbClr val="FBAE40"/>
          </p15:clr>
        </p15:guide>
        <p15:guide id="4" orient="horz" pos="551">
          <p15:clr>
            <a:srgbClr val="FBAE4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Content focus only text">
    <p:spTree>
      <p:nvGrpSpPr>
        <p:cNvPr id="1" name=""/>
        <p:cNvGrpSpPr/>
        <p:nvPr/>
      </p:nvGrpSpPr>
      <p:grpSpPr>
        <a:xfrm>
          <a:off x="0" y="0"/>
          <a:ext cx="0" cy="0"/>
          <a:chOff x="0" y="0"/>
          <a:chExt cx="0" cy="0"/>
        </a:xfrm>
      </p:grpSpPr>
      <p:sp>
        <p:nvSpPr>
          <p:cNvPr id="3" name="Title"/>
          <p:cNvSpPr>
            <a:spLocks noGrp="1"/>
          </p:cNvSpPr>
          <p:nvPr>
            <p:ph type="title" hasCustomPrompt="1"/>
          </p:nvPr>
        </p:nvSpPr>
        <p:spPr>
          <a:xfrm>
            <a:off x="1455739" y="2293399"/>
            <a:ext cx="4767262" cy="1846659"/>
          </a:xfrm>
        </p:spPr>
        <p:txBody>
          <a:bodyPr anchor="ctr" anchorCtr="0"/>
          <a:lstStyle>
            <a:lvl1pPr>
              <a:defRPr sz="4000" b="0" i="0">
                <a:latin typeface="72 Brand Medium" panose="020B0504030603020204" pitchFamily="34" charset="0"/>
              </a:defRPr>
            </a:lvl1pPr>
          </a:lstStyle>
          <a:p>
            <a:r>
              <a:rPr lang="en-US" noProof="0"/>
              <a:t>Insert content focus / key concept 1-3 rows</a:t>
            </a:r>
            <a:endParaRPr lang="en-US"/>
          </a:p>
        </p:txBody>
      </p:sp>
    </p:spTree>
    <p:extLst>
      <p:ext uri="{BB962C8B-B14F-4D97-AF65-F5344CB8AC3E}">
        <p14:creationId xmlns:p14="http://schemas.microsoft.com/office/powerpoint/2010/main" val="2973239689"/>
      </p:ext>
    </p:extLst>
  </p:cSld>
  <p:clrMapOvr>
    <a:masterClrMapping/>
  </p:clrMapOvr>
  <p:extLst>
    <p:ext uri="{DCECCB84-F9BA-43D5-87BE-67443E8EF086}">
      <p15:sldGuideLst xmlns:p15="http://schemas.microsoft.com/office/powerpoint/2012/main">
        <p15:guide id="2" orient="horz" pos="317">
          <p15:clr>
            <a:srgbClr val="FBAE40"/>
          </p15:clr>
        </p15:guide>
        <p15:guide id="4" orient="horz" pos="551">
          <p15:clr>
            <a:srgbClr val="FBAE40"/>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userDrawn="1">
  <p:cSld name="Content focus A indigo background">
    <p:bg>
      <p:bgPr>
        <a:solidFill>
          <a:srgbClr val="E2D8FF"/>
        </a:solidFill>
        <a:effectLst/>
      </p:bgPr>
    </p:bg>
    <p:spTree>
      <p:nvGrpSpPr>
        <p:cNvPr id="1" name=""/>
        <p:cNvGrpSpPr/>
        <p:nvPr/>
      </p:nvGrpSpPr>
      <p:grpSpPr>
        <a:xfrm>
          <a:off x="0" y="0"/>
          <a:ext cx="0" cy="0"/>
          <a:chOff x="0" y="0"/>
          <a:chExt cx="0" cy="0"/>
        </a:xfrm>
      </p:grpSpPr>
      <p:pic>
        <p:nvPicPr>
          <p:cNvPr id="6" name="Image 1" descr="preencoded.png">
            <a:extLst>
              <a:ext uri="{FF2B5EF4-FFF2-40B4-BE49-F238E27FC236}">
                <a16:creationId xmlns:a16="http://schemas.microsoft.com/office/drawing/2014/main" id="{445BFCBB-E7ED-3DD7-0551-4F66378096E9}"/>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l="12691"/>
          <a:stretch>
            <a:fillRect/>
          </a:stretch>
        </p:blipFill>
        <p:spPr>
          <a:xfrm>
            <a:off x="0" y="2"/>
            <a:ext cx="12195175" cy="6857998"/>
          </a:xfrm>
          <a:prstGeom prst="rect">
            <a:avLst/>
          </a:prstGeom>
        </p:spPr>
      </p:pic>
      <p:sp>
        <p:nvSpPr>
          <p:cNvPr id="12" name="Rechteck 11">
            <a:extLst>
              <a:ext uri="{FF2B5EF4-FFF2-40B4-BE49-F238E27FC236}">
                <a16:creationId xmlns:a16="http://schemas.microsoft.com/office/drawing/2014/main" id="{5F46E3DF-9239-D069-B4B4-5856EF1F88B1}"/>
              </a:ext>
            </a:extLst>
          </p:cNvPr>
          <p:cNvSpPr/>
          <p:nvPr/>
        </p:nvSpPr>
        <p:spPr bwMode="gray">
          <a:xfrm>
            <a:off x="-1044244" y="2"/>
            <a:ext cx="15269034" cy="6857998"/>
          </a:xfrm>
          <a:prstGeom prst="rect">
            <a:avLst/>
          </a:prstGeom>
          <a:no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400" b="0" i="0" u="none" strike="noStrike" kern="0" cap="none" spc="0" normalizeH="0" baseline="0" noProof="0" err="1">
              <a:ln>
                <a:noFill/>
              </a:ln>
              <a:effectLst/>
              <a:uLnTx/>
              <a:uFillTx/>
              <a:latin typeface="72 Brand" panose="020B0504030603020204" pitchFamily="34" charset="0"/>
              <a:ea typeface="72 Brand" pitchFamily="34" charset="-128"/>
              <a:cs typeface="72 Brand" pitchFamily="34" charset="-128"/>
            </a:endParaRPr>
          </a:p>
        </p:txBody>
      </p:sp>
      <p:sp>
        <p:nvSpPr>
          <p:cNvPr id="14" name="Rechtwinkliges Dreieck 13">
            <a:extLst>
              <a:ext uri="{FF2B5EF4-FFF2-40B4-BE49-F238E27FC236}">
                <a16:creationId xmlns:a16="http://schemas.microsoft.com/office/drawing/2014/main" id="{3E3984EB-A65A-F9FC-49B5-2654BED0FF03}"/>
              </a:ext>
            </a:extLst>
          </p:cNvPr>
          <p:cNvSpPr/>
          <p:nvPr/>
        </p:nvSpPr>
        <p:spPr bwMode="gray">
          <a:xfrm rot="5400000">
            <a:off x="6826660" y="1348151"/>
            <a:ext cx="4017051" cy="4020838"/>
          </a:xfrm>
          <a:prstGeom prst="rtTriangle">
            <a:avLst/>
          </a:prstGeom>
          <a:solidFill>
            <a:srgbClr val="E2D8FF"/>
          </a:solid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400" b="0" i="0" u="none" strike="noStrike" kern="0" cap="none" spc="0" normalizeH="0" baseline="0" noProof="0" err="1">
              <a:ln>
                <a:noFill/>
              </a:ln>
              <a:effectLst/>
              <a:uLnTx/>
              <a:uFillTx/>
              <a:latin typeface="72 Brand" panose="020B0504030603020204" pitchFamily="34" charset="0"/>
              <a:ea typeface="72 Brand" pitchFamily="34" charset="-128"/>
              <a:cs typeface="72 Brand" pitchFamily="34" charset="-128"/>
            </a:endParaRPr>
          </a:p>
        </p:txBody>
      </p:sp>
      <p:sp>
        <p:nvSpPr>
          <p:cNvPr id="16" name="Title">
            <a:extLst>
              <a:ext uri="{FF2B5EF4-FFF2-40B4-BE49-F238E27FC236}">
                <a16:creationId xmlns:a16="http://schemas.microsoft.com/office/drawing/2014/main" id="{8784A296-7006-FA89-AFCF-17A5ADC03170}"/>
              </a:ext>
            </a:extLst>
          </p:cNvPr>
          <p:cNvSpPr>
            <a:spLocks noGrp="1"/>
          </p:cNvSpPr>
          <p:nvPr userDrawn="1">
            <p:ph type="title" hasCustomPrompt="1"/>
          </p:nvPr>
        </p:nvSpPr>
        <p:spPr>
          <a:xfrm>
            <a:off x="1204913" y="2438764"/>
            <a:ext cx="4765675" cy="1846659"/>
          </a:xfrm>
        </p:spPr>
        <p:txBody>
          <a:bodyPr anchor="ctr" anchorCtr="0"/>
          <a:lstStyle>
            <a:lvl1pPr>
              <a:defRPr sz="4000" b="0" i="0">
                <a:solidFill>
                  <a:schemeClr val="bg1"/>
                </a:solidFill>
                <a:latin typeface="72 Brand Medium" panose="020B0504030603020204" pitchFamily="34" charset="0"/>
              </a:defRPr>
            </a:lvl1pPr>
          </a:lstStyle>
          <a:p>
            <a:r>
              <a:rPr lang="en-US" noProof="0"/>
              <a:t>Insert content focus / key concept. Meant to be short.</a:t>
            </a:r>
            <a:endParaRPr lang="en-US"/>
          </a:p>
        </p:txBody>
      </p:sp>
      <p:sp>
        <p:nvSpPr>
          <p:cNvPr id="17" name="Slide number">
            <a:extLst>
              <a:ext uri="{FF2B5EF4-FFF2-40B4-BE49-F238E27FC236}">
                <a16:creationId xmlns:a16="http://schemas.microsoft.com/office/drawing/2014/main" id="{699CF3AE-FA3C-9F07-091A-B235B9A26862}"/>
              </a:ext>
            </a:extLst>
          </p:cNvPr>
          <p:cNvSpPr txBox="1"/>
          <p:nvPr userDrawn="1"/>
        </p:nvSpPr>
        <p:spPr bwMode="black">
          <a:xfrm>
            <a:off x="11472469" y="6536751"/>
            <a:ext cx="218008"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solidFill>
                  <a:schemeClr val="tx1"/>
                </a:solidFill>
                <a:latin typeface="72 Brand" panose="020B0504030603020204" pitchFamily="34" charset="0"/>
              </a:rPr>
              <a:pPr marL="0" lvl="0" indent="0" algn="r">
                <a:buNone/>
              </a:pPr>
              <a:t>‹#›</a:t>
            </a:fld>
            <a:endParaRPr lang="en-US" sz="900" b="0" i="0" noProof="0">
              <a:solidFill>
                <a:schemeClr val="tx1"/>
              </a:solidFill>
              <a:latin typeface="72 Brand" panose="020B0504030603020204" pitchFamily="34" charset="0"/>
            </a:endParaRPr>
          </a:p>
        </p:txBody>
      </p:sp>
      <p:sp>
        <p:nvSpPr>
          <p:cNvPr id="9" name="Bildplatzhalter 8">
            <a:extLst>
              <a:ext uri="{FF2B5EF4-FFF2-40B4-BE49-F238E27FC236}">
                <a16:creationId xmlns:a16="http://schemas.microsoft.com/office/drawing/2014/main" id="{E16C6583-3744-5D2E-E4C9-C194EBBD6892}"/>
              </a:ext>
            </a:extLst>
          </p:cNvPr>
          <p:cNvSpPr>
            <a:spLocks noGrp="1"/>
          </p:cNvSpPr>
          <p:nvPr>
            <p:ph type="pic" sz="quarter" idx="10"/>
          </p:nvPr>
        </p:nvSpPr>
        <p:spPr>
          <a:xfrm>
            <a:off x="6815434" y="1346110"/>
            <a:ext cx="8137789" cy="4017052"/>
          </a:xfrm>
          <a:prstGeom prst="parallelogram">
            <a:avLst>
              <a:gd name="adj" fmla="val 100230"/>
            </a:avLst>
          </a:prstGeom>
          <a:noFill/>
        </p:spPr>
        <p:txBody>
          <a:bodyPr/>
          <a:lstStyle>
            <a:lvl1pPr>
              <a:defRPr>
                <a:latin typeface="72 Brand" panose="020B0504030603020204" pitchFamily="34" charset="0"/>
              </a:defRPr>
            </a:lvl1pPr>
          </a:lstStyle>
          <a:p>
            <a:r>
              <a:rPr lang="de-DE"/>
              <a:t>Bild durch Klicken auf Symbol hinzufügen</a:t>
            </a:r>
          </a:p>
        </p:txBody>
      </p:sp>
    </p:spTree>
    <p:extLst>
      <p:ext uri="{BB962C8B-B14F-4D97-AF65-F5344CB8AC3E}">
        <p14:creationId xmlns:p14="http://schemas.microsoft.com/office/powerpoint/2010/main" val="2807592330"/>
      </p:ext>
    </p:extLst>
  </p:cSld>
  <p:clrMapOvr>
    <a:masterClrMapping/>
  </p:clrMapOvr>
  <p:extLst>
    <p:ext uri="{DCECCB84-F9BA-43D5-87BE-67443E8EF086}">
      <p15:sldGuideLst xmlns:p15="http://schemas.microsoft.com/office/powerpoint/2012/main">
        <p15:guide id="2" orient="horz" pos="317">
          <p15:clr>
            <a:srgbClr val="FBAE40"/>
          </p15:clr>
        </p15:guide>
        <p15:guide id="4" orient="horz" pos="551">
          <p15:clr>
            <a:srgbClr val="FBAE4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userDrawn="1">
  <p:cSld name="Content focus B indigo background">
    <p:bg>
      <p:bgPr>
        <a:solidFill>
          <a:srgbClr val="E2D8FF"/>
        </a:solidFill>
        <a:effectLst/>
      </p:bgPr>
    </p:bg>
    <p:spTree>
      <p:nvGrpSpPr>
        <p:cNvPr id="1" name=""/>
        <p:cNvGrpSpPr/>
        <p:nvPr/>
      </p:nvGrpSpPr>
      <p:grpSpPr>
        <a:xfrm>
          <a:off x="0" y="0"/>
          <a:ext cx="0" cy="0"/>
          <a:chOff x="0" y="0"/>
          <a:chExt cx="0" cy="0"/>
        </a:xfrm>
      </p:grpSpPr>
      <p:pic>
        <p:nvPicPr>
          <p:cNvPr id="6" name="Image 1" descr="preencoded.png">
            <a:extLst>
              <a:ext uri="{FF2B5EF4-FFF2-40B4-BE49-F238E27FC236}">
                <a16:creationId xmlns:a16="http://schemas.microsoft.com/office/drawing/2014/main" id="{445BFCBB-E7ED-3DD7-0551-4F66378096E9}"/>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l="12691" r="24486" b="28045"/>
          <a:stretch>
            <a:fillRect/>
          </a:stretch>
        </p:blipFill>
        <p:spPr>
          <a:xfrm>
            <a:off x="0" y="1"/>
            <a:ext cx="12195175" cy="6857999"/>
          </a:xfrm>
          <a:prstGeom prst="rect">
            <a:avLst/>
          </a:prstGeom>
        </p:spPr>
      </p:pic>
      <p:sp>
        <p:nvSpPr>
          <p:cNvPr id="12" name="Rechteck 11">
            <a:extLst>
              <a:ext uri="{FF2B5EF4-FFF2-40B4-BE49-F238E27FC236}">
                <a16:creationId xmlns:a16="http://schemas.microsoft.com/office/drawing/2014/main" id="{5F46E3DF-9239-D069-B4B4-5856EF1F88B1}"/>
              </a:ext>
            </a:extLst>
          </p:cNvPr>
          <p:cNvSpPr/>
          <p:nvPr/>
        </p:nvSpPr>
        <p:spPr bwMode="gray">
          <a:xfrm>
            <a:off x="-1044244" y="2"/>
            <a:ext cx="15269034" cy="6857998"/>
          </a:xfrm>
          <a:prstGeom prst="rect">
            <a:avLst/>
          </a:prstGeom>
          <a:no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400" b="0" i="0" u="none" strike="noStrike" kern="0" cap="none" spc="0" normalizeH="0" baseline="0" noProof="0" err="1">
              <a:ln>
                <a:noFill/>
              </a:ln>
              <a:effectLst/>
              <a:uLnTx/>
              <a:uFillTx/>
              <a:latin typeface="72 Brand" panose="020B0504030603020204" pitchFamily="34" charset="0"/>
              <a:ea typeface="72 Brand" pitchFamily="34" charset="-128"/>
              <a:cs typeface="72 Brand" pitchFamily="34" charset="-128"/>
            </a:endParaRPr>
          </a:p>
        </p:txBody>
      </p:sp>
      <p:sp>
        <p:nvSpPr>
          <p:cNvPr id="17" name="Slide number">
            <a:extLst>
              <a:ext uri="{FF2B5EF4-FFF2-40B4-BE49-F238E27FC236}">
                <a16:creationId xmlns:a16="http://schemas.microsoft.com/office/drawing/2014/main" id="{699CF3AE-FA3C-9F07-091A-B235B9A26862}"/>
              </a:ext>
            </a:extLst>
          </p:cNvPr>
          <p:cNvSpPr txBox="1"/>
          <p:nvPr userDrawn="1"/>
        </p:nvSpPr>
        <p:spPr bwMode="black">
          <a:xfrm>
            <a:off x="11472469" y="6536751"/>
            <a:ext cx="218008"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solidFill>
                  <a:schemeClr val="tx1"/>
                </a:solidFill>
                <a:latin typeface="72 Brand" panose="020B0504030603020204" pitchFamily="34" charset="0"/>
              </a:rPr>
              <a:pPr marL="0" lvl="0" indent="0" algn="r">
                <a:buNone/>
              </a:pPr>
              <a:t>‹#›</a:t>
            </a:fld>
            <a:endParaRPr lang="en-US" sz="900" b="0" i="0" noProof="0">
              <a:solidFill>
                <a:schemeClr val="tx1"/>
              </a:solidFill>
              <a:latin typeface="72 Brand" panose="020B0504030603020204" pitchFamily="34" charset="0"/>
            </a:endParaRPr>
          </a:p>
        </p:txBody>
      </p:sp>
      <p:sp>
        <p:nvSpPr>
          <p:cNvPr id="4" name="Rechteck 3">
            <a:extLst>
              <a:ext uri="{FF2B5EF4-FFF2-40B4-BE49-F238E27FC236}">
                <a16:creationId xmlns:a16="http://schemas.microsoft.com/office/drawing/2014/main" id="{EB45551B-4755-0CBC-DA9B-E0E76D606280}"/>
              </a:ext>
            </a:extLst>
          </p:cNvPr>
          <p:cNvSpPr/>
          <p:nvPr userDrawn="1"/>
        </p:nvSpPr>
        <p:spPr bwMode="gray">
          <a:xfrm>
            <a:off x="0" y="0"/>
            <a:ext cx="4176224" cy="6858000"/>
          </a:xfrm>
          <a:prstGeom prst="rect">
            <a:avLst/>
          </a:prstGeom>
          <a:solidFill>
            <a:srgbClr val="5D36FF"/>
          </a:solid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400" b="0" i="0" u="none" strike="noStrike" kern="0" cap="none" spc="0" normalizeH="0" baseline="0" noProof="0" err="1">
              <a:ln>
                <a:noFill/>
              </a:ln>
              <a:effectLst/>
              <a:uLnTx/>
              <a:uFillTx/>
              <a:latin typeface="72 Brand" panose="020B0504030603020204" pitchFamily="34" charset="0"/>
              <a:ea typeface="72 Brand" pitchFamily="34" charset="-128"/>
              <a:cs typeface="72 Brand" pitchFamily="34" charset="-128"/>
            </a:endParaRPr>
          </a:p>
        </p:txBody>
      </p:sp>
      <p:sp>
        <p:nvSpPr>
          <p:cNvPr id="3" name="Bildplatzhalter 6">
            <a:extLst>
              <a:ext uri="{FF2B5EF4-FFF2-40B4-BE49-F238E27FC236}">
                <a16:creationId xmlns:a16="http://schemas.microsoft.com/office/drawing/2014/main" id="{4FC54750-006F-FF49-3F7B-EBA5C3D37F58}"/>
              </a:ext>
            </a:extLst>
          </p:cNvPr>
          <p:cNvSpPr>
            <a:spLocks noGrp="1"/>
          </p:cNvSpPr>
          <p:nvPr>
            <p:ph type="pic" sz="quarter" idx="10"/>
          </p:nvPr>
        </p:nvSpPr>
        <p:spPr>
          <a:xfrm>
            <a:off x="0" y="1357313"/>
            <a:ext cx="4180114" cy="4016375"/>
          </a:xfrm>
          <a:noFill/>
        </p:spPr>
        <p:txBody>
          <a:bodyPr/>
          <a:lstStyle>
            <a:lvl1pPr>
              <a:defRPr>
                <a:latin typeface="72 Brand" panose="020B0504030603020204" pitchFamily="34" charset="0"/>
              </a:defRPr>
            </a:lvl1pPr>
          </a:lstStyle>
          <a:p>
            <a:r>
              <a:rPr lang="de-DE"/>
              <a:t>Bild durch Klicken auf Symbol hinzufügen</a:t>
            </a:r>
          </a:p>
        </p:txBody>
      </p:sp>
      <p:sp>
        <p:nvSpPr>
          <p:cNvPr id="5" name="Rechtwinkliges Dreieck 4">
            <a:extLst>
              <a:ext uri="{FF2B5EF4-FFF2-40B4-BE49-F238E27FC236}">
                <a16:creationId xmlns:a16="http://schemas.microsoft.com/office/drawing/2014/main" id="{E5922930-930F-565F-E59D-79680A7E29BA}"/>
              </a:ext>
            </a:extLst>
          </p:cNvPr>
          <p:cNvSpPr/>
          <p:nvPr userDrawn="1"/>
        </p:nvSpPr>
        <p:spPr bwMode="gray">
          <a:xfrm rot="5400000">
            <a:off x="4178117" y="1354825"/>
            <a:ext cx="4016376" cy="4020162"/>
          </a:xfrm>
          <a:prstGeom prst="rtTriangle">
            <a:avLst/>
          </a:prstGeom>
          <a:solidFill>
            <a:srgbClr val="5D36FF"/>
          </a:solid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400" b="0" i="0" u="none" strike="noStrike" kern="0" cap="none" spc="0" normalizeH="0" baseline="0" noProof="0" err="1">
              <a:ln>
                <a:noFill/>
              </a:ln>
              <a:effectLst/>
              <a:uLnTx/>
              <a:uFillTx/>
              <a:latin typeface="72 Brand" panose="020B0504030603020204" pitchFamily="34" charset="0"/>
              <a:ea typeface="72 Brand" pitchFamily="34" charset="-128"/>
              <a:cs typeface="72 Brand" pitchFamily="34" charset="-128"/>
            </a:endParaRPr>
          </a:p>
        </p:txBody>
      </p:sp>
      <p:sp>
        <p:nvSpPr>
          <p:cNvPr id="16" name="Title">
            <a:extLst>
              <a:ext uri="{FF2B5EF4-FFF2-40B4-BE49-F238E27FC236}">
                <a16:creationId xmlns:a16="http://schemas.microsoft.com/office/drawing/2014/main" id="{8784A296-7006-FA89-AFCF-17A5ADC03170}"/>
              </a:ext>
            </a:extLst>
          </p:cNvPr>
          <p:cNvSpPr>
            <a:spLocks noGrp="1"/>
          </p:cNvSpPr>
          <p:nvPr userDrawn="1">
            <p:ph type="title" hasCustomPrompt="1"/>
          </p:nvPr>
        </p:nvSpPr>
        <p:spPr>
          <a:xfrm>
            <a:off x="5268913" y="2441913"/>
            <a:ext cx="4765675" cy="1846659"/>
          </a:xfrm>
        </p:spPr>
        <p:txBody>
          <a:bodyPr anchor="ctr" anchorCtr="0"/>
          <a:lstStyle>
            <a:lvl1pPr>
              <a:defRPr sz="4000" b="0" i="0">
                <a:solidFill>
                  <a:schemeClr val="bg1"/>
                </a:solidFill>
                <a:latin typeface="72 Brand Medium" panose="020B0504030603020204" pitchFamily="34" charset="0"/>
              </a:defRPr>
            </a:lvl1pPr>
          </a:lstStyle>
          <a:p>
            <a:r>
              <a:rPr lang="en-US" noProof="0"/>
              <a:t>Insert content focus / key concept. Meant to be short.</a:t>
            </a:r>
            <a:endParaRPr lang="en-US"/>
          </a:p>
        </p:txBody>
      </p:sp>
    </p:spTree>
    <p:extLst>
      <p:ext uri="{BB962C8B-B14F-4D97-AF65-F5344CB8AC3E}">
        <p14:creationId xmlns:p14="http://schemas.microsoft.com/office/powerpoint/2010/main" val="180560371"/>
      </p:ext>
    </p:extLst>
  </p:cSld>
  <p:clrMapOvr>
    <a:masterClrMapping/>
  </p:clrMapOvr>
  <p:extLst>
    <p:ext uri="{DCECCB84-F9BA-43D5-87BE-67443E8EF086}">
      <p15:sldGuideLst xmlns:p15="http://schemas.microsoft.com/office/powerpoint/2012/main">
        <p15:guide id="2" orient="horz" pos="317">
          <p15:clr>
            <a:srgbClr val="FBAE40"/>
          </p15:clr>
        </p15:guide>
        <p15:guide id="4" orient="horz" pos="551">
          <p15:clr>
            <a:srgbClr val="FBAE4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userDrawn="1">
  <p:cSld name="Content focus A blue background">
    <p:bg>
      <p:bgPr>
        <a:solidFill>
          <a:srgbClr val="89D1FF"/>
        </a:solidFill>
        <a:effectLst/>
      </p:bgPr>
    </p:bg>
    <p:spTree>
      <p:nvGrpSpPr>
        <p:cNvPr id="1" name=""/>
        <p:cNvGrpSpPr/>
        <p:nvPr/>
      </p:nvGrpSpPr>
      <p:grpSpPr>
        <a:xfrm>
          <a:off x="0" y="0"/>
          <a:ext cx="0" cy="0"/>
          <a:chOff x="0" y="0"/>
          <a:chExt cx="0" cy="0"/>
        </a:xfrm>
      </p:grpSpPr>
      <p:pic>
        <p:nvPicPr>
          <p:cNvPr id="6" name="Image 1" descr="preencoded.png">
            <a:extLst>
              <a:ext uri="{FF2B5EF4-FFF2-40B4-BE49-F238E27FC236}">
                <a16:creationId xmlns:a16="http://schemas.microsoft.com/office/drawing/2014/main" id="{445BFCBB-E7ED-3DD7-0551-4F66378096E9}"/>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l="12691" r="24486" b="28045"/>
          <a:stretch>
            <a:fillRect/>
          </a:stretch>
        </p:blipFill>
        <p:spPr>
          <a:xfrm>
            <a:off x="0" y="1"/>
            <a:ext cx="12195175" cy="6857999"/>
          </a:xfrm>
          <a:prstGeom prst="rect">
            <a:avLst/>
          </a:prstGeom>
        </p:spPr>
      </p:pic>
      <p:sp>
        <p:nvSpPr>
          <p:cNvPr id="12" name="Rechteck 11">
            <a:extLst>
              <a:ext uri="{FF2B5EF4-FFF2-40B4-BE49-F238E27FC236}">
                <a16:creationId xmlns:a16="http://schemas.microsoft.com/office/drawing/2014/main" id="{5F46E3DF-9239-D069-B4B4-5856EF1F88B1}"/>
              </a:ext>
            </a:extLst>
          </p:cNvPr>
          <p:cNvSpPr/>
          <p:nvPr/>
        </p:nvSpPr>
        <p:spPr bwMode="gray">
          <a:xfrm>
            <a:off x="-1044244" y="2"/>
            <a:ext cx="15269034" cy="6857998"/>
          </a:xfrm>
          <a:prstGeom prst="rect">
            <a:avLst/>
          </a:prstGeom>
          <a:no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400" b="0" i="0" u="none" strike="noStrike" kern="0" cap="none" spc="0" normalizeH="0" baseline="0" noProof="0" err="1">
              <a:ln>
                <a:noFill/>
              </a:ln>
              <a:effectLst/>
              <a:uLnTx/>
              <a:uFillTx/>
              <a:latin typeface="72 Brand" panose="020B0504030603020204" pitchFamily="34" charset="0"/>
              <a:ea typeface="72 Brand" pitchFamily="34" charset="-128"/>
              <a:cs typeface="72 Brand" pitchFamily="34" charset="-128"/>
            </a:endParaRPr>
          </a:p>
        </p:txBody>
      </p:sp>
      <p:sp>
        <p:nvSpPr>
          <p:cNvPr id="17" name="Slide number">
            <a:extLst>
              <a:ext uri="{FF2B5EF4-FFF2-40B4-BE49-F238E27FC236}">
                <a16:creationId xmlns:a16="http://schemas.microsoft.com/office/drawing/2014/main" id="{699CF3AE-FA3C-9F07-091A-B235B9A26862}"/>
              </a:ext>
            </a:extLst>
          </p:cNvPr>
          <p:cNvSpPr txBox="1"/>
          <p:nvPr userDrawn="1"/>
        </p:nvSpPr>
        <p:spPr bwMode="black">
          <a:xfrm>
            <a:off x="11472469" y="6536751"/>
            <a:ext cx="218008"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solidFill>
                  <a:schemeClr val="tx1"/>
                </a:solidFill>
                <a:latin typeface="72 Brand" panose="020B0504030603020204" pitchFamily="34" charset="0"/>
              </a:rPr>
              <a:pPr marL="0" lvl="0" indent="0" algn="r">
                <a:buNone/>
              </a:pPr>
              <a:t>‹#›</a:t>
            </a:fld>
            <a:endParaRPr lang="en-US" sz="900" b="0" i="0" noProof="0">
              <a:solidFill>
                <a:schemeClr val="tx1"/>
              </a:solidFill>
              <a:latin typeface="72 Brand" panose="020B0504030603020204" pitchFamily="34" charset="0"/>
            </a:endParaRPr>
          </a:p>
        </p:txBody>
      </p:sp>
      <p:sp>
        <p:nvSpPr>
          <p:cNvPr id="4" name="Rechteck 3">
            <a:extLst>
              <a:ext uri="{FF2B5EF4-FFF2-40B4-BE49-F238E27FC236}">
                <a16:creationId xmlns:a16="http://schemas.microsoft.com/office/drawing/2014/main" id="{EB45551B-4755-0CBC-DA9B-E0E76D606280}"/>
              </a:ext>
            </a:extLst>
          </p:cNvPr>
          <p:cNvSpPr/>
          <p:nvPr userDrawn="1"/>
        </p:nvSpPr>
        <p:spPr bwMode="gray">
          <a:xfrm>
            <a:off x="0" y="0"/>
            <a:ext cx="4180114" cy="6858000"/>
          </a:xfrm>
          <a:prstGeom prst="rect">
            <a:avLst/>
          </a:prstGeom>
          <a:solidFill>
            <a:srgbClr val="002A86"/>
          </a:solid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400" b="0" i="0" u="none" strike="noStrike" kern="0" cap="none" spc="0" normalizeH="0" baseline="0" noProof="0" err="1">
              <a:ln>
                <a:noFill/>
              </a:ln>
              <a:effectLst/>
              <a:uLnTx/>
              <a:uFillTx/>
              <a:latin typeface="72 Brand" panose="020B0504030603020204" pitchFamily="34" charset="0"/>
              <a:ea typeface="72 Brand" pitchFamily="34" charset="-128"/>
              <a:cs typeface="72 Brand" pitchFamily="34" charset="-128"/>
            </a:endParaRPr>
          </a:p>
        </p:txBody>
      </p:sp>
      <p:sp>
        <p:nvSpPr>
          <p:cNvPr id="7" name="Bildplatzhalter 6">
            <a:extLst>
              <a:ext uri="{FF2B5EF4-FFF2-40B4-BE49-F238E27FC236}">
                <a16:creationId xmlns:a16="http://schemas.microsoft.com/office/drawing/2014/main" id="{5E0E9E6F-474C-A635-2FBD-28D3ED54D242}"/>
              </a:ext>
            </a:extLst>
          </p:cNvPr>
          <p:cNvSpPr>
            <a:spLocks noGrp="1"/>
          </p:cNvSpPr>
          <p:nvPr>
            <p:ph type="pic" sz="quarter" idx="10"/>
          </p:nvPr>
        </p:nvSpPr>
        <p:spPr>
          <a:xfrm>
            <a:off x="0" y="1357313"/>
            <a:ext cx="4180114" cy="4016375"/>
          </a:xfrm>
        </p:spPr>
        <p:txBody>
          <a:bodyPr/>
          <a:lstStyle>
            <a:lvl1pPr>
              <a:defRPr>
                <a:latin typeface="72 Brand" panose="020B0504030603020204" pitchFamily="34" charset="0"/>
              </a:defRPr>
            </a:lvl1pPr>
          </a:lstStyle>
          <a:p>
            <a:r>
              <a:rPr lang="de-DE"/>
              <a:t>Bild durch Klicken auf Symbol hinzufügen</a:t>
            </a:r>
          </a:p>
        </p:txBody>
      </p:sp>
      <p:sp>
        <p:nvSpPr>
          <p:cNvPr id="14" name="Rechtwinkliges Dreieck 13">
            <a:extLst>
              <a:ext uri="{FF2B5EF4-FFF2-40B4-BE49-F238E27FC236}">
                <a16:creationId xmlns:a16="http://schemas.microsoft.com/office/drawing/2014/main" id="{3E3984EB-A65A-F9FC-49B5-2654BED0FF03}"/>
              </a:ext>
            </a:extLst>
          </p:cNvPr>
          <p:cNvSpPr/>
          <p:nvPr/>
        </p:nvSpPr>
        <p:spPr bwMode="gray">
          <a:xfrm rot="5400000">
            <a:off x="4178117" y="1354825"/>
            <a:ext cx="4016376" cy="4020162"/>
          </a:xfrm>
          <a:prstGeom prst="rtTriangle">
            <a:avLst/>
          </a:prstGeom>
          <a:solidFill>
            <a:srgbClr val="002A86"/>
          </a:solid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400" b="0" i="0" u="none" strike="noStrike" kern="0" cap="none" spc="0" normalizeH="0" baseline="0" noProof="0" err="1">
              <a:ln>
                <a:noFill/>
              </a:ln>
              <a:effectLst/>
              <a:uLnTx/>
              <a:uFillTx/>
              <a:latin typeface="72 Brand" panose="020B0504030603020204" pitchFamily="34" charset="0"/>
              <a:ea typeface="72 Brand" pitchFamily="34" charset="-128"/>
              <a:cs typeface="72 Brand" pitchFamily="34" charset="-128"/>
            </a:endParaRPr>
          </a:p>
        </p:txBody>
      </p:sp>
      <p:sp>
        <p:nvSpPr>
          <p:cNvPr id="16" name="Title">
            <a:extLst>
              <a:ext uri="{FF2B5EF4-FFF2-40B4-BE49-F238E27FC236}">
                <a16:creationId xmlns:a16="http://schemas.microsoft.com/office/drawing/2014/main" id="{8784A296-7006-FA89-AFCF-17A5ADC03170}"/>
              </a:ext>
            </a:extLst>
          </p:cNvPr>
          <p:cNvSpPr>
            <a:spLocks noGrp="1"/>
          </p:cNvSpPr>
          <p:nvPr userDrawn="1">
            <p:ph type="title" hasCustomPrompt="1"/>
          </p:nvPr>
        </p:nvSpPr>
        <p:spPr>
          <a:xfrm>
            <a:off x="5268913" y="2441913"/>
            <a:ext cx="4765675" cy="1846659"/>
          </a:xfrm>
        </p:spPr>
        <p:txBody>
          <a:bodyPr anchor="ctr" anchorCtr="0"/>
          <a:lstStyle>
            <a:lvl1pPr>
              <a:defRPr sz="4000" b="0" i="0">
                <a:solidFill>
                  <a:schemeClr val="bg1"/>
                </a:solidFill>
                <a:latin typeface="72 Brand Medium" panose="020B0504030603020204" pitchFamily="34" charset="0"/>
              </a:defRPr>
            </a:lvl1pPr>
          </a:lstStyle>
          <a:p>
            <a:r>
              <a:rPr lang="en-US" noProof="0"/>
              <a:t>Insert content focus / key concept. Meant to be short.</a:t>
            </a:r>
            <a:endParaRPr lang="en-US"/>
          </a:p>
        </p:txBody>
      </p:sp>
    </p:spTree>
    <p:extLst>
      <p:ext uri="{BB962C8B-B14F-4D97-AF65-F5344CB8AC3E}">
        <p14:creationId xmlns:p14="http://schemas.microsoft.com/office/powerpoint/2010/main" val="639024760"/>
      </p:ext>
    </p:extLst>
  </p:cSld>
  <p:clrMapOvr>
    <a:masterClrMapping/>
  </p:clrMapOvr>
  <p:extLst>
    <p:ext uri="{DCECCB84-F9BA-43D5-87BE-67443E8EF086}">
      <p15:sldGuideLst xmlns:p15="http://schemas.microsoft.com/office/powerpoint/2012/main">
        <p15:guide id="2" orient="horz" pos="317">
          <p15:clr>
            <a:srgbClr val="FBAE40"/>
          </p15:clr>
        </p15:guide>
        <p15:guide id="4" orient="horz" pos="551">
          <p15:clr>
            <a:srgbClr val="FBAE4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preserve="1" userDrawn="1">
  <p:cSld name="Content focus B blue background">
    <p:bg>
      <p:bgPr>
        <a:solidFill>
          <a:srgbClr val="89D1FF"/>
        </a:solidFill>
        <a:effectLst/>
      </p:bgPr>
    </p:bg>
    <p:spTree>
      <p:nvGrpSpPr>
        <p:cNvPr id="1" name=""/>
        <p:cNvGrpSpPr/>
        <p:nvPr/>
      </p:nvGrpSpPr>
      <p:grpSpPr>
        <a:xfrm>
          <a:off x="0" y="0"/>
          <a:ext cx="0" cy="0"/>
          <a:chOff x="0" y="0"/>
          <a:chExt cx="0" cy="0"/>
        </a:xfrm>
      </p:grpSpPr>
      <p:pic>
        <p:nvPicPr>
          <p:cNvPr id="6" name="Image 1" descr="preencoded.png">
            <a:extLst>
              <a:ext uri="{FF2B5EF4-FFF2-40B4-BE49-F238E27FC236}">
                <a16:creationId xmlns:a16="http://schemas.microsoft.com/office/drawing/2014/main" id="{445BFCBB-E7ED-3DD7-0551-4F66378096E9}"/>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l="12691"/>
          <a:stretch>
            <a:fillRect/>
          </a:stretch>
        </p:blipFill>
        <p:spPr>
          <a:xfrm>
            <a:off x="0" y="2"/>
            <a:ext cx="12195175" cy="6857998"/>
          </a:xfrm>
          <a:prstGeom prst="rect">
            <a:avLst/>
          </a:prstGeom>
        </p:spPr>
      </p:pic>
      <p:sp>
        <p:nvSpPr>
          <p:cNvPr id="12" name="Rechteck 11">
            <a:extLst>
              <a:ext uri="{FF2B5EF4-FFF2-40B4-BE49-F238E27FC236}">
                <a16:creationId xmlns:a16="http://schemas.microsoft.com/office/drawing/2014/main" id="{5F46E3DF-9239-D069-B4B4-5856EF1F88B1}"/>
              </a:ext>
            </a:extLst>
          </p:cNvPr>
          <p:cNvSpPr/>
          <p:nvPr/>
        </p:nvSpPr>
        <p:spPr bwMode="gray">
          <a:xfrm>
            <a:off x="-1044244" y="2"/>
            <a:ext cx="15269034" cy="6857998"/>
          </a:xfrm>
          <a:prstGeom prst="rect">
            <a:avLst/>
          </a:prstGeom>
          <a:no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400" b="0" i="0" u="none" strike="noStrike" kern="0" cap="none" spc="0" normalizeH="0" baseline="0" noProof="0" err="1">
              <a:ln>
                <a:noFill/>
              </a:ln>
              <a:effectLst/>
              <a:uLnTx/>
              <a:uFillTx/>
              <a:latin typeface="72 Brand" panose="020B0504030603020204" pitchFamily="34" charset="0"/>
              <a:ea typeface="72 Brand" pitchFamily="34" charset="-128"/>
              <a:cs typeface="72 Brand" pitchFamily="34" charset="-128"/>
            </a:endParaRPr>
          </a:p>
        </p:txBody>
      </p:sp>
      <p:sp>
        <p:nvSpPr>
          <p:cNvPr id="14" name="Rechtwinkliges Dreieck 13">
            <a:extLst>
              <a:ext uri="{FF2B5EF4-FFF2-40B4-BE49-F238E27FC236}">
                <a16:creationId xmlns:a16="http://schemas.microsoft.com/office/drawing/2014/main" id="{3E3984EB-A65A-F9FC-49B5-2654BED0FF03}"/>
              </a:ext>
            </a:extLst>
          </p:cNvPr>
          <p:cNvSpPr/>
          <p:nvPr/>
        </p:nvSpPr>
        <p:spPr bwMode="gray">
          <a:xfrm rot="5400000">
            <a:off x="6826660" y="1348151"/>
            <a:ext cx="4017051" cy="4020838"/>
          </a:xfrm>
          <a:prstGeom prst="rtTriangle">
            <a:avLst/>
          </a:prstGeom>
          <a:solidFill>
            <a:srgbClr val="89D1FF"/>
          </a:solid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400" b="0" i="0" u="none" strike="noStrike" kern="0" cap="none" spc="0" normalizeH="0" baseline="0" noProof="0" err="1">
              <a:ln>
                <a:noFill/>
              </a:ln>
              <a:effectLst/>
              <a:uLnTx/>
              <a:uFillTx/>
              <a:latin typeface="72 Brand" panose="020B0504030603020204" pitchFamily="34" charset="0"/>
              <a:ea typeface="72 Brand" pitchFamily="34" charset="-128"/>
              <a:cs typeface="72 Brand" pitchFamily="34" charset="-128"/>
            </a:endParaRPr>
          </a:p>
        </p:txBody>
      </p:sp>
      <p:sp>
        <p:nvSpPr>
          <p:cNvPr id="16" name="Title">
            <a:extLst>
              <a:ext uri="{FF2B5EF4-FFF2-40B4-BE49-F238E27FC236}">
                <a16:creationId xmlns:a16="http://schemas.microsoft.com/office/drawing/2014/main" id="{8784A296-7006-FA89-AFCF-17A5ADC03170}"/>
              </a:ext>
            </a:extLst>
          </p:cNvPr>
          <p:cNvSpPr>
            <a:spLocks noGrp="1"/>
          </p:cNvSpPr>
          <p:nvPr userDrawn="1">
            <p:ph type="title" hasCustomPrompt="1"/>
          </p:nvPr>
        </p:nvSpPr>
        <p:spPr>
          <a:xfrm>
            <a:off x="1204913" y="2438764"/>
            <a:ext cx="4765675" cy="1846659"/>
          </a:xfrm>
        </p:spPr>
        <p:txBody>
          <a:bodyPr anchor="ctr" anchorCtr="0"/>
          <a:lstStyle>
            <a:lvl1pPr>
              <a:defRPr sz="4000" b="0" i="0">
                <a:solidFill>
                  <a:schemeClr val="bg1"/>
                </a:solidFill>
                <a:latin typeface="72 Brand Medium" panose="020B0504030603020204" pitchFamily="34" charset="0"/>
              </a:defRPr>
            </a:lvl1pPr>
          </a:lstStyle>
          <a:p>
            <a:r>
              <a:rPr lang="en-US" noProof="0"/>
              <a:t>Insert content focus / key concept. Meant to be short.</a:t>
            </a:r>
            <a:endParaRPr lang="en-US"/>
          </a:p>
        </p:txBody>
      </p:sp>
      <p:sp>
        <p:nvSpPr>
          <p:cNvPr id="17" name="Slide number">
            <a:extLst>
              <a:ext uri="{FF2B5EF4-FFF2-40B4-BE49-F238E27FC236}">
                <a16:creationId xmlns:a16="http://schemas.microsoft.com/office/drawing/2014/main" id="{699CF3AE-FA3C-9F07-091A-B235B9A26862}"/>
              </a:ext>
            </a:extLst>
          </p:cNvPr>
          <p:cNvSpPr txBox="1"/>
          <p:nvPr userDrawn="1"/>
        </p:nvSpPr>
        <p:spPr bwMode="black">
          <a:xfrm>
            <a:off x="11472469" y="6536751"/>
            <a:ext cx="218008"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solidFill>
                  <a:schemeClr val="tx1"/>
                </a:solidFill>
                <a:latin typeface="72 Brand" panose="020B0504030603020204" pitchFamily="34" charset="0"/>
              </a:rPr>
              <a:pPr marL="0" lvl="0" indent="0" algn="r">
                <a:buNone/>
              </a:pPr>
              <a:t>‹#›</a:t>
            </a:fld>
            <a:endParaRPr lang="en-US" sz="900" b="0" i="0" noProof="0">
              <a:solidFill>
                <a:schemeClr val="tx1"/>
              </a:solidFill>
              <a:latin typeface="72 Brand" panose="020B0504030603020204" pitchFamily="34" charset="0"/>
            </a:endParaRPr>
          </a:p>
        </p:txBody>
      </p:sp>
      <p:sp>
        <p:nvSpPr>
          <p:cNvPr id="9" name="Bildplatzhalter 8">
            <a:extLst>
              <a:ext uri="{FF2B5EF4-FFF2-40B4-BE49-F238E27FC236}">
                <a16:creationId xmlns:a16="http://schemas.microsoft.com/office/drawing/2014/main" id="{E16C6583-3744-5D2E-E4C9-C194EBBD6892}"/>
              </a:ext>
            </a:extLst>
          </p:cNvPr>
          <p:cNvSpPr>
            <a:spLocks noGrp="1"/>
          </p:cNvSpPr>
          <p:nvPr>
            <p:ph type="pic" sz="quarter" idx="10"/>
          </p:nvPr>
        </p:nvSpPr>
        <p:spPr>
          <a:xfrm>
            <a:off x="6815434" y="1346110"/>
            <a:ext cx="8137789" cy="4017052"/>
          </a:xfrm>
          <a:prstGeom prst="parallelogram">
            <a:avLst>
              <a:gd name="adj" fmla="val 100230"/>
            </a:avLst>
          </a:prstGeom>
          <a:noFill/>
        </p:spPr>
        <p:txBody>
          <a:bodyPr/>
          <a:lstStyle>
            <a:lvl1pPr>
              <a:defRPr>
                <a:latin typeface="72 Brand" panose="020B0504030603020204" pitchFamily="34" charset="0"/>
              </a:defRPr>
            </a:lvl1pPr>
          </a:lstStyle>
          <a:p>
            <a:r>
              <a:rPr lang="de-DE"/>
              <a:t>Bild durch Klicken auf Symbol hinzufügen</a:t>
            </a:r>
          </a:p>
        </p:txBody>
      </p:sp>
    </p:spTree>
    <p:extLst>
      <p:ext uri="{BB962C8B-B14F-4D97-AF65-F5344CB8AC3E}">
        <p14:creationId xmlns:p14="http://schemas.microsoft.com/office/powerpoint/2010/main" val="1454323510"/>
      </p:ext>
    </p:extLst>
  </p:cSld>
  <p:clrMapOvr>
    <a:masterClrMapping/>
  </p:clrMapOvr>
  <p:extLst>
    <p:ext uri="{DCECCB84-F9BA-43D5-87BE-67443E8EF086}">
      <p15:sldGuideLst xmlns:p15="http://schemas.microsoft.com/office/powerpoint/2012/main">
        <p15:guide id="2" orient="horz" pos="317">
          <p15:clr>
            <a:srgbClr val="FBAE40"/>
          </p15:clr>
        </p15:guide>
        <p15:guide id="4" orient="horz" pos="551">
          <p15:clr>
            <a:srgbClr val="FBAE40"/>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5" name="Text placeholder - column 2"/>
          <p:cNvSpPr>
            <a:spLocks noGrp="1"/>
          </p:cNvSpPr>
          <p:nvPr>
            <p:ph type="body" sz="quarter" idx="11" hasCustomPrompt="1"/>
          </p:nvPr>
        </p:nvSpPr>
        <p:spPr>
          <a:xfrm>
            <a:off x="6225477" y="1548000"/>
            <a:ext cx="5465000" cy="4617850"/>
          </a:xfrm>
        </p:spPr>
        <p:txBody>
          <a:bodyPr/>
          <a:lstStyle>
            <a:lvl1pPr>
              <a:defRPr>
                <a:latin typeface="72 Brand" panose="020B0504030603020204" pitchFamily="34" charset="0"/>
              </a:defRPr>
            </a:lvl1pPr>
            <a:lvl2pPr>
              <a:defRPr>
                <a:latin typeface="72 Brand" panose="020B0504030603020204" pitchFamily="34" charset="0"/>
              </a:defRPr>
            </a:lvl2pPr>
            <a:lvl3pPr>
              <a:defRPr>
                <a:latin typeface="72 Brand" panose="020B0504030603020204" pitchFamily="34" charset="0"/>
              </a:defRPr>
            </a:lvl3pPr>
            <a:lvl4pPr>
              <a:defRPr>
                <a:latin typeface="72 Brand" panose="020B0504030603020204" pitchFamily="34" charset="0"/>
              </a:defRPr>
            </a:lvl4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4" name="Text placeholder - column 1"/>
          <p:cNvSpPr>
            <a:spLocks noGrp="1"/>
          </p:cNvSpPr>
          <p:nvPr>
            <p:ph type="body" sz="quarter" idx="10" hasCustomPrompt="1"/>
          </p:nvPr>
        </p:nvSpPr>
        <p:spPr>
          <a:xfrm>
            <a:off x="504000" y="1548000"/>
            <a:ext cx="5465000" cy="4617850"/>
          </a:xfrm>
        </p:spPr>
        <p:txBody>
          <a:bodyPr/>
          <a:lstStyle>
            <a:lvl1pPr>
              <a:defRPr>
                <a:latin typeface="72 Brand" panose="020B0504030603020204" pitchFamily="34" charset="0"/>
              </a:defRPr>
            </a:lvl1pPr>
            <a:lvl2pPr>
              <a:defRPr>
                <a:latin typeface="72 Brand" panose="020B0504030603020204" pitchFamily="34" charset="0"/>
              </a:defRPr>
            </a:lvl2pPr>
            <a:lvl3pPr>
              <a:defRPr>
                <a:latin typeface="72 Brand" panose="020B0504030603020204" pitchFamily="34" charset="0"/>
              </a:defRPr>
            </a:lvl3pPr>
            <a:lvl4pPr>
              <a:defRPr>
                <a:latin typeface="72 Brand" panose="020B0504030603020204" pitchFamily="34" charset="0"/>
              </a:defRPr>
            </a:lvl4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1097546610"/>
      </p:ext>
    </p:extLst>
  </p:cSld>
  <p:clrMapOvr>
    <a:masterClrMapping/>
  </p:clrMapOvr>
  <p:extLst>
    <p:ext uri="{DCECCB84-F9BA-43D5-87BE-67443E8EF086}">
      <p15:sldGuideLst xmlns:p15="http://schemas.microsoft.com/office/powerpoint/2012/main">
        <p15:guide id="6" orient="horz" pos="317">
          <p15:clr>
            <a:srgbClr val="FBAE40"/>
          </p15:clr>
        </p15:guide>
        <p15:guide id="7" orient="horz" pos="551">
          <p15:clr>
            <a:srgbClr val="FBAE40"/>
          </p15:clr>
        </p15:guide>
        <p15:guide id="8" orient="horz" pos="972">
          <p15:clr>
            <a:srgbClr val="FBAE4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8126477" y="1548000"/>
            <a:ext cx="3564000" cy="4631103"/>
          </a:xfrm>
        </p:spPr>
        <p:txBody>
          <a:bodyPr/>
          <a:lstStyle>
            <a:lvl1pPr>
              <a:defRPr>
                <a:latin typeface="72 Brand" panose="020B0504030603020204" pitchFamily="34" charset="0"/>
              </a:defRPr>
            </a:lvl1pPr>
            <a:lvl2pPr>
              <a:defRPr>
                <a:latin typeface="72 Brand" panose="020B0504030603020204" pitchFamily="34" charset="0"/>
              </a:defRPr>
            </a:lvl2pPr>
            <a:lvl3pPr>
              <a:defRPr>
                <a:latin typeface="72 Brand" panose="020B0504030603020204" pitchFamily="34" charset="0"/>
              </a:defRPr>
            </a:lvl3pPr>
            <a:lvl4pPr>
              <a:defRPr>
                <a:latin typeface="72 Brand" panose="020B0504030603020204" pitchFamily="34" charset="0"/>
              </a:defRPr>
            </a:lvl4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6" name="Text Placeholder - column 2"/>
          <p:cNvSpPr>
            <a:spLocks noGrp="1"/>
          </p:cNvSpPr>
          <p:nvPr>
            <p:ph type="body" sz="quarter" idx="12" hasCustomPrompt="1"/>
          </p:nvPr>
        </p:nvSpPr>
        <p:spPr>
          <a:xfrm>
            <a:off x="4315238" y="1548000"/>
            <a:ext cx="3564000" cy="4617850"/>
          </a:xfrm>
        </p:spPr>
        <p:txBody>
          <a:bodyPr/>
          <a:lstStyle>
            <a:lvl1pPr>
              <a:defRPr>
                <a:latin typeface="72 Brand" panose="020B0504030603020204" pitchFamily="34" charset="0"/>
              </a:defRPr>
            </a:lvl1pPr>
            <a:lvl2pPr>
              <a:defRPr>
                <a:latin typeface="72 Brand" panose="020B0504030603020204" pitchFamily="34" charset="0"/>
              </a:defRPr>
            </a:lvl2pPr>
            <a:lvl3pPr>
              <a:defRPr>
                <a:latin typeface="72 Brand" panose="020B0504030603020204" pitchFamily="34" charset="0"/>
              </a:defRPr>
            </a:lvl3pPr>
            <a:lvl4pPr>
              <a:defRPr>
                <a:latin typeface="72 Brand" panose="020B0504030603020204" pitchFamily="34" charset="0"/>
              </a:defRPr>
            </a:lvl4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4" name="Text Placeholder - column 1"/>
          <p:cNvSpPr>
            <a:spLocks noGrp="1"/>
          </p:cNvSpPr>
          <p:nvPr>
            <p:ph type="body" sz="quarter" idx="10" hasCustomPrompt="1"/>
          </p:nvPr>
        </p:nvSpPr>
        <p:spPr>
          <a:xfrm>
            <a:off x="504000" y="1548000"/>
            <a:ext cx="3564000" cy="4617850"/>
          </a:xfrm>
        </p:spPr>
        <p:txBody>
          <a:bodyPr/>
          <a:lstStyle>
            <a:lvl1pPr>
              <a:defRPr>
                <a:latin typeface="72 Brand" panose="020B0504030603020204" pitchFamily="34" charset="0"/>
              </a:defRPr>
            </a:lvl1pPr>
            <a:lvl2pPr>
              <a:defRPr>
                <a:latin typeface="72 Brand" panose="020B0504030603020204" pitchFamily="34" charset="0"/>
              </a:defRPr>
            </a:lvl2pPr>
            <a:lvl3pPr>
              <a:defRPr>
                <a:latin typeface="72 Brand" panose="020B0504030603020204" pitchFamily="34" charset="0"/>
              </a:defRPr>
            </a:lvl3pPr>
            <a:lvl4pPr>
              <a:defRPr>
                <a:latin typeface="72 Brand" panose="020B0504030603020204" pitchFamily="34" charset="0"/>
              </a:defRPr>
            </a:lvl4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4178686192"/>
      </p:ext>
    </p:extLst>
  </p:cSld>
  <p:clrMapOvr>
    <a:masterClrMapping/>
  </p:clrMapOvr>
  <p:extLst>
    <p:ext uri="{DCECCB84-F9BA-43D5-87BE-67443E8EF086}">
      <p15:sldGuideLst xmlns:p15="http://schemas.microsoft.com/office/powerpoint/2012/main">
        <p15:guide id="2" orient="horz" pos="317">
          <p15:clr>
            <a:srgbClr val="FBAE40"/>
          </p15:clr>
        </p15:guide>
        <p15:guide id="8" orient="horz" pos="551">
          <p15:clr>
            <a:srgbClr val="FBAE40"/>
          </p15:clr>
        </p15:guide>
        <p15:guide id="9" orient="horz" pos="974">
          <p15:clr>
            <a:srgbClr val="FBAE4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2 Columns - Text and Images">
    <p:spTree>
      <p:nvGrpSpPr>
        <p:cNvPr id="1" name=""/>
        <p:cNvGrpSpPr/>
        <p:nvPr/>
      </p:nvGrpSpPr>
      <p:grpSpPr>
        <a:xfrm>
          <a:off x="0" y="0"/>
          <a:ext cx="0" cy="0"/>
          <a:chOff x="0" y="0"/>
          <a:chExt cx="0" cy="0"/>
        </a:xfrm>
      </p:grpSpPr>
      <p:sp>
        <p:nvSpPr>
          <p:cNvPr id="17" name="Text placeholder 2"/>
          <p:cNvSpPr>
            <a:spLocks noGrp="1"/>
          </p:cNvSpPr>
          <p:nvPr>
            <p:ph type="body" sz="quarter" idx="13" hasCustomPrompt="1"/>
          </p:nvPr>
        </p:nvSpPr>
        <p:spPr>
          <a:xfrm>
            <a:off x="6221413" y="4770000"/>
            <a:ext cx="5469064" cy="1409103"/>
          </a:xfrm>
        </p:spPr>
        <p:txBody>
          <a:bodyPr/>
          <a:lstStyle>
            <a:lvl1pPr>
              <a:spcBef>
                <a:spcPts val="600"/>
              </a:spcBef>
              <a:defRPr sz="1800">
                <a:latin typeface="72 Brand" panose="020B0504030603020204" pitchFamily="34" charset="0"/>
              </a:defRPr>
            </a:lvl1pPr>
            <a:lvl2pPr>
              <a:defRPr sz="1600">
                <a:latin typeface="72 Brand" panose="020B0504030603020204" pitchFamily="34" charset="0"/>
              </a:defRPr>
            </a:lvl2pPr>
            <a:lvl3pPr>
              <a:defRPr sz="1400">
                <a:latin typeface="72 Brand" panose="020B0504030603020204" pitchFamily="34" charset="0"/>
              </a:defRPr>
            </a:lvl3pPr>
          </a:lstStyle>
          <a:p>
            <a:pPr lvl="0"/>
            <a:r>
              <a:rPr lang="en-US" noProof="0"/>
              <a:t>First level</a:t>
            </a:r>
          </a:p>
          <a:p>
            <a:pPr lvl="1"/>
            <a:r>
              <a:rPr lang="en-US"/>
              <a:t>Second level</a:t>
            </a:r>
          </a:p>
          <a:p>
            <a:pPr lvl="2"/>
            <a:r>
              <a:rPr lang="en-US"/>
              <a:t>Third level</a:t>
            </a:r>
          </a:p>
        </p:txBody>
      </p:sp>
      <p:sp>
        <p:nvSpPr>
          <p:cNvPr id="18" name="Picture Placeholder 2"/>
          <p:cNvSpPr>
            <a:spLocks noGrp="1"/>
          </p:cNvSpPr>
          <p:nvPr>
            <p:ph type="pic" sz="quarter" idx="14" hasCustomPrompt="1"/>
          </p:nvPr>
        </p:nvSpPr>
        <p:spPr bwMode="gray">
          <a:xfrm>
            <a:off x="6225477" y="1548000"/>
            <a:ext cx="5465000" cy="279259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3" name="Text placeholder 1"/>
          <p:cNvSpPr>
            <a:spLocks noGrp="1"/>
          </p:cNvSpPr>
          <p:nvPr>
            <p:ph type="body" sz="quarter" idx="10" hasCustomPrompt="1"/>
          </p:nvPr>
        </p:nvSpPr>
        <p:spPr>
          <a:xfrm>
            <a:off x="504000" y="4770000"/>
            <a:ext cx="5465000" cy="1409103"/>
          </a:xfrm>
        </p:spPr>
        <p:txBody>
          <a:bodyPr/>
          <a:lstStyle>
            <a:lvl1pPr>
              <a:spcBef>
                <a:spcPts val="600"/>
              </a:spcBef>
              <a:defRPr sz="1800">
                <a:latin typeface="72 Brand" panose="020B0504030603020204" pitchFamily="34" charset="0"/>
              </a:defRPr>
            </a:lvl1pPr>
            <a:lvl2pPr>
              <a:defRPr sz="1600">
                <a:latin typeface="72 Brand" panose="020B0504030603020204" pitchFamily="34" charset="0"/>
              </a:defRPr>
            </a:lvl2pPr>
            <a:lvl3pPr>
              <a:defRPr sz="1400">
                <a:latin typeface="72 Brand" panose="020B0504030603020204" pitchFamily="34" charset="0"/>
              </a:defRPr>
            </a:lvl3pPr>
          </a:lstStyle>
          <a:p>
            <a:pPr lvl="0"/>
            <a:r>
              <a:rPr lang="en-US" noProof="0"/>
              <a:t>First level</a:t>
            </a:r>
          </a:p>
          <a:p>
            <a:pPr lvl="1"/>
            <a:r>
              <a:rPr lang="en-US"/>
              <a:t>Second level</a:t>
            </a:r>
          </a:p>
          <a:p>
            <a:pPr lvl="2"/>
            <a:r>
              <a:rPr lang="en-US"/>
              <a:t>Third level</a:t>
            </a:r>
          </a:p>
        </p:txBody>
      </p:sp>
      <p:sp>
        <p:nvSpPr>
          <p:cNvPr id="5" name="Picture Placeholder 1"/>
          <p:cNvSpPr>
            <a:spLocks noGrp="1"/>
          </p:cNvSpPr>
          <p:nvPr>
            <p:ph type="pic" sz="quarter" idx="12" hasCustomPrompt="1"/>
          </p:nvPr>
        </p:nvSpPr>
        <p:spPr bwMode="gray">
          <a:xfrm>
            <a:off x="504000" y="1548000"/>
            <a:ext cx="5465000" cy="279259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310792006"/>
      </p:ext>
    </p:extLst>
  </p:cSld>
  <p:clrMapOvr>
    <a:masterClrMapping/>
  </p:clrMapOvr>
  <p:extLst>
    <p:ext uri="{DCECCB84-F9BA-43D5-87BE-67443E8EF086}">
      <p15:sldGuideLst xmlns:p15="http://schemas.microsoft.com/office/powerpoint/2012/main">
        <p15:guide id="2" orient="horz" pos="317">
          <p15:clr>
            <a:srgbClr val="FBAE40"/>
          </p15:clr>
        </p15:guide>
        <p15:guide id="3" orient="horz" pos="551">
          <p15:clr>
            <a:srgbClr val="FBAE40"/>
          </p15:clr>
        </p15:guide>
        <p15:guide id="4" orient="horz" pos="974">
          <p15:clr>
            <a:srgbClr val="FBAE40"/>
          </p15:clr>
        </p15:guide>
        <p15:guide id="5" orient="horz" pos="2750">
          <p15:clr>
            <a:srgbClr val="FBAE40"/>
          </p15:clr>
        </p15:guide>
        <p15:guide id="6" orient="horz" pos="3004">
          <p15:clr>
            <a:srgbClr val="FBAE40"/>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3 Columns - Text and Images">
    <p:spTree>
      <p:nvGrpSpPr>
        <p:cNvPr id="1" name=""/>
        <p:cNvGrpSpPr/>
        <p:nvPr/>
      </p:nvGrpSpPr>
      <p:grpSpPr>
        <a:xfrm>
          <a:off x="0" y="0"/>
          <a:ext cx="0" cy="0"/>
          <a:chOff x="0" y="0"/>
          <a:chExt cx="0" cy="0"/>
        </a:xfrm>
      </p:grpSpPr>
      <p:sp>
        <p:nvSpPr>
          <p:cNvPr id="17" name="Text placeholder 3"/>
          <p:cNvSpPr>
            <a:spLocks noGrp="1"/>
          </p:cNvSpPr>
          <p:nvPr>
            <p:ph type="body" sz="quarter" idx="13" hasCustomPrompt="1"/>
          </p:nvPr>
        </p:nvSpPr>
        <p:spPr>
          <a:xfrm>
            <a:off x="8128000" y="4232260"/>
            <a:ext cx="3562477" cy="1933589"/>
          </a:xfrm>
        </p:spPr>
        <p:txBody>
          <a:bodyPr/>
          <a:lstStyle>
            <a:lvl1pPr>
              <a:spcBef>
                <a:spcPts val="600"/>
              </a:spcBef>
              <a:defRPr sz="1800">
                <a:latin typeface="72 Brand" panose="020B0504030603020204" pitchFamily="34" charset="0"/>
              </a:defRPr>
            </a:lvl1pPr>
            <a:lvl2pPr>
              <a:defRPr sz="1600">
                <a:latin typeface="72 Brand" panose="020B0504030603020204" pitchFamily="34" charset="0"/>
              </a:defRPr>
            </a:lvl2pPr>
            <a:lvl3pPr>
              <a:defRPr sz="1400">
                <a:latin typeface="72 Brand" panose="020B0504030603020204" pitchFamily="34" charset="0"/>
              </a:defRPr>
            </a:lvl3pPr>
          </a:lstStyle>
          <a:p>
            <a:pPr lvl="0"/>
            <a:r>
              <a:rPr lang="en-US" noProof="0"/>
              <a:t>First level</a:t>
            </a:r>
          </a:p>
          <a:p>
            <a:pPr lvl="1"/>
            <a:r>
              <a:rPr lang="en-US"/>
              <a:t>Second level</a:t>
            </a:r>
          </a:p>
          <a:p>
            <a:pPr lvl="2"/>
            <a:r>
              <a:rPr lang="en-US"/>
              <a:t>Third level</a:t>
            </a:r>
          </a:p>
        </p:txBody>
      </p:sp>
      <p:sp>
        <p:nvSpPr>
          <p:cNvPr id="18" name="Picture placeholder 3"/>
          <p:cNvSpPr>
            <a:spLocks noGrp="1"/>
          </p:cNvSpPr>
          <p:nvPr>
            <p:ph type="pic" sz="quarter" idx="14" hasCustomPrompt="1"/>
          </p:nvPr>
        </p:nvSpPr>
        <p:spPr bwMode="gray">
          <a:xfrm>
            <a:off x="8128000" y="1548000"/>
            <a:ext cx="3562477" cy="2294662"/>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9" name="Text placeholder 2"/>
          <p:cNvSpPr>
            <a:spLocks noGrp="1"/>
          </p:cNvSpPr>
          <p:nvPr>
            <p:ph type="body" sz="quarter" idx="15" hasCustomPrompt="1"/>
          </p:nvPr>
        </p:nvSpPr>
        <p:spPr>
          <a:xfrm>
            <a:off x="4314824" y="4232260"/>
            <a:ext cx="3560763" cy="1946843"/>
          </a:xfrm>
        </p:spPr>
        <p:txBody>
          <a:bodyPr/>
          <a:lstStyle>
            <a:lvl1pPr>
              <a:spcBef>
                <a:spcPts val="600"/>
              </a:spcBef>
              <a:defRPr sz="1800">
                <a:latin typeface="72 Brand" panose="020B0504030603020204" pitchFamily="34" charset="0"/>
              </a:defRPr>
            </a:lvl1pPr>
            <a:lvl2pPr>
              <a:defRPr sz="1600">
                <a:latin typeface="72 Brand" panose="020B0504030603020204" pitchFamily="34" charset="0"/>
              </a:defRPr>
            </a:lvl2pPr>
            <a:lvl3pPr>
              <a:defRPr sz="1400">
                <a:latin typeface="72 Brand" panose="020B0504030603020204" pitchFamily="34" charset="0"/>
              </a:defRPr>
            </a:lvl3pPr>
          </a:lstStyle>
          <a:p>
            <a:pPr lvl="0"/>
            <a:r>
              <a:rPr lang="en-US" noProof="0"/>
              <a:t>First level</a:t>
            </a:r>
          </a:p>
          <a:p>
            <a:pPr lvl="1"/>
            <a:r>
              <a:rPr lang="en-US"/>
              <a:t>Second level</a:t>
            </a:r>
          </a:p>
          <a:p>
            <a:pPr lvl="2"/>
            <a:r>
              <a:rPr lang="en-US"/>
              <a:t>Third level</a:t>
            </a:r>
          </a:p>
        </p:txBody>
      </p:sp>
      <p:sp>
        <p:nvSpPr>
          <p:cNvPr id="10" name="Picture placeholder 2"/>
          <p:cNvSpPr>
            <a:spLocks noGrp="1"/>
          </p:cNvSpPr>
          <p:nvPr>
            <p:ph type="pic" sz="quarter" idx="16" hasCustomPrompt="1"/>
          </p:nvPr>
        </p:nvSpPr>
        <p:spPr bwMode="gray">
          <a:xfrm>
            <a:off x="4314826" y="1548000"/>
            <a:ext cx="3560762" cy="2294662"/>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3" name="Text placeholder 1"/>
          <p:cNvSpPr>
            <a:spLocks noGrp="1"/>
          </p:cNvSpPr>
          <p:nvPr>
            <p:ph type="body" sz="quarter" idx="10" hasCustomPrompt="1"/>
          </p:nvPr>
        </p:nvSpPr>
        <p:spPr>
          <a:xfrm>
            <a:off x="504000" y="4232260"/>
            <a:ext cx="3560000" cy="1933590"/>
          </a:xfrm>
        </p:spPr>
        <p:txBody>
          <a:bodyPr/>
          <a:lstStyle>
            <a:lvl1pPr>
              <a:spcBef>
                <a:spcPts val="600"/>
              </a:spcBef>
              <a:defRPr sz="1800">
                <a:latin typeface="72 Brand" panose="020B0504030603020204" pitchFamily="34" charset="0"/>
              </a:defRPr>
            </a:lvl1pPr>
            <a:lvl2pPr>
              <a:defRPr sz="1600">
                <a:latin typeface="72 Brand" panose="020B0504030603020204" pitchFamily="34" charset="0"/>
              </a:defRPr>
            </a:lvl2pPr>
            <a:lvl3pPr>
              <a:defRPr sz="1400">
                <a:latin typeface="72 Brand" panose="020B0504030603020204" pitchFamily="34" charset="0"/>
              </a:defRPr>
            </a:lvl3pPr>
          </a:lstStyle>
          <a:p>
            <a:pPr lvl="0"/>
            <a:r>
              <a:rPr lang="en-US" noProof="0"/>
              <a:t>First level</a:t>
            </a:r>
          </a:p>
          <a:p>
            <a:pPr lvl="1"/>
            <a:r>
              <a:rPr lang="en-US"/>
              <a:t>Second level</a:t>
            </a:r>
          </a:p>
          <a:p>
            <a:pPr lvl="2"/>
            <a:r>
              <a:rPr lang="en-US"/>
              <a:t>Third level</a:t>
            </a:r>
          </a:p>
        </p:txBody>
      </p:sp>
      <p:sp>
        <p:nvSpPr>
          <p:cNvPr id="5" name="Picture placeholder 1"/>
          <p:cNvSpPr>
            <a:spLocks noGrp="1"/>
          </p:cNvSpPr>
          <p:nvPr>
            <p:ph type="pic" sz="quarter" idx="12" hasCustomPrompt="1"/>
          </p:nvPr>
        </p:nvSpPr>
        <p:spPr bwMode="gray">
          <a:xfrm>
            <a:off x="504000" y="1548000"/>
            <a:ext cx="3560000" cy="2294662"/>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3500560433"/>
      </p:ext>
    </p:extLst>
  </p:cSld>
  <p:clrMapOvr>
    <a:masterClrMapping/>
  </p:clrMapOvr>
  <p:extLst>
    <p:ext uri="{DCECCB84-F9BA-43D5-87BE-67443E8EF086}">
      <p15:sldGuideLst xmlns:p15="http://schemas.microsoft.com/office/powerpoint/2012/main">
        <p15:guide id="2" orient="horz" pos="317">
          <p15:clr>
            <a:srgbClr val="FBAE40"/>
          </p15:clr>
        </p15:guide>
        <p15:guide id="8" orient="horz" pos="551">
          <p15:clr>
            <a:srgbClr val="FBAE40"/>
          </p15:clr>
        </p15:guide>
        <p15:guide id="9" orient="horz" pos="970">
          <p15:clr>
            <a:srgbClr val="FBAE40"/>
          </p15:clr>
        </p15:guide>
        <p15:guide id="10" orient="horz" pos="2428">
          <p15:clr>
            <a:srgbClr val="FBAE40"/>
          </p15:clr>
        </p15:guide>
        <p15:guide id="11" orient="horz" pos="2659">
          <p15:clr>
            <a:srgbClr val="FBAE4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4 Columns - Text and Images">
    <p:spTree>
      <p:nvGrpSpPr>
        <p:cNvPr id="1" name=""/>
        <p:cNvGrpSpPr/>
        <p:nvPr/>
      </p:nvGrpSpPr>
      <p:grpSpPr>
        <a:xfrm>
          <a:off x="0" y="0"/>
          <a:ext cx="0" cy="0"/>
          <a:chOff x="0" y="0"/>
          <a:chExt cx="0" cy="0"/>
        </a:xfrm>
      </p:grpSpPr>
      <p:sp>
        <p:nvSpPr>
          <p:cNvPr id="17" name="Text placeholder - column 2"/>
          <p:cNvSpPr>
            <a:spLocks noGrp="1"/>
          </p:cNvSpPr>
          <p:nvPr>
            <p:ph type="body" sz="quarter" idx="13" hasCustomPrompt="1"/>
          </p:nvPr>
        </p:nvSpPr>
        <p:spPr>
          <a:xfrm>
            <a:off x="9099598" y="3824289"/>
            <a:ext cx="2590879" cy="2341562"/>
          </a:xfrm>
        </p:spPr>
        <p:txBody>
          <a:bodyPr/>
          <a:lstStyle>
            <a:lvl1pPr>
              <a:spcBef>
                <a:spcPts val="600"/>
              </a:spcBef>
              <a:defRPr sz="1800">
                <a:latin typeface="72 Brand" panose="020B0504030603020204" pitchFamily="34" charset="0"/>
              </a:defRPr>
            </a:lvl1pPr>
            <a:lvl2pPr>
              <a:defRPr sz="1600">
                <a:latin typeface="72 Brand" panose="020B0504030603020204" pitchFamily="34" charset="0"/>
              </a:defRPr>
            </a:lvl2pPr>
            <a:lvl3pPr>
              <a:defRPr sz="1400">
                <a:latin typeface="72 Brand" panose="020B0504030603020204" pitchFamily="34" charset="0"/>
              </a:defRPr>
            </a:lvl3pPr>
          </a:lstStyle>
          <a:p>
            <a:pPr lvl="0"/>
            <a:r>
              <a:rPr lang="en-US" noProof="0"/>
              <a:t>First level</a:t>
            </a:r>
          </a:p>
          <a:p>
            <a:pPr lvl="1"/>
            <a:r>
              <a:rPr lang="en-US"/>
              <a:t>Second level</a:t>
            </a:r>
          </a:p>
          <a:p>
            <a:pPr lvl="2"/>
            <a:r>
              <a:rPr lang="en-US"/>
              <a:t>Third level</a:t>
            </a:r>
          </a:p>
        </p:txBody>
      </p:sp>
      <p:sp>
        <p:nvSpPr>
          <p:cNvPr id="18" name="Picture Placeholder 4"/>
          <p:cNvSpPr>
            <a:spLocks noGrp="1"/>
          </p:cNvSpPr>
          <p:nvPr>
            <p:ph type="pic" sz="quarter" idx="14" hasCustomPrompt="1"/>
          </p:nvPr>
        </p:nvSpPr>
        <p:spPr bwMode="gray">
          <a:xfrm>
            <a:off x="9080501" y="1548000"/>
            <a:ext cx="2609976"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13" name="Text placeholder - column 2"/>
          <p:cNvSpPr>
            <a:spLocks noGrp="1"/>
          </p:cNvSpPr>
          <p:nvPr>
            <p:ph type="body" sz="quarter" idx="17" hasCustomPrompt="1"/>
          </p:nvPr>
        </p:nvSpPr>
        <p:spPr>
          <a:xfrm>
            <a:off x="6234398" y="3824290"/>
            <a:ext cx="2590879" cy="2341561"/>
          </a:xfrm>
        </p:spPr>
        <p:txBody>
          <a:bodyPr/>
          <a:lstStyle>
            <a:lvl1pPr>
              <a:spcBef>
                <a:spcPts val="600"/>
              </a:spcBef>
              <a:defRPr sz="1800">
                <a:latin typeface="72 Brand" panose="020B0504030603020204" pitchFamily="34" charset="0"/>
              </a:defRPr>
            </a:lvl1pPr>
            <a:lvl2pPr>
              <a:defRPr sz="1600">
                <a:latin typeface="72 Brand" panose="020B0504030603020204" pitchFamily="34" charset="0"/>
              </a:defRPr>
            </a:lvl2pPr>
            <a:lvl3pPr>
              <a:defRPr sz="1400">
                <a:latin typeface="72 Brand" panose="020B0504030603020204" pitchFamily="34" charset="0"/>
              </a:defRPr>
            </a:lvl3pPr>
          </a:lstStyle>
          <a:p>
            <a:pPr lvl="0"/>
            <a:r>
              <a:rPr lang="en-US" noProof="0"/>
              <a:t>First level</a:t>
            </a:r>
          </a:p>
          <a:p>
            <a:pPr lvl="1"/>
            <a:r>
              <a:rPr lang="en-US"/>
              <a:t>Second level</a:t>
            </a:r>
          </a:p>
          <a:p>
            <a:pPr lvl="2"/>
            <a:r>
              <a:rPr lang="en-US"/>
              <a:t>Third level</a:t>
            </a:r>
          </a:p>
        </p:txBody>
      </p:sp>
      <p:sp>
        <p:nvSpPr>
          <p:cNvPr id="14" name="Picture Placeholder 4"/>
          <p:cNvSpPr>
            <a:spLocks noGrp="1"/>
          </p:cNvSpPr>
          <p:nvPr>
            <p:ph type="pic" sz="quarter" idx="18" hasCustomPrompt="1"/>
          </p:nvPr>
        </p:nvSpPr>
        <p:spPr bwMode="gray">
          <a:xfrm>
            <a:off x="6221413" y="1548000"/>
            <a:ext cx="2606675"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9" name="Text placeholder - column 2"/>
          <p:cNvSpPr>
            <a:spLocks noGrp="1"/>
          </p:cNvSpPr>
          <p:nvPr>
            <p:ph type="body" sz="quarter" idx="15" hasCustomPrompt="1"/>
          </p:nvPr>
        </p:nvSpPr>
        <p:spPr>
          <a:xfrm>
            <a:off x="3369199" y="3824289"/>
            <a:ext cx="2590879" cy="2341562"/>
          </a:xfrm>
        </p:spPr>
        <p:txBody>
          <a:bodyPr/>
          <a:lstStyle>
            <a:lvl1pPr>
              <a:spcBef>
                <a:spcPts val="600"/>
              </a:spcBef>
              <a:defRPr sz="1800">
                <a:latin typeface="72 Brand" panose="020B0504030603020204" pitchFamily="34" charset="0"/>
              </a:defRPr>
            </a:lvl1pPr>
            <a:lvl2pPr>
              <a:defRPr sz="1600">
                <a:latin typeface="72 Brand" panose="020B0504030603020204" pitchFamily="34" charset="0"/>
              </a:defRPr>
            </a:lvl2pPr>
            <a:lvl3pPr>
              <a:defRPr sz="1400">
                <a:latin typeface="72 Brand" panose="020B0504030603020204" pitchFamily="34" charset="0"/>
              </a:defRPr>
            </a:lvl3pPr>
          </a:lstStyle>
          <a:p>
            <a:pPr lvl="0"/>
            <a:r>
              <a:rPr lang="en-US" noProof="0"/>
              <a:t>First level</a:t>
            </a:r>
          </a:p>
          <a:p>
            <a:pPr lvl="1"/>
            <a:r>
              <a:rPr lang="en-US"/>
              <a:t>Second level</a:t>
            </a:r>
          </a:p>
          <a:p>
            <a:pPr lvl="2"/>
            <a:r>
              <a:rPr lang="en-US"/>
              <a:t>Third level</a:t>
            </a:r>
          </a:p>
        </p:txBody>
      </p:sp>
      <p:sp>
        <p:nvSpPr>
          <p:cNvPr id="10" name="Picture Placeholder 4"/>
          <p:cNvSpPr>
            <a:spLocks noGrp="1"/>
          </p:cNvSpPr>
          <p:nvPr>
            <p:ph type="pic" sz="quarter" idx="16" hasCustomPrompt="1"/>
          </p:nvPr>
        </p:nvSpPr>
        <p:spPr bwMode="gray">
          <a:xfrm>
            <a:off x="3362325" y="1548000"/>
            <a:ext cx="2606675"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3" name="Text placeholder - column 2"/>
          <p:cNvSpPr>
            <a:spLocks noGrp="1"/>
          </p:cNvSpPr>
          <p:nvPr>
            <p:ph type="body" sz="quarter" idx="10" hasCustomPrompt="1"/>
          </p:nvPr>
        </p:nvSpPr>
        <p:spPr>
          <a:xfrm>
            <a:off x="503999" y="3824289"/>
            <a:ext cx="2590879" cy="2341562"/>
          </a:xfrm>
        </p:spPr>
        <p:txBody>
          <a:bodyPr/>
          <a:lstStyle>
            <a:lvl1pPr>
              <a:spcBef>
                <a:spcPts val="600"/>
              </a:spcBef>
              <a:defRPr sz="1800">
                <a:latin typeface="72 Brand" panose="020B0504030603020204" pitchFamily="34" charset="0"/>
              </a:defRPr>
            </a:lvl1pPr>
            <a:lvl2pPr>
              <a:defRPr sz="1600">
                <a:latin typeface="72 Brand" panose="020B0504030603020204" pitchFamily="34" charset="0"/>
              </a:defRPr>
            </a:lvl2pPr>
            <a:lvl3pPr>
              <a:defRPr sz="1400">
                <a:latin typeface="72 Brand" panose="020B0504030603020204" pitchFamily="34" charset="0"/>
              </a:defRPr>
            </a:lvl3pPr>
          </a:lstStyle>
          <a:p>
            <a:pPr lvl="0"/>
            <a:r>
              <a:rPr lang="en-US" noProof="0"/>
              <a:t>First level</a:t>
            </a:r>
          </a:p>
          <a:p>
            <a:pPr lvl="1"/>
            <a:r>
              <a:rPr lang="en-US"/>
              <a:t>Second level</a:t>
            </a:r>
          </a:p>
          <a:p>
            <a:pPr lvl="2"/>
            <a:r>
              <a:rPr lang="en-US"/>
              <a:t>Third level</a:t>
            </a:r>
          </a:p>
        </p:txBody>
      </p:sp>
      <p:sp>
        <p:nvSpPr>
          <p:cNvPr id="5" name="Picture Placeholder 4"/>
          <p:cNvSpPr>
            <a:spLocks noGrp="1"/>
          </p:cNvSpPr>
          <p:nvPr>
            <p:ph type="pic" sz="quarter" idx="12" hasCustomPrompt="1"/>
          </p:nvPr>
        </p:nvSpPr>
        <p:spPr bwMode="gray">
          <a:xfrm>
            <a:off x="503999" y="1548000"/>
            <a:ext cx="2605913"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346470413"/>
      </p:ext>
    </p:extLst>
  </p:cSld>
  <p:clrMapOvr>
    <a:masterClrMapping/>
  </p:clrMapOvr>
  <p:extLst>
    <p:ext uri="{DCECCB84-F9BA-43D5-87BE-67443E8EF086}">
      <p15:sldGuideLst xmlns:p15="http://schemas.microsoft.com/office/powerpoint/2012/main">
        <p15:guide id="2" orient="horz" pos="317">
          <p15:clr>
            <a:srgbClr val="FBAE40"/>
          </p15:clr>
        </p15:guide>
        <p15:guide id="3" orient="horz" pos="551">
          <p15:clr>
            <a:srgbClr val="FBAE40"/>
          </p15:clr>
        </p15:guide>
        <p15:guide id="4" orient="horz" pos="974">
          <p15:clr>
            <a:srgbClr val="FBAE40"/>
          </p15:clr>
        </p15:guide>
        <p15:guide id="5" orient="horz" pos="2160">
          <p15:clr>
            <a:srgbClr val="FBAE40"/>
          </p15:clr>
        </p15:guide>
        <p15:guide id="6" orient="horz" pos="2409">
          <p15:clr>
            <a:srgbClr val="FBAE4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Title and Text with Image 1/3">
    <p:spTree>
      <p:nvGrpSpPr>
        <p:cNvPr id="1" name=""/>
        <p:cNvGrpSpPr/>
        <p:nvPr/>
      </p:nvGrpSpPr>
      <p:grpSpPr>
        <a:xfrm>
          <a:off x="0" y="0"/>
          <a:ext cx="0" cy="0"/>
          <a:chOff x="0" y="0"/>
          <a:chExt cx="0" cy="0"/>
        </a:xfrm>
      </p:grpSpPr>
      <p:sp>
        <p:nvSpPr>
          <p:cNvPr id="7" name="Text Placeholder"/>
          <p:cNvSpPr>
            <a:spLocks noGrp="1"/>
          </p:cNvSpPr>
          <p:nvPr>
            <p:ph type="body" sz="quarter" idx="11" hasCustomPrompt="1"/>
          </p:nvPr>
        </p:nvSpPr>
        <p:spPr bwMode="black">
          <a:xfrm>
            <a:off x="503998" y="1548001"/>
            <a:ext cx="7371589" cy="4617850"/>
          </a:xfrm>
        </p:spPr>
        <p:txBody>
          <a:bodyPr/>
          <a:lstStyle>
            <a:lvl1pPr>
              <a:defRPr>
                <a:latin typeface="72 Brand" panose="020B0504030603020204" pitchFamily="34" charset="0"/>
              </a:defRPr>
            </a:lvl1pPr>
            <a:lvl2pPr>
              <a:defRPr>
                <a:latin typeface="72 Brand" panose="020B0504030603020204" pitchFamily="34" charset="0"/>
              </a:defRPr>
            </a:lvl2pPr>
            <a:lvl3pPr>
              <a:defRPr>
                <a:latin typeface="72 Brand" panose="020B0504030603020204" pitchFamily="34" charset="0"/>
              </a:defRPr>
            </a:lvl3pPr>
            <a:lvl4pPr>
              <a:defRPr>
                <a:latin typeface="72 Brand" panose="020B0504030603020204" pitchFamily="34" charset="0"/>
              </a:defRPr>
            </a:lvl4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endParaRPr lang="de-DE"/>
          </a:p>
        </p:txBody>
      </p:sp>
      <p:sp>
        <p:nvSpPr>
          <p:cNvPr id="3" name="Title"/>
          <p:cNvSpPr>
            <a:spLocks noGrp="1"/>
          </p:cNvSpPr>
          <p:nvPr>
            <p:ph type="title" hasCustomPrompt="1"/>
          </p:nvPr>
        </p:nvSpPr>
        <p:spPr>
          <a:xfrm>
            <a:off x="504000" y="504000"/>
            <a:ext cx="7371589" cy="369332"/>
          </a:xfrm>
        </p:spPr>
        <p:txBody>
          <a:bodyPr/>
          <a:lstStyle/>
          <a:p>
            <a:r>
              <a:rPr lang="en-US" noProof="0"/>
              <a:t>Insert page title (sentence case)</a:t>
            </a:r>
            <a:endParaRPr lang="en-US"/>
          </a:p>
        </p:txBody>
      </p:sp>
      <p:sp>
        <p:nvSpPr>
          <p:cNvPr id="5" name="Picture Placeholder 1/3 right"/>
          <p:cNvSpPr>
            <a:spLocks noGrp="1"/>
          </p:cNvSpPr>
          <p:nvPr>
            <p:ph type="pic" sz="quarter" idx="10" hasCustomPrompt="1"/>
          </p:nvPr>
        </p:nvSpPr>
        <p:spPr bwMode="gray">
          <a:xfrm>
            <a:off x="8129587" y="503238"/>
            <a:ext cx="3561587" cy="5848352"/>
          </a:xfrm>
          <a:prstGeom prst="roundRect">
            <a:avLst>
              <a:gd name="adj" fmla="val 5986"/>
            </a:avLst>
          </a:prstGeom>
          <a:no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a:t>
            </a:r>
            <a:endParaRPr lang="de-DE"/>
          </a:p>
        </p:txBody>
      </p:sp>
    </p:spTree>
    <p:extLst>
      <p:ext uri="{BB962C8B-B14F-4D97-AF65-F5344CB8AC3E}">
        <p14:creationId xmlns:p14="http://schemas.microsoft.com/office/powerpoint/2010/main" val="3191548666"/>
      </p:ext>
    </p:extLst>
  </p:cSld>
  <p:clrMapOvr>
    <a:masterClrMapping/>
  </p:clrMapOvr>
  <p:extLst>
    <p:ext uri="{DCECCB84-F9BA-43D5-87BE-67443E8EF086}">
      <p15:sldGuideLst xmlns:p15="http://schemas.microsoft.com/office/powerpoint/2012/main">
        <p15:guide id="4" pos="5111">
          <p15:clr>
            <a:srgbClr val="FBAE40"/>
          </p15:clr>
        </p15:guide>
        <p15:guide id="5" orient="horz" pos="317">
          <p15:clr>
            <a:srgbClr val="FBAE40"/>
          </p15:clr>
        </p15:guide>
        <p15:guide id="6" orient="horz" pos="551">
          <p15:clr>
            <a:srgbClr val="FBAE40"/>
          </p15:clr>
        </p15:guide>
        <p15:guide id="7" orient="horz" pos="972">
          <p15:clr>
            <a:srgbClr val="FBAE40"/>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Full Bleed Image ">
    <p:spTree>
      <p:nvGrpSpPr>
        <p:cNvPr id="1" name=""/>
        <p:cNvGrpSpPr/>
        <p:nvPr/>
      </p:nvGrpSpPr>
      <p:grpSpPr>
        <a:xfrm>
          <a:off x="0" y="0"/>
          <a:ext cx="0" cy="0"/>
          <a:chOff x="0" y="0"/>
          <a:chExt cx="0" cy="0"/>
        </a:xfrm>
      </p:grpSpPr>
      <p:sp>
        <p:nvSpPr>
          <p:cNvPr id="5" name="Picture Placeholder"/>
          <p:cNvSpPr>
            <a:spLocks noGrp="1"/>
          </p:cNvSpPr>
          <p:nvPr>
            <p:ph type="pic" sz="quarter" idx="10" hasCustomPrompt="1"/>
          </p:nvPr>
        </p:nvSpPr>
        <p:spPr bwMode="gray">
          <a:xfrm>
            <a:off x="1" y="0"/>
            <a:ext cx="12195175" cy="6858000"/>
          </a:xfrm>
          <a:no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a:t>
            </a:r>
            <a:endParaRPr lang="de-DE"/>
          </a:p>
        </p:txBody>
      </p:sp>
    </p:spTree>
    <p:extLst>
      <p:ext uri="{BB962C8B-B14F-4D97-AF65-F5344CB8AC3E}">
        <p14:creationId xmlns:p14="http://schemas.microsoft.com/office/powerpoint/2010/main" val="1372718736"/>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Text and Screenshot">
    <p:spTree>
      <p:nvGrpSpPr>
        <p:cNvPr id="1" name=""/>
        <p:cNvGrpSpPr/>
        <p:nvPr/>
      </p:nvGrpSpPr>
      <p:grpSpPr>
        <a:xfrm>
          <a:off x="0" y="0"/>
          <a:ext cx="0" cy="0"/>
          <a:chOff x="0" y="0"/>
          <a:chExt cx="0" cy="0"/>
        </a:xfrm>
      </p:grpSpPr>
      <p:sp>
        <p:nvSpPr>
          <p:cNvPr id="5" name="Picture Placeholder"/>
          <p:cNvSpPr>
            <a:spLocks noGrp="1"/>
          </p:cNvSpPr>
          <p:nvPr>
            <p:ph type="pic" sz="quarter" idx="13" hasCustomPrompt="1"/>
          </p:nvPr>
        </p:nvSpPr>
        <p:spPr bwMode="gray">
          <a:xfrm>
            <a:off x="6221413" y="1557339"/>
            <a:ext cx="5469064" cy="4608512"/>
          </a:xfrm>
          <a:prstGeom prst="roundRect">
            <a:avLst>
              <a:gd name="adj" fmla="val 6436"/>
            </a:avLst>
          </a:prstGeom>
          <a:noFill/>
        </p:spPr>
        <p:txBody>
          <a:bodyPr vert="horz" lIns="0" tIns="1512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screenshot</a:t>
            </a:r>
            <a:endParaRPr lang="de-DE"/>
          </a:p>
        </p:txBody>
      </p:sp>
      <p:sp>
        <p:nvSpPr>
          <p:cNvPr id="4" name="Text Placeholder"/>
          <p:cNvSpPr>
            <a:spLocks noGrp="1"/>
          </p:cNvSpPr>
          <p:nvPr>
            <p:ph type="body" sz="quarter" idx="10" hasCustomPrompt="1"/>
          </p:nvPr>
        </p:nvSpPr>
        <p:spPr>
          <a:xfrm>
            <a:off x="504000" y="1548000"/>
            <a:ext cx="5465000" cy="4617851"/>
          </a:xfrm>
        </p:spPr>
        <p:txBody>
          <a:bodyPr/>
          <a:lstStyle>
            <a:lvl1pPr>
              <a:defRPr>
                <a:latin typeface="72 Brand" panose="020B0504030603020204" pitchFamily="34" charset="0"/>
              </a:defRPr>
            </a:lvl1pPr>
            <a:lvl2pPr>
              <a:defRPr>
                <a:latin typeface="72 Brand" panose="020B0504030603020204" pitchFamily="34" charset="0"/>
              </a:defRPr>
            </a:lvl2pPr>
            <a:lvl3pPr>
              <a:defRPr>
                <a:latin typeface="72 Brand" panose="020B0504030603020204" pitchFamily="34" charset="0"/>
              </a:defRPr>
            </a:lvl3pPr>
            <a:lvl4pPr>
              <a:defRPr>
                <a:latin typeface="72 Brand" panose="020B0504030603020204" pitchFamily="34" charset="0"/>
              </a:defRPr>
            </a:lvl4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3530637513"/>
      </p:ext>
    </p:extLst>
  </p:cSld>
  <p:clrMapOvr>
    <a:masterClrMapping/>
  </p:clrMapOvr>
  <p:extLst>
    <p:ext uri="{DCECCB84-F9BA-43D5-87BE-67443E8EF086}">
      <p15:sldGuideLst xmlns:p15="http://schemas.microsoft.com/office/powerpoint/2012/main">
        <p15:guide id="2" orient="horz" pos="972">
          <p15:clr>
            <a:srgbClr val="FBAE40"/>
          </p15:clr>
        </p15:guide>
        <p15:guide id="6" orient="horz" pos="317">
          <p15:clr>
            <a:srgbClr val="FBAE40"/>
          </p15:clr>
        </p15:guide>
        <p15:guide id="7" orient="horz" pos="551">
          <p15:clr>
            <a:srgbClr val="FBAE40"/>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7" name="Content Placeholder"/>
          <p:cNvSpPr>
            <a:spLocks noGrp="1"/>
          </p:cNvSpPr>
          <p:nvPr>
            <p:ph idx="1" hasCustomPrompt="1"/>
          </p:nvPr>
        </p:nvSpPr>
        <p:spPr bwMode="gray">
          <a:xfrm>
            <a:off x="504000" y="1548001"/>
            <a:ext cx="11185200" cy="4617850"/>
          </a:xfrm>
          <a:noFill/>
        </p:spPr>
        <p:txBody>
          <a:bodyPr tIns="1368000"/>
          <a:lstStyle>
            <a:lvl1pPr algn="ctr">
              <a:defRPr sz="1400" b="0">
                <a:latin typeface="72 Brand" panose="020B0504030603020204" pitchFamily="34" charset="0"/>
              </a:defRPr>
            </a:lvl1pPr>
          </a:lstStyle>
          <a:p>
            <a:pPr lvl="0"/>
            <a:r>
              <a:rPr lang="en-US"/>
              <a:t>Click to add content</a:t>
            </a:r>
          </a:p>
        </p:txBody>
      </p:sp>
      <p:sp>
        <p:nvSpPr>
          <p:cNvPr id="2" name="Title"/>
          <p:cNvSpPr>
            <a:spLocks noGrp="1"/>
          </p:cNvSpPr>
          <p:nvPr>
            <p:ph type="title" hasCustomPrompt="1"/>
          </p:nvPr>
        </p:nvSpPr>
        <p:spPr/>
        <p:txBody>
          <a:bodyPr/>
          <a:lstStyle/>
          <a:p>
            <a:r>
              <a:rPr lang="en-US" noProof="0"/>
              <a:t>Insert page title (sentence case)</a:t>
            </a:r>
            <a:endParaRPr lang="en-US"/>
          </a:p>
        </p:txBody>
      </p:sp>
    </p:spTree>
    <p:extLst>
      <p:ext uri="{BB962C8B-B14F-4D97-AF65-F5344CB8AC3E}">
        <p14:creationId xmlns:p14="http://schemas.microsoft.com/office/powerpoint/2010/main" val="2282057001"/>
      </p:ext>
    </p:extLst>
  </p:cSld>
  <p:clrMapOvr>
    <a:masterClrMapping/>
  </p:clrMapOvr>
  <p:extLst>
    <p:ext uri="{DCECCB84-F9BA-43D5-87BE-67443E8EF086}">
      <p15:sldGuideLst xmlns:p15="http://schemas.microsoft.com/office/powerpoint/2012/main">
        <p15:guide id="2" orient="horz" pos="317">
          <p15:clr>
            <a:srgbClr val="FBAE40"/>
          </p15:clr>
        </p15:guide>
        <p15:guide id="3" orient="horz" pos="551">
          <p15:clr>
            <a:srgbClr val="FBAE40"/>
          </p15:clr>
        </p15:guide>
        <p15:guide id="4" orient="horz" pos="972">
          <p15:clr>
            <a:srgbClr val="FBAE4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rgbClr val="002A86"/>
        </a:solidFill>
        <a:effectLst/>
      </p:bgPr>
    </p:bg>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3D589DC9-900C-2DBE-96E3-4ED66541B1E8}"/>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a:off x="-2382" y="4405745"/>
            <a:ext cx="12194763" cy="2452255"/>
          </a:xfrm>
          <a:prstGeom prst="rect">
            <a:avLst/>
          </a:prstGeom>
        </p:spPr>
      </p:pic>
      <p:sp>
        <p:nvSpPr>
          <p:cNvPr id="6" name="Title">
            <a:extLst>
              <a:ext uri="{FF2B5EF4-FFF2-40B4-BE49-F238E27FC236}">
                <a16:creationId xmlns:a16="http://schemas.microsoft.com/office/drawing/2014/main" id="{729E6C33-847C-5792-E2BD-5963C662ECED}"/>
              </a:ext>
            </a:extLst>
          </p:cNvPr>
          <p:cNvSpPr>
            <a:spLocks noGrp="1"/>
          </p:cNvSpPr>
          <p:nvPr>
            <p:ph type="title" hasCustomPrompt="1"/>
          </p:nvPr>
        </p:nvSpPr>
        <p:spPr>
          <a:xfrm>
            <a:off x="1455738" y="2838091"/>
            <a:ext cx="9335003" cy="646112"/>
          </a:xfrm>
        </p:spPr>
        <p:txBody>
          <a:bodyPr anchor="b" anchorCtr="0">
            <a:noAutofit/>
          </a:bodyPr>
          <a:lstStyle>
            <a:lvl1pPr>
              <a:lnSpc>
                <a:spcPct val="100000"/>
              </a:lnSpc>
              <a:defRPr sz="3600" b="0" i="0">
                <a:solidFill>
                  <a:schemeClr val="bg1"/>
                </a:solidFill>
                <a:latin typeface="72 Brand Medium" panose="020B0504030603020204" pitchFamily="34" charset="0"/>
              </a:defRPr>
            </a:lvl1pPr>
          </a:lstStyle>
          <a:p>
            <a:pPr fontAlgn="base">
              <a:spcBef>
                <a:spcPct val="50000"/>
              </a:spcBef>
              <a:spcAft>
                <a:spcPct val="0"/>
              </a:spcAft>
              <a:buClr>
                <a:srgbClr val="F0AB00"/>
              </a:buClr>
              <a:buSzPct val="80000"/>
            </a:pPr>
            <a:r>
              <a:rPr lang="en-US"/>
              <a:t>“Add Quote”</a:t>
            </a:r>
            <a:endParaRPr lang="de-DE" sz="3600" kern="0" err="1">
              <a:ea typeface="72 Brand" pitchFamily="34" charset="-128"/>
              <a:cs typeface="72 Brand" pitchFamily="34" charset="-128"/>
            </a:endParaRPr>
          </a:p>
        </p:txBody>
      </p:sp>
      <p:sp>
        <p:nvSpPr>
          <p:cNvPr id="9" name="Text Placeholder 8">
            <a:extLst>
              <a:ext uri="{FF2B5EF4-FFF2-40B4-BE49-F238E27FC236}">
                <a16:creationId xmlns:a16="http://schemas.microsoft.com/office/drawing/2014/main" id="{6F45BB20-CC77-71AE-A785-DCD42C2AECFC}"/>
              </a:ext>
            </a:extLst>
          </p:cNvPr>
          <p:cNvSpPr>
            <a:spLocks noGrp="1"/>
          </p:cNvSpPr>
          <p:nvPr>
            <p:ph type="body" sz="quarter" idx="12" hasCustomPrompt="1"/>
          </p:nvPr>
        </p:nvSpPr>
        <p:spPr>
          <a:xfrm>
            <a:off x="1455738" y="3745231"/>
            <a:ext cx="9335003" cy="520700"/>
          </a:xfrm>
        </p:spPr>
        <p:txBody>
          <a:bodyPr anchor="t" anchorCtr="0"/>
          <a:lstStyle>
            <a:lvl1pPr>
              <a:defRPr sz="1400">
                <a:solidFill>
                  <a:schemeClr val="bg1"/>
                </a:solidFill>
                <a:latin typeface="72 Brand" panose="020B0504030603020204" pitchFamily="34" charset="0"/>
              </a:defRPr>
            </a:lvl1pPr>
          </a:lstStyle>
          <a:p>
            <a:pPr lvl="0"/>
            <a:r>
              <a:rPr lang="en-GB"/>
              <a:t>Speaker,</a:t>
            </a:r>
          </a:p>
          <a:p>
            <a:pPr lvl="0"/>
            <a:r>
              <a:rPr lang="en-GB"/>
              <a:t>Role, Company, </a:t>
            </a:r>
          </a:p>
        </p:txBody>
      </p:sp>
      <p:sp>
        <p:nvSpPr>
          <p:cNvPr id="14" name="Slide number">
            <a:extLst>
              <a:ext uri="{FF2B5EF4-FFF2-40B4-BE49-F238E27FC236}">
                <a16:creationId xmlns:a16="http://schemas.microsoft.com/office/drawing/2014/main" id="{5F0AAD8A-B1FC-600E-7D99-98736F5CDDB9}"/>
              </a:ext>
            </a:extLst>
          </p:cNvPr>
          <p:cNvSpPr txBox="1"/>
          <p:nvPr userDrawn="1"/>
        </p:nvSpPr>
        <p:spPr bwMode="black">
          <a:xfrm>
            <a:off x="11472469" y="6536751"/>
            <a:ext cx="218008"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72 Brand" panose="020B0504030603020204" pitchFamily="34" charset="0"/>
              </a:rPr>
              <a:pPr marL="0" lvl="0" indent="0" algn="r">
                <a:buNone/>
              </a:pPr>
              <a:t>‹#›</a:t>
            </a:fld>
            <a:endParaRPr lang="en-US" sz="900" b="0" i="0" noProof="0">
              <a:latin typeface="72 Brand" panose="020B0504030603020204" pitchFamily="34" charset="0"/>
            </a:endParaRPr>
          </a:p>
        </p:txBody>
      </p:sp>
      <p:sp>
        <p:nvSpPr>
          <p:cNvPr id="3" name="Slide number">
            <a:extLst>
              <a:ext uri="{FF2B5EF4-FFF2-40B4-BE49-F238E27FC236}">
                <a16:creationId xmlns:a16="http://schemas.microsoft.com/office/drawing/2014/main" id="{DDACF34E-59B2-FA5E-1216-025A79F4A32D}"/>
              </a:ext>
            </a:extLst>
          </p:cNvPr>
          <p:cNvSpPr txBox="1"/>
          <p:nvPr userDrawn="1"/>
        </p:nvSpPr>
        <p:spPr bwMode="black">
          <a:xfrm>
            <a:off x="11472469" y="6536751"/>
            <a:ext cx="218008"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solidFill>
                  <a:schemeClr val="bg1"/>
                </a:solidFill>
                <a:latin typeface="72 Brand" panose="020B0504030603020204" pitchFamily="34" charset="0"/>
              </a:rPr>
              <a:pPr marL="0" lvl="0" indent="0" algn="r">
                <a:buNone/>
              </a:pPr>
              <a:t>‹#›</a:t>
            </a:fld>
            <a:endParaRPr lang="en-US" sz="900" b="0" i="0" noProof="0">
              <a:solidFill>
                <a:schemeClr val="bg1"/>
              </a:solidFill>
              <a:latin typeface="72 Brand" panose="020B0504030603020204" pitchFamily="34" charset="0"/>
            </a:endParaRPr>
          </a:p>
        </p:txBody>
      </p:sp>
    </p:spTree>
    <p:extLst>
      <p:ext uri="{BB962C8B-B14F-4D97-AF65-F5344CB8AC3E}">
        <p14:creationId xmlns:p14="http://schemas.microsoft.com/office/powerpoint/2010/main" val="53968462"/>
      </p:ext>
    </p:extLst>
  </p:cSld>
  <p:clrMapOvr>
    <a:masterClrMapping/>
  </p:clrMapOvr>
  <p:extLst>
    <p:ext uri="{DCECCB84-F9BA-43D5-87BE-67443E8EF086}">
      <p15:sldGuideLst xmlns:p15="http://schemas.microsoft.com/office/powerpoint/2012/main">
        <p15:guide id="4" orient="horz" pos="2341">
          <p15:clr>
            <a:srgbClr val="FBAE40"/>
          </p15:clr>
        </p15:guide>
        <p15:guide id="7" orient="horz" pos="3475">
          <p15:clr>
            <a:srgbClr val="FBAE40"/>
          </p15:clr>
        </p15:guide>
        <p15:guide id="8" orient="horz" pos="323">
          <p15:clr>
            <a:srgbClr val="FBAE40"/>
          </p15:clr>
        </p15:guide>
        <p15:guide id="9" orient="horz" pos="550">
          <p15:clr>
            <a:srgbClr val="FBAE40"/>
          </p15:clr>
        </p15:guide>
      </p15:sldGuideLst>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showMasterSp="0" preserve="1" userDrawn="1">
  <p:cSld name="Thank you – 1-4 speakers">
    <p:bg>
      <p:bgPr>
        <a:solidFill>
          <a:srgbClr val="002A86"/>
        </a:solidFill>
        <a:effectLst/>
      </p:bgPr>
    </p:bg>
    <p:spTree>
      <p:nvGrpSpPr>
        <p:cNvPr id="1" name=""/>
        <p:cNvGrpSpPr/>
        <p:nvPr/>
      </p:nvGrpSpPr>
      <p:grpSpPr>
        <a:xfrm>
          <a:off x="0" y="0"/>
          <a:ext cx="0" cy="0"/>
          <a:chOff x="0" y="0"/>
          <a:chExt cx="0" cy="0"/>
        </a:xfrm>
      </p:grpSpPr>
      <p:pic>
        <p:nvPicPr>
          <p:cNvPr id="2" name="Picture 4">
            <a:extLst>
              <a:ext uri="{FF2B5EF4-FFF2-40B4-BE49-F238E27FC236}">
                <a16:creationId xmlns:a16="http://schemas.microsoft.com/office/drawing/2014/main" id="{269A83AD-68CE-0D1B-5788-47CE4676C8C6}"/>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8129588" y="6228000"/>
            <a:ext cx="3505130" cy="360000"/>
          </a:xfrm>
          <a:prstGeom prst="rect">
            <a:avLst/>
          </a:prstGeom>
        </p:spPr>
      </p:pic>
      <p:pic>
        <p:nvPicPr>
          <p:cNvPr id="9" name="Grafik 8">
            <a:extLst>
              <a:ext uri="{FF2B5EF4-FFF2-40B4-BE49-F238E27FC236}">
                <a16:creationId xmlns:a16="http://schemas.microsoft.com/office/drawing/2014/main" id="{B2C1ACBA-7058-2DF5-7E7B-9A40A5075089}"/>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a:xfrm>
            <a:off x="0" y="0"/>
            <a:ext cx="12194393" cy="2397577"/>
          </a:xfrm>
          <a:prstGeom prst="rect">
            <a:avLst/>
          </a:prstGeom>
        </p:spPr>
      </p:pic>
      <p:sp>
        <p:nvSpPr>
          <p:cNvPr id="3" name="Title"/>
          <p:cNvSpPr>
            <a:spLocks noGrp="1"/>
          </p:cNvSpPr>
          <p:nvPr>
            <p:ph type="title" hasCustomPrompt="1"/>
          </p:nvPr>
        </p:nvSpPr>
        <p:spPr>
          <a:xfrm>
            <a:off x="517525" y="1925489"/>
            <a:ext cx="4442583" cy="998420"/>
          </a:xfrm>
        </p:spPr>
        <p:txBody>
          <a:bodyPr vert="horz" wrap="square" lIns="0" tIns="0" rIns="0" bIns="0" rtlCol="0">
            <a:noAutofit/>
          </a:bodyPr>
          <a:lstStyle>
            <a:lvl1pPr>
              <a:lnSpc>
                <a:spcPct val="90000"/>
              </a:lnSpc>
              <a:defRPr lang="de-DE" sz="6000" b="0" i="0" dirty="0">
                <a:solidFill>
                  <a:schemeClr val="bg1"/>
                </a:solidFill>
                <a:latin typeface="72 Brand Medium" panose="020B0504030603020204" pitchFamily="34" charset="0"/>
                <a:ea typeface="+mn-ea"/>
                <a:cs typeface="+mn-cs"/>
              </a:defRPr>
            </a:lvl1pPr>
          </a:lstStyle>
          <a:p>
            <a:pPr lvl="0"/>
            <a:r>
              <a:rPr lang="en-US"/>
              <a:t>Thank you.</a:t>
            </a:r>
          </a:p>
        </p:txBody>
      </p:sp>
      <p:sp>
        <p:nvSpPr>
          <p:cNvPr id="13" name="Textplatzhalter 11">
            <a:extLst>
              <a:ext uri="{FF2B5EF4-FFF2-40B4-BE49-F238E27FC236}">
                <a16:creationId xmlns:a16="http://schemas.microsoft.com/office/drawing/2014/main" id="{3AC3C48C-D235-A36B-47FC-850036C1A82E}"/>
              </a:ext>
            </a:extLst>
          </p:cNvPr>
          <p:cNvSpPr>
            <a:spLocks noGrp="1"/>
          </p:cNvSpPr>
          <p:nvPr>
            <p:ph type="body" sz="quarter" idx="10" hasCustomPrompt="1"/>
          </p:nvPr>
        </p:nvSpPr>
        <p:spPr>
          <a:xfrm>
            <a:off x="517525" y="3365918"/>
            <a:ext cx="2592388" cy="279400"/>
          </a:xfrm>
        </p:spPr>
        <p:txBody>
          <a:bodyPr/>
          <a:lstStyle>
            <a:lvl1pPr>
              <a:defRPr sz="140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Name 1</a:t>
            </a:r>
          </a:p>
        </p:txBody>
      </p:sp>
      <p:sp>
        <p:nvSpPr>
          <p:cNvPr id="15" name="Textplatzhalter 11">
            <a:extLst>
              <a:ext uri="{FF2B5EF4-FFF2-40B4-BE49-F238E27FC236}">
                <a16:creationId xmlns:a16="http://schemas.microsoft.com/office/drawing/2014/main" id="{82264CD7-DF75-DF8A-D2DA-5E34A7ECBBEE}"/>
              </a:ext>
            </a:extLst>
          </p:cNvPr>
          <p:cNvSpPr>
            <a:spLocks noGrp="1"/>
          </p:cNvSpPr>
          <p:nvPr>
            <p:ph type="body" sz="quarter" idx="11" hasCustomPrompt="1"/>
          </p:nvPr>
        </p:nvSpPr>
        <p:spPr>
          <a:xfrm>
            <a:off x="517524" y="3644445"/>
            <a:ext cx="2592389" cy="888895"/>
          </a:xfrm>
        </p:spPr>
        <p:txBody>
          <a:bodyPr/>
          <a:lstStyle>
            <a:lvl1pPr>
              <a:spcBef>
                <a:spcPts val="0"/>
              </a:spcBef>
              <a:defRPr sz="1400">
                <a:solidFill>
                  <a:schemeClr val="bg1"/>
                </a:solidFill>
                <a:latin typeface="72 Brand" panose="020B0504030603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Job title</a:t>
            </a:r>
          </a:p>
          <a:p>
            <a:pPr lvl="0"/>
            <a:r>
              <a:rPr lang="de-DE" err="1"/>
              <a:t>Address</a:t>
            </a:r>
            <a:endParaRPr lang="de-DE"/>
          </a:p>
          <a:p>
            <a:pPr lvl="0"/>
            <a:r>
              <a:rPr lang="de-DE"/>
              <a:t>City</a:t>
            </a:r>
          </a:p>
          <a:p>
            <a:pPr lvl="0"/>
            <a:r>
              <a:rPr lang="de-DE"/>
              <a:t>Email</a:t>
            </a:r>
          </a:p>
        </p:txBody>
      </p:sp>
      <p:sp>
        <p:nvSpPr>
          <p:cNvPr id="17" name="Bildplatzhalter 16">
            <a:extLst>
              <a:ext uri="{FF2B5EF4-FFF2-40B4-BE49-F238E27FC236}">
                <a16:creationId xmlns:a16="http://schemas.microsoft.com/office/drawing/2014/main" id="{FD15D6CC-471D-F3D5-F3C4-C2CDAF460E74}"/>
              </a:ext>
            </a:extLst>
          </p:cNvPr>
          <p:cNvSpPr>
            <a:spLocks noGrp="1"/>
          </p:cNvSpPr>
          <p:nvPr>
            <p:ph type="pic" sz="quarter" idx="12"/>
          </p:nvPr>
        </p:nvSpPr>
        <p:spPr>
          <a:xfrm>
            <a:off x="517526" y="4691638"/>
            <a:ext cx="694338" cy="694338"/>
          </a:xfrm>
          <a:noFill/>
          <a:ln>
            <a:noFill/>
          </a:ln>
        </p:spPr>
        <p:txBody>
          <a:bodyPr/>
          <a:lstStyle>
            <a:lvl1pPr>
              <a:defRPr>
                <a:latin typeface="72 Brand" panose="020B0504030603020204" pitchFamily="34" charset="0"/>
              </a:defRPr>
            </a:lvl1pPr>
          </a:lstStyle>
          <a:p>
            <a:r>
              <a:rPr lang="de-DE"/>
              <a:t>Bild durch Klicken auf Symbol hinzufügen</a:t>
            </a:r>
          </a:p>
        </p:txBody>
      </p:sp>
      <p:sp>
        <p:nvSpPr>
          <p:cNvPr id="18" name="Textplatzhalter 11">
            <a:extLst>
              <a:ext uri="{FF2B5EF4-FFF2-40B4-BE49-F238E27FC236}">
                <a16:creationId xmlns:a16="http://schemas.microsoft.com/office/drawing/2014/main" id="{36DBDB4E-9854-15EA-9213-BB3B6314BC1C}"/>
              </a:ext>
            </a:extLst>
          </p:cNvPr>
          <p:cNvSpPr>
            <a:spLocks noGrp="1"/>
          </p:cNvSpPr>
          <p:nvPr>
            <p:ph type="body" sz="quarter" idx="13" hasCustomPrompt="1"/>
          </p:nvPr>
        </p:nvSpPr>
        <p:spPr>
          <a:xfrm>
            <a:off x="3389933" y="3377300"/>
            <a:ext cx="2592388" cy="279400"/>
          </a:xfrm>
        </p:spPr>
        <p:txBody>
          <a:bodyPr/>
          <a:lstStyle>
            <a:lvl1pPr>
              <a:defRPr sz="140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Name 2</a:t>
            </a:r>
          </a:p>
        </p:txBody>
      </p:sp>
      <p:sp>
        <p:nvSpPr>
          <p:cNvPr id="19" name="Textplatzhalter 11">
            <a:extLst>
              <a:ext uri="{FF2B5EF4-FFF2-40B4-BE49-F238E27FC236}">
                <a16:creationId xmlns:a16="http://schemas.microsoft.com/office/drawing/2014/main" id="{32257E23-A1C5-E4D8-AF1E-23DA3CD2972D}"/>
              </a:ext>
            </a:extLst>
          </p:cNvPr>
          <p:cNvSpPr>
            <a:spLocks noGrp="1"/>
          </p:cNvSpPr>
          <p:nvPr>
            <p:ph type="body" sz="quarter" idx="14" hasCustomPrompt="1"/>
          </p:nvPr>
        </p:nvSpPr>
        <p:spPr>
          <a:xfrm>
            <a:off x="3389932" y="3655827"/>
            <a:ext cx="2592389" cy="888895"/>
          </a:xfrm>
        </p:spPr>
        <p:txBody>
          <a:bodyPr/>
          <a:lstStyle>
            <a:lvl1pPr>
              <a:spcBef>
                <a:spcPts val="0"/>
              </a:spcBef>
              <a:defRPr sz="1400">
                <a:solidFill>
                  <a:schemeClr val="bg1"/>
                </a:solidFill>
                <a:latin typeface="72 Brand" panose="020B0504030603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Job title</a:t>
            </a:r>
          </a:p>
          <a:p>
            <a:pPr lvl="0"/>
            <a:r>
              <a:rPr lang="de-DE" err="1"/>
              <a:t>Address</a:t>
            </a:r>
            <a:endParaRPr lang="de-DE"/>
          </a:p>
          <a:p>
            <a:pPr lvl="0"/>
            <a:r>
              <a:rPr lang="de-DE"/>
              <a:t>City</a:t>
            </a:r>
          </a:p>
          <a:p>
            <a:pPr lvl="0"/>
            <a:r>
              <a:rPr lang="de-DE"/>
              <a:t>Email</a:t>
            </a:r>
          </a:p>
        </p:txBody>
      </p:sp>
      <p:sp>
        <p:nvSpPr>
          <p:cNvPr id="20" name="Bildplatzhalter 16">
            <a:extLst>
              <a:ext uri="{FF2B5EF4-FFF2-40B4-BE49-F238E27FC236}">
                <a16:creationId xmlns:a16="http://schemas.microsoft.com/office/drawing/2014/main" id="{B921F0F5-0922-8AE5-845F-DF1F89FBAC48}"/>
              </a:ext>
            </a:extLst>
          </p:cNvPr>
          <p:cNvSpPr>
            <a:spLocks noGrp="1"/>
          </p:cNvSpPr>
          <p:nvPr>
            <p:ph type="pic" sz="quarter" idx="15"/>
          </p:nvPr>
        </p:nvSpPr>
        <p:spPr>
          <a:xfrm>
            <a:off x="3387115" y="4691638"/>
            <a:ext cx="694338" cy="694338"/>
          </a:xfrm>
          <a:noFill/>
          <a:ln>
            <a:noFill/>
          </a:ln>
        </p:spPr>
        <p:txBody>
          <a:bodyPr/>
          <a:lstStyle>
            <a:lvl1pPr>
              <a:defRPr>
                <a:latin typeface="72 Brand" panose="020B0504030603020204" pitchFamily="34" charset="0"/>
              </a:defRPr>
            </a:lvl1pPr>
          </a:lstStyle>
          <a:p>
            <a:r>
              <a:rPr lang="de-DE"/>
              <a:t>Bild durch Klicken auf Symbol hinzufügen</a:t>
            </a:r>
          </a:p>
        </p:txBody>
      </p:sp>
      <p:sp>
        <p:nvSpPr>
          <p:cNvPr id="4" name="Textplatzhalter 11">
            <a:extLst>
              <a:ext uri="{FF2B5EF4-FFF2-40B4-BE49-F238E27FC236}">
                <a16:creationId xmlns:a16="http://schemas.microsoft.com/office/drawing/2014/main" id="{E2041EA1-30E1-04EE-2937-E4FABA226823}"/>
              </a:ext>
            </a:extLst>
          </p:cNvPr>
          <p:cNvSpPr>
            <a:spLocks noGrp="1"/>
          </p:cNvSpPr>
          <p:nvPr>
            <p:ph type="body" sz="quarter" idx="16" hasCustomPrompt="1"/>
          </p:nvPr>
        </p:nvSpPr>
        <p:spPr>
          <a:xfrm>
            <a:off x="6238875" y="3365918"/>
            <a:ext cx="2592388" cy="279400"/>
          </a:xfrm>
        </p:spPr>
        <p:txBody>
          <a:bodyPr/>
          <a:lstStyle>
            <a:lvl1pPr>
              <a:defRPr sz="140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Name 3</a:t>
            </a:r>
          </a:p>
        </p:txBody>
      </p:sp>
      <p:sp>
        <p:nvSpPr>
          <p:cNvPr id="6" name="Textplatzhalter 11">
            <a:extLst>
              <a:ext uri="{FF2B5EF4-FFF2-40B4-BE49-F238E27FC236}">
                <a16:creationId xmlns:a16="http://schemas.microsoft.com/office/drawing/2014/main" id="{B6E417BD-B854-58CC-CCD8-C847423B1A9B}"/>
              </a:ext>
            </a:extLst>
          </p:cNvPr>
          <p:cNvSpPr>
            <a:spLocks noGrp="1"/>
          </p:cNvSpPr>
          <p:nvPr>
            <p:ph type="body" sz="quarter" idx="17" hasCustomPrompt="1"/>
          </p:nvPr>
        </p:nvSpPr>
        <p:spPr>
          <a:xfrm>
            <a:off x="6238874" y="3644445"/>
            <a:ext cx="2592389" cy="888895"/>
          </a:xfrm>
        </p:spPr>
        <p:txBody>
          <a:bodyPr/>
          <a:lstStyle>
            <a:lvl1pPr>
              <a:spcBef>
                <a:spcPts val="0"/>
              </a:spcBef>
              <a:defRPr sz="1400">
                <a:solidFill>
                  <a:schemeClr val="bg1"/>
                </a:solidFill>
                <a:latin typeface="72 Brand" panose="020B0504030603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Job title</a:t>
            </a:r>
          </a:p>
          <a:p>
            <a:pPr lvl="0"/>
            <a:r>
              <a:rPr lang="de-DE" err="1"/>
              <a:t>Address</a:t>
            </a:r>
            <a:endParaRPr lang="de-DE"/>
          </a:p>
          <a:p>
            <a:pPr lvl="0"/>
            <a:r>
              <a:rPr lang="de-DE"/>
              <a:t>City</a:t>
            </a:r>
          </a:p>
          <a:p>
            <a:pPr lvl="0"/>
            <a:r>
              <a:rPr lang="de-DE"/>
              <a:t>Email</a:t>
            </a:r>
          </a:p>
        </p:txBody>
      </p:sp>
      <p:sp>
        <p:nvSpPr>
          <p:cNvPr id="7" name="Bildplatzhalter 16">
            <a:extLst>
              <a:ext uri="{FF2B5EF4-FFF2-40B4-BE49-F238E27FC236}">
                <a16:creationId xmlns:a16="http://schemas.microsoft.com/office/drawing/2014/main" id="{03B3585B-8F22-AF7B-8A18-3FCA73D24F9B}"/>
              </a:ext>
            </a:extLst>
          </p:cNvPr>
          <p:cNvSpPr>
            <a:spLocks noGrp="1"/>
          </p:cNvSpPr>
          <p:nvPr>
            <p:ph type="pic" sz="quarter" idx="18"/>
          </p:nvPr>
        </p:nvSpPr>
        <p:spPr>
          <a:xfrm>
            <a:off x="6238875" y="4691637"/>
            <a:ext cx="693163" cy="693163"/>
          </a:xfrm>
          <a:noFill/>
          <a:ln>
            <a:noFill/>
          </a:ln>
        </p:spPr>
        <p:txBody>
          <a:bodyPr/>
          <a:lstStyle>
            <a:lvl1pPr>
              <a:defRPr>
                <a:latin typeface="72 Brand" panose="020B0504030603020204" pitchFamily="34" charset="0"/>
              </a:defRPr>
            </a:lvl1pPr>
          </a:lstStyle>
          <a:p>
            <a:r>
              <a:rPr lang="de-DE"/>
              <a:t>Bild durch Klicken auf Symbol hinzufügen</a:t>
            </a:r>
          </a:p>
        </p:txBody>
      </p:sp>
      <p:sp>
        <p:nvSpPr>
          <p:cNvPr id="11" name="Textfeld 10">
            <a:extLst>
              <a:ext uri="{FF2B5EF4-FFF2-40B4-BE49-F238E27FC236}">
                <a16:creationId xmlns:a16="http://schemas.microsoft.com/office/drawing/2014/main" id="{289E620A-CC16-1290-ACCD-8C889D636A56}"/>
              </a:ext>
            </a:extLst>
          </p:cNvPr>
          <p:cNvSpPr txBox="1"/>
          <p:nvPr userDrawn="1"/>
        </p:nvSpPr>
        <p:spPr>
          <a:xfrm>
            <a:off x="500063" y="248473"/>
            <a:ext cx="2217737" cy="329321"/>
          </a:xfrm>
          <a:prstGeom prst="rect">
            <a:avLst/>
          </a:prstGeom>
          <a:noFill/>
          <a:ln w="28575">
            <a:noFill/>
          </a:ln>
        </p:spPr>
        <p:txBody>
          <a:bodyPr wrap="square" lIns="0" tIns="0" rIns="0" bIns="0" rtlCol="0">
            <a:spAutoFit/>
          </a:bodyPr>
          <a:lstStyle/>
          <a:p>
            <a:pPr algn="l" fontAlgn="base">
              <a:spcBef>
                <a:spcPct val="50000"/>
              </a:spcBef>
              <a:spcAft>
                <a:spcPct val="0"/>
              </a:spcAft>
              <a:buClr>
                <a:schemeClr val="tx1"/>
              </a:buClr>
              <a:buSzPct val="100000"/>
            </a:pPr>
            <a:r>
              <a:rPr lang="de-DE" sz="2120" kern="0">
                <a:solidFill>
                  <a:schemeClr val="bg1"/>
                </a:solidFill>
                <a:latin typeface="+mj-lt"/>
                <a:ea typeface="72 Brand" pitchFamily="34" charset="-128"/>
                <a:cs typeface="72 Brand" pitchFamily="34" charset="-128"/>
              </a:rPr>
              <a:t>SAP Sapphire</a:t>
            </a:r>
          </a:p>
        </p:txBody>
      </p:sp>
      <p:sp>
        <p:nvSpPr>
          <p:cNvPr id="12" name="Copyright Placeholder" descr="{&quot;templafy&quot;:{&quot;id&quot;:&quot;ba9fff8e-a26f-4604-9418-39eec7243848&quot;}}">
            <a:extLst>
              <a:ext uri="{FF2B5EF4-FFF2-40B4-BE49-F238E27FC236}">
                <a16:creationId xmlns:a16="http://schemas.microsoft.com/office/drawing/2014/main" id="{5CF8ECA7-D2DE-CD20-9711-D77CC9F1890B}"/>
              </a:ext>
            </a:extLst>
          </p:cNvPr>
          <p:cNvSpPr txBox="1">
            <a:spLocks/>
          </p:cNvSpPr>
          <p:nvPr userDrawn="1"/>
        </p:nvSpPr>
        <p:spPr>
          <a:xfrm>
            <a:off x="504000" y="6145872"/>
            <a:ext cx="6704011" cy="208122"/>
          </a:xfrm>
          <a:prstGeom prst="rect">
            <a:avLst/>
          </a:prstGeom>
          <a:noFill/>
        </p:spPr>
        <p:txBody>
          <a:bodyPr lIns="0" tIns="0" rIns="0" bIns="0" anchor="ctr" anchorCtr="0">
            <a:noAutofit/>
          </a:bodyPr>
          <a:lstStyle>
            <a:lvl1pPr marL="0" indent="0" algn="l" defTabSz="1088558" rtl="0" eaLnBrk="1" latinLnBrk="0" hangingPunct="1">
              <a:spcBef>
                <a:spcPts val="1800"/>
              </a:spcBef>
              <a:buClr>
                <a:schemeClr val="accent1"/>
              </a:buClr>
              <a:buSzPct val="80000"/>
              <a:buFontTx/>
              <a:buNone/>
              <a:defRPr sz="6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539892" indent="0" algn="l" defTabSz="1088558" rtl="0" eaLnBrk="1" latinLnBrk="0" hangingPunct="1">
              <a:spcBef>
                <a:spcPts val="100"/>
              </a:spcBef>
              <a:buClr>
                <a:schemeClr val="tx1"/>
              </a:buClr>
              <a:buSzPct val="100000"/>
              <a:buFont typeface="Symbol" panose="05050102010706020507" pitchFamily="18" charset="2"/>
              <a:buNone/>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Font typeface="Arial" panose="020B0604020202020204" pitchFamily="34" charset="0"/>
              <a:buNone/>
            </a:pPr>
            <a:r>
              <a:rPr lang="en-US">
                <a:solidFill>
                  <a:schemeClr val="bg1"/>
                </a:solidFill>
                <a:latin typeface="72 Brand" panose="020B0504030603020204" pitchFamily="34" charset="0"/>
                <a:cs typeface="Arial" panose="020B0604020202020204" pitchFamily="34" charset="0"/>
              </a:rPr>
              <a:t>© 2026</a:t>
            </a:r>
            <a:r>
              <a:rPr lang="en-GB">
                <a:solidFill>
                  <a:schemeClr val="bg1"/>
                </a:solidFill>
                <a:latin typeface="72 Brand" panose="020B0504030603020204" pitchFamily="34" charset="0"/>
              </a:rPr>
              <a:t> SAP SE or an SAP affiliate company. All rights reserved. See Legal Notice on www.sap.com/legal-notice for use terms, disclaimers, disclosures, or restrictions related to this material.</a:t>
            </a:r>
            <a:endParaRPr lang="en-US">
              <a:solidFill>
                <a:schemeClr val="bg1"/>
              </a:solidFill>
              <a:latin typeface="72 Brand" panose="020B0504030603020204" pitchFamily="34" charset="0"/>
              <a:cs typeface="Arial" panose="020B0604020202020204" pitchFamily="34" charset="0"/>
            </a:endParaRPr>
          </a:p>
        </p:txBody>
      </p:sp>
    </p:spTree>
    <p:extLst>
      <p:ext uri="{BB962C8B-B14F-4D97-AF65-F5344CB8AC3E}">
        <p14:creationId xmlns:p14="http://schemas.microsoft.com/office/powerpoint/2010/main" val="386277144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orient="horz" pos="2162">
          <p15:clr>
            <a:srgbClr val="FBAE40"/>
          </p15:clr>
        </p15:guide>
        <p15:guide id="4" pos="326">
          <p15:clr>
            <a:srgbClr val="A4A3A4"/>
          </p15:clr>
        </p15:guide>
        <p15:guide id="5" orient="horz" pos="2534">
          <p15:clr>
            <a:srgbClr val="FBAE40"/>
          </p15:clr>
        </p15:guide>
        <p15:guide id="6" orient="horz" pos="3164">
          <p15:clr>
            <a:srgbClr val="FBAE40"/>
          </p15:clr>
        </p15:guide>
        <p15:guide id="7" orient="horz" pos="3232">
          <p15:clr>
            <a:srgbClr val="FBAE40"/>
          </p15:clr>
        </p15:guide>
        <p15:guide id="8" orient="horz" pos="3543">
          <p15:clr>
            <a:srgbClr val="FBAE4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p:cSld name="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2670635"/>
      </p:ext>
    </p:extLst>
  </p:cSld>
  <p:clrMapOvr>
    <a:masterClrMapping/>
  </p:clrMapOvr>
  <p:extLst>
    <p:ext uri="{DCECCB84-F9BA-43D5-87BE-67443E8EF086}">
      <p15:sldGuideLst xmlns:p15="http://schemas.microsoft.com/office/powerpoint/2012/main">
        <p15:guide id="1" orient="horz" pos="2160">
          <p15:clr>
            <a:srgbClr val="FBAE40"/>
          </p15:clr>
        </p15:guide>
        <p15:guide id="2" pos="3841">
          <p15:clr>
            <a:srgbClr val="FBAE40"/>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0600039"/>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userDrawn="1">
  <p:cSld name="Title and Text">
    <p:spTree>
      <p:nvGrpSpPr>
        <p:cNvPr id="1" name=""/>
        <p:cNvGrpSpPr/>
        <p:nvPr/>
      </p:nvGrpSpPr>
      <p:grpSpPr>
        <a:xfrm>
          <a:off x="0" y="0"/>
          <a:ext cx="0" cy="0"/>
          <a:chOff x="0" y="0"/>
          <a:chExt cx="0" cy="0"/>
        </a:xfrm>
      </p:grpSpPr>
      <p:sp>
        <p:nvSpPr>
          <p:cNvPr id="4" name="Text placeholder"/>
          <p:cNvSpPr>
            <a:spLocks noGrp="1"/>
          </p:cNvSpPr>
          <p:nvPr>
            <p:ph type="body" sz="quarter" idx="10" hasCustomPrompt="1"/>
          </p:nvPr>
        </p:nvSpPr>
        <p:spPr>
          <a:xfrm>
            <a:off x="504000" y="1548000"/>
            <a:ext cx="11186477" cy="4805175"/>
          </a:xfrm>
        </p:spPr>
        <p:txBody>
          <a:bodyPr/>
          <a:lstStyle>
            <a:lvl1pPr>
              <a:defRPr/>
            </a:lvl1pPr>
          </a:lstStyle>
          <a:p>
            <a:pPr lvl="0"/>
            <a:r>
              <a:rPr lang="en-GB"/>
              <a:t>Start typing to add text without a bullet point. To add a bullet point, place the cursor at the start of this line and press tab.</a:t>
            </a:r>
            <a:endParaRPr lang="en-US" noProof="0"/>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4000" y="504000"/>
            <a:ext cx="11186476" cy="369332"/>
          </a:xfrm>
        </p:spPr>
        <p:txBody>
          <a:bodyPr/>
          <a:lstStyle>
            <a:lvl1pPr>
              <a:defRPr b="0"/>
            </a:lvl1pPr>
          </a:lstStyle>
          <a:p>
            <a:r>
              <a:rPr lang="en-US" noProof="0"/>
              <a:t>Insert page title (sentence case)</a:t>
            </a:r>
            <a:endParaRPr lang="en-US"/>
          </a:p>
        </p:txBody>
      </p:sp>
    </p:spTree>
    <p:extLst>
      <p:ext uri="{BB962C8B-B14F-4D97-AF65-F5344CB8AC3E}">
        <p14:creationId xmlns:p14="http://schemas.microsoft.com/office/powerpoint/2010/main" val="4168951615"/>
      </p:ext>
    </p:extLst>
  </p:cSld>
  <p:clrMapOvr>
    <a:masterClrMapping/>
  </p:clrMapOvr>
  <p:extLst>
    <p:ext uri="{DCECCB84-F9BA-43D5-87BE-67443E8EF086}">
      <p15:sldGuideLst xmlns:p15="http://schemas.microsoft.com/office/powerpoint/2012/main">
        <p15:guide id="4" orient="horz" pos="318">
          <p15:clr>
            <a:srgbClr val="FBAE40"/>
          </p15:clr>
        </p15:guide>
        <p15:guide id="5" orient="horz" pos="552">
          <p15:clr>
            <a:srgbClr val="FBAE40"/>
          </p15:clr>
        </p15:guide>
        <p15:guide id="6" orient="horz" pos="958">
          <p15:clr>
            <a:srgbClr val="FBAE40"/>
          </p15:clr>
        </p15:guide>
      </p15:sldGuideLst>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p:cSld name="Blank_Keynote">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A77DA857-F1DE-A000-5B9F-0CB5E2D169F6}"/>
              </a:ext>
            </a:extLst>
          </p:cNvPr>
          <p:cNvSpPr/>
          <p:nvPr userDrawn="1"/>
        </p:nvSpPr>
        <p:spPr bwMode="gray">
          <a:xfrm>
            <a:off x="11363326" y="6419850"/>
            <a:ext cx="831850" cy="438150"/>
          </a:xfrm>
          <a:prstGeom prst="rect">
            <a:avLst/>
          </a:prstGeom>
          <a:solidFill>
            <a:schemeClr val="bg1"/>
          </a:solidFill>
          <a:ln w="28575" algn="ctr">
            <a:noFill/>
            <a:miter lim="800000"/>
            <a:headEnd/>
            <a:tailEnd/>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400" b="0" i="0" u="none" strike="noStrike" kern="0" cap="none" spc="0" normalizeH="0" baseline="0" noProof="0" err="1">
              <a:ln>
                <a:noFill/>
              </a:ln>
              <a:effectLst/>
              <a:uLnTx/>
              <a:uFillTx/>
              <a:latin typeface="+mn-lt"/>
              <a:ea typeface="72 Brand" pitchFamily="34" charset="-128"/>
              <a:cs typeface="72 Brand" pitchFamily="34" charset="-128"/>
            </a:endParaRPr>
          </a:p>
        </p:txBody>
      </p:sp>
    </p:spTree>
    <p:extLst>
      <p:ext uri="{BB962C8B-B14F-4D97-AF65-F5344CB8AC3E}">
        <p14:creationId xmlns:p14="http://schemas.microsoft.com/office/powerpoint/2010/main" val="3750924145"/>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79441DAC-29D1-069F-ED28-5B92DFD60E2F}"/>
              </a:ext>
            </a:extLst>
          </p:cNvPr>
          <p:cNvSpPr>
            <a:spLocks noGrp="1"/>
          </p:cNvSpPr>
          <p:nvPr>
            <p:ph type="title" hasCustomPrompt="1"/>
          </p:nvPr>
        </p:nvSpPr>
        <p:spPr>
          <a:xfrm>
            <a:off x="555757" y="496857"/>
            <a:ext cx="11066331" cy="369332"/>
          </a:xfrm>
        </p:spPr>
        <p:txBody>
          <a:bodyPr/>
          <a:lstStyle>
            <a:lvl1pPr>
              <a:defRPr b="0" i="0">
                <a:solidFill>
                  <a:srgbClr val="00144A"/>
                </a:solidFill>
                <a:latin typeface="72 Brand Medium" panose="020B0504030603020204" pitchFamily="34" charset="0"/>
              </a:defRPr>
            </a:lvl1pPr>
          </a:lstStyle>
          <a:p>
            <a:r>
              <a:rPr lang="en-US" noProof="0"/>
              <a:t>Insert page title (sentence case)</a:t>
            </a:r>
            <a:endParaRPr lang="en-US"/>
          </a:p>
        </p:txBody>
      </p:sp>
    </p:spTree>
    <p:extLst>
      <p:ext uri="{BB962C8B-B14F-4D97-AF65-F5344CB8AC3E}">
        <p14:creationId xmlns:p14="http://schemas.microsoft.com/office/powerpoint/2010/main" val="371990262"/>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userDrawn="1">
  <p:cSld name="Agenda B">
    <p:spTree>
      <p:nvGrpSpPr>
        <p:cNvPr id="1" name=""/>
        <p:cNvGrpSpPr/>
        <p:nvPr/>
      </p:nvGrpSpPr>
      <p:grpSpPr>
        <a:xfrm>
          <a:off x="0" y="0"/>
          <a:ext cx="0" cy="0"/>
          <a:chOff x="0" y="0"/>
          <a:chExt cx="0" cy="0"/>
        </a:xfrm>
      </p:grpSpPr>
      <p:sp>
        <p:nvSpPr>
          <p:cNvPr id="3" name="Agenda title"/>
          <p:cNvSpPr>
            <a:spLocks noGrp="1"/>
          </p:cNvSpPr>
          <p:nvPr>
            <p:ph type="title" hasCustomPrompt="1"/>
          </p:nvPr>
        </p:nvSpPr>
        <p:spPr>
          <a:xfrm>
            <a:off x="504001" y="505381"/>
            <a:ext cx="7373174" cy="369332"/>
          </a:xfrm>
        </p:spPr>
        <p:txBody>
          <a:bodyPr/>
          <a:lstStyle>
            <a:lvl1pPr>
              <a:defRPr b="0" i="0">
                <a:latin typeface="72 Brand Medium" panose="020B0504030603020204" pitchFamily="34" charset="0"/>
              </a:defRPr>
            </a:lvl1pPr>
          </a:lstStyle>
          <a:p>
            <a:r>
              <a:rPr lang="en-US"/>
              <a:t>Agenda</a:t>
            </a:r>
          </a:p>
        </p:txBody>
      </p:sp>
      <p:sp>
        <p:nvSpPr>
          <p:cNvPr id="5" name="Text placeholder">
            <a:extLst>
              <a:ext uri="{FF2B5EF4-FFF2-40B4-BE49-F238E27FC236}">
                <a16:creationId xmlns:a16="http://schemas.microsoft.com/office/drawing/2014/main" id="{8E82BE2B-69B2-5121-2AA4-8473C53F0CF1}"/>
              </a:ext>
            </a:extLst>
          </p:cNvPr>
          <p:cNvSpPr>
            <a:spLocks noGrp="1"/>
          </p:cNvSpPr>
          <p:nvPr>
            <p:ph type="body" sz="quarter" idx="11" hasCustomPrompt="1"/>
          </p:nvPr>
        </p:nvSpPr>
        <p:spPr>
          <a:xfrm>
            <a:off x="504001" y="1548000"/>
            <a:ext cx="7373174" cy="4805175"/>
          </a:xfrm>
        </p:spPr>
        <p:txBody>
          <a:bodyPr/>
          <a:lstStyle>
            <a:lvl1pPr marL="0" indent="0">
              <a:buFont typeface="Arial" panose="020B0604020202020204" pitchFamily="34" charset="0"/>
              <a:buChar char="​"/>
              <a:defRPr lang="en-US" sz="1400" b="0" i="0" kern="1200" dirty="0" smtClean="0">
                <a:solidFill>
                  <a:schemeClr val="tx1"/>
                </a:solidFill>
                <a:latin typeface="+mn-lt"/>
                <a:ea typeface="+mn-ea"/>
                <a:cs typeface="+mn-cs"/>
              </a:defRPr>
            </a:lvl1pPr>
            <a:lvl2pPr marL="252000">
              <a:defRPr lang="en-US" sz="1400" b="0" i="0" kern="1200" dirty="0" smtClean="0">
                <a:solidFill>
                  <a:schemeClr val="tx1"/>
                </a:solidFill>
                <a:latin typeface="+mn-lt"/>
                <a:ea typeface="+mn-ea"/>
                <a:cs typeface="+mn-cs"/>
              </a:defRPr>
            </a:lvl2pPr>
            <a:lvl3pPr marL="285750" indent="-285750">
              <a:defRPr/>
            </a:lvl3pPr>
            <a:lvl4pPr marL="252000" indent="-252000">
              <a:defRPr/>
            </a:lvl4pPr>
            <a:lvl5pPr marL="285750" indent="-285750">
              <a:defRPr/>
            </a:lvl5pPr>
            <a:lvl6pPr marL="252000" indent="-252000">
              <a:defRPr/>
            </a:lvl6pPr>
            <a:lvl7pPr marL="171450" indent="-171450">
              <a:defRPr/>
            </a:lvl7pPr>
            <a:lvl8pPr marL="252000" indent="-252000">
              <a:defRPr/>
            </a:lvl8pPr>
            <a:lvl9pPr marL="857250" indent="-857250">
              <a:defRPr/>
            </a:lvl9pPr>
          </a:lstStyle>
          <a:p>
            <a:pPr lvl="0"/>
            <a:r>
              <a:rPr lang="en-US"/>
              <a:t>Agenda Item/Divider Headline</a:t>
            </a:r>
          </a:p>
        </p:txBody>
      </p:sp>
      <p:sp>
        <p:nvSpPr>
          <p:cNvPr id="4" name="Rectangle 3">
            <a:extLst>
              <a:ext uri="{FF2B5EF4-FFF2-40B4-BE49-F238E27FC236}">
                <a16:creationId xmlns:a16="http://schemas.microsoft.com/office/drawing/2014/main" id="{DE0D0982-D686-0C55-3C20-38CF602654D3}"/>
              </a:ext>
            </a:extLst>
          </p:cNvPr>
          <p:cNvSpPr/>
          <p:nvPr/>
        </p:nvSpPr>
        <p:spPr>
          <a:xfrm>
            <a:off x="8128001" y="0"/>
            <a:ext cx="4067174" cy="6858000"/>
          </a:xfrm>
          <a:prstGeom prst="rect">
            <a:avLst/>
          </a:prstGeom>
          <a:solidFill>
            <a:srgbClr val="002A86"/>
          </a:solidFill>
          <a:ln w="12700">
            <a:noFill/>
            <a:headEnd type="none" w="med" len="med"/>
            <a:tailEnd type="none" w="med" len="med"/>
          </a:ln>
          <a:effectLst>
            <a:outerShdw blurRad="508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737" tIns="146190" rIns="182737" bIns="146190" numCol="1" spcCol="0" rtlCol="0" fromWordArt="0" anchor="ctr" anchorCtr="0" forceAA="0" compatLnSpc="1">
            <a:prstTxWarp prst="textNoShape">
              <a:avLst/>
            </a:prstTxWarp>
            <a:noAutofit/>
          </a:bodyPr>
          <a:lstStyle/>
          <a:p>
            <a:pPr algn="ctr" defTabSz="931773" fontAlgn="base">
              <a:spcBef>
                <a:spcPct val="0"/>
              </a:spcBef>
              <a:spcAft>
                <a:spcPct val="0"/>
              </a:spcAft>
            </a:pPr>
            <a:endParaRPr lang="en-US" sz="1400" kern="0">
              <a:gradFill>
                <a:gsLst>
                  <a:gs pos="0">
                    <a:srgbClr val="002A86"/>
                  </a:gs>
                  <a:gs pos="100000">
                    <a:srgbClr val="002A86"/>
                  </a:gs>
                </a:gsLst>
                <a:lin ang="2700000" scaled="1"/>
              </a:gradFill>
              <a:latin typeface="72 Brand Medium" panose="020B0504030603020204" pitchFamily="34" charset="0"/>
            </a:endParaRPr>
          </a:p>
        </p:txBody>
      </p:sp>
      <p:grpSp>
        <p:nvGrpSpPr>
          <p:cNvPr id="36" name="Group 35">
            <a:extLst>
              <a:ext uri="{FF2B5EF4-FFF2-40B4-BE49-F238E27FC236}">
                <a16:creationId xmlns:a16="http://schemas.microsoft.com/office/drawing/2014/main" id="{35AD2A09-250F-1ADC-43C7-571E869ACEFC}"/>
              </a:ext>
            </a:extLst>
          </p:cNvPr>
          <p:cNvGrpSpPr/>
          <p:nvPr userDrawn="1"/>
        </p:nvGrpSpPr>
        <p:grpSpPr>
          <a:xfrm>
            <a:off x="8831263" y="-1"/>
            <a:ext cx="2895816" cy="6858001"/>
            <a:chOff x="8712092" y="-1"/>
            <a:chExt cx="2895816" cy="6858001"/>
          </a:xfrm>
        </p:grpSpPr>
        <p:sp>
          <p:nvSpPr>
            <p:cNvPr id="7" name="Freeform 139">
              <a:extLst>
                <a:ext uri="{FF2B5EF4-FFF2-40B4-BE49-F238E27FC236}">
                  <a16:creationId xmlns:a16="http://schemas.microsoft.com/office/drawing/2014/main" id="{D7B725F3-3056-4C67-EF57-4A180708DEBC}"/>
                </a:ext>
              </a:extLst>
            </p:cNvPr>
            <p:cNvSpPr/>
            <p:nvPr/>
          </p:nvSpPr>
          <p:spPr>
            <a:xfrm>
              <a:off x="8712092" y="1728123"/>
              <a:ext cx="2895816" cy="1447692"/>
            </a:xfrm>
            <a:custGeom>
              <a:avLst/>
              <a:gdLst>
                <a:gd name="connsiteX0" fmla="*/ 3258914 w 3582451"/>
                <a:gd name="connsiteY0" fmla="*/ 133987 h 1790958"/>
                <a:gd name="connsiteX1" fmla="*/ 1735702 w 3582451"/>
                <a:gd name="connsiteY1" fmla="*/ 1656971 h 1790958"/>
                <a:gd name="connsiteX2" fmla="*/ 134007 w 3582451"/>
                <a:gd name="connsiteY2" fmla="*/ 1656971 h 1790958"/>
                <a:gd name="connsiteX3" fmla="*/ 134007 w 3582451"/>
                <a:gd name="connsiteY3" fmla="*/ 133987 h 1790958"/>
                <a:gd name="connsiteX4" fmla="*/ 3258914 w 3582451"/>
                <a:gd name="connsiteY4" fmla="*/ 133987 h 1790958"/>
                <a:gd name="connsiteX5" fmla="*/ 3582451 w 3582451"/>
                <a:gd name="connsiteY5" fmla="*/ 0 h 1790958"/>
                <a:gd name="connsiteX6" fmla="*/ 0 w 3582451"/>
                <a:gd name="connsiteY6" fmla="*/ 0 h 1790958"/>
                <a:gd name="connsiteX7" fmla="*/ 0 w 3582451"/>
                <a:gd name="connsiteY7" fmla="*/ 1790958 h 1790958"/>
                <a:gd name="connsiteX8" fmla="*/ 1791226 w 3582451"/>
                <a:gd name="connsiteY8" fmla="*/ 1790958 h 1790958"/>
                <a:gd name="connsiteX9" fmla="*/ 3582451 w 3582451"/>
                <a:gd name="connsiteY9" fmla="*/ 0 h 1790958"/>
                <a:gd name="connsiteX10" fmla="*/ 3582451 w 3582451"/>
                <a:gd name="connsiteY10" fmla="*/ 0 h 1790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82451" h="1790958">
                  <a:moveTo>
                    <a:pt x="3258914" y="133987"/>
                  </a:moveTo>
                  <a:lnTo>
                    <a:pt x="1735702" y="1656971"/>
                  </a:lnTo>
                  <a:lnTo>
                    <a:pt x="134007" y="1656971"/>
                  </a:lnTo>
                  <a:lnTo>
                    <a:pt x="134007" y="133987"/>
                  </a:lnTo>
                  <a:lnTo>
                    <a:pt x="3258914" y="133987"/>
                  </a:lnTo>
                  <a:moveTo>
                    <a:pt x="3582451" y="0"/>
                  </a:moveTo>
                  <a:lnTo>
                    <a:pt x="0" y="0"/>
                  </a:lnTo>
                  <a:lnTo>
                    <a:pt x="0" y="1790958"/>
                  </a:lnTo>
                  <a:lnTo>
                    <a:pt x="1791226" y="1790958"/>
                  </a:lnTo>
                  <a:lnTo>
                    <a:pt x="3582451" y="0"/>
                  </a:lnTo>
                  <a:lnTo>
                    <a:pt x="3582451" y="0"/>
                  </a:lnTo>
                  <a:close/>
                </a:path>
              </a:pathLst>
            </a:custGeom>
            <a:solidFill>
              <a:srgbClr val="1B90FF"/>
            </a:solidFill>
            <a:ln w="4467" cap="flat">
              <a:noFill/>
              <a:prstDash val="solid"/>
              <a:miter/>
            </a:ln>
          </p:spPr>
          <p:txBody>
            <a:bodyPr rtlCol="0" anchor="ctr"/>
            <a:lstStyle/>
            <a:p>
              <a:pPr defTabSz="1088654"/>
              <a:endParaRPr lang="en-US" sz="2100">
                <a:solidFill>
                  <a:srgbClr val="000000"/>
                </a:solidFill>
                <a:latin typeface="72 Brand" panose="020B0504030603020204" pitchFamily="34" charset="0"/>
              </a:endParaRPr>
            </a:p>
          </p:txBody>
        </p:sp>
        <p:sp>
          <p:nvSpPr>
            <p:cNvPr id="8" name="Freeform 139">
              <a:extLst>
                <a:ext uri="{FF2B5EF4-FFF2-40B4-BE49-F238E27FC236}">
                  <a16:creationId xmlns:a16="http://schemas.microsoft.com/office/drawing/2014/main" id="{9D919D45-FC03-6DF6-A534-7F09777CF3DA}"/>
                </a:ext>
              </a:extLst>
            </p:cNvPr>
            <p:cNvSpPr/>
            <p:nvPr/>
          </p:nvSpPr>
          <p:spPr>
            <a:xfrm>
              <a:off x="8712092" y="3682186"/>
              <a:ext cx="2895816" cy="1447692"/>
            </a:xfrm>
            <a:custGeom>
              <a:avLst/>
              <a:gdLst>
                <a:gd name="connsiteX0" fmla="*/ 3258914 w 3582451"/>
                <a:gd name="connsiteY0" fmla="*/ 133987 h 1790958"/>
                <a:gd name="connsiteX1" fmla="*/ 1735702 w 3582451"/>
                <a:gd name="connsiteY1" fmla="*/ 1656971 h 1790958"/>
                <a:gd name="connsiteX2" fmla="*/ 134007 w 3582451"/>
                <a:gd name="connsiteY2" fmla="*/ 1656971 h 1790958"/>
                <a:gd name="connsiteX3" fmla="*/ 134007 w 3582451"/>
                <a:gd name="connsiteY3" fmla="*/ 133987 h 1790958"/>
                <a:gd name="connsiteX4" fmla="*/ 3258914 w 3582451"/>
                <a:gd name="connsiteY4" fmla="*/ 133987 h 1790958"/>
                <a:gd name="connsiteX5" fmla="*/ 3582451 w 3582451"/>
                <a:gd name="connsiteY5" fmla="*/ 0 h 1790958"/>
                <a:gd name="connsiteX6" fmla="*/ 0 w 3582451"/>
                <a:gd name="connsiteY6" fmla="*/ 0 h 1790958"/>
                <a:gd name="connsiteX7" fmla="*/ 0 w 3582451"/>
                <a:gd name="connsiteY7" fmla="*/ 1790958 h 1790958"/>
                <a:gd name="connsiteX8" fmla="*/ 1791226 w 3582451"/>
                <a:gd name="connsiteY8" fmla="*/ 1790958 h 1790958"/>
                <a:gd name="connsiteX9" fmla="*/ 3582451 w 3582451"/>
                <a:gd name="connsiteY9" fmla="*/ 0 h 1790958"/>
                <a:gd name="connsiteX10" fmla="*/ 3582451 w 3582451"/>
                <a:gd name="connsiteY10" fmla="*/ 0 h 1790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82451" h="1790958">
                  <a:moveTo>
                    <a:pt x="3258914" y="133987"/>
                  </a:moveTo>
                  <a:lnTo>
                    <a:pt x="1735702" y="1656971"/>
                  </a:lnTo>
                  <a:lnTo>
                    <a:pt x="134007" y="1656971"/>
                  </a:lnTo>
                  <a:lnTo>
                    <a:pt x="134007" y="133987"/>
                  </a:lnTo>
                  <a:lnTo>
                    <a:pt x="3258914" y="133987"/>
                  </a:lnTo>
                  <a:moveTo>
                    <a:pt x="3582451" y="0"/>
                  </a:moveTo>
                  <a:lnTo>
                    <a:pt x="0" y="0"/>
                  </a:lnTo>
                  <a:lnTo>
                    <a:pt x="0" y="1790958"/>
                  </a:lnTo>
                  <a:lnTo>
                    <a:pt x="1791226" y="1790958"/>
                  </a:lnTo>
                  <a:lnTo>
                    <a:pt x="3582451" y="0"/>
                  </a:lnTo>
                  <a:lnTo>
                    <a:pt x="3582451" y="0"/>
                  </a:lnTo>
                  <a:close/>
                </a:path>
              </a:pathLst>
            </a:custGeom>
            <a:solidFill>
              <a:srgbClr val="1B90FF"/>
            </a:solidFill>
            <a:ln w="4467" cap="flat">
              <a:noFill/>
              <a:prstDash val="solid"/>
              <a:miter/>
            </a:ln>
          </p:spPr>
          <p:txBody>
            <a:bodyPr rtlCol="0" anchor="ctr"/>
            <a:lstStyle/>
            <a:p>
              <a:pPr defTabSz="1088654"/>
              <a:endParaRPr lang="en-US" sz="2100">
                <a:solidFill>
                  <a:srgbClr val="000000"/>
                </a:solidFill>
                <a:latin typeface="72 Brand" panose="020B0504030603020204" pitchFamily="34" charset="0"/>
              </a:endParaRPr>
            </a:p>
          </p:txBody>
        </p:sp>
        <p:sp>
          <p:nvSpPr>
            <p:cNvPr id="11" name="Free-form: Shape 10">
              <a:extLst>
                <a:ext uri="{FF2B5EF4-FFF2-40B4-BE49-F238E27FC236}">
                  <a16:creationId xmlns:a16="http://schemas.microsoft.com/office/drawing/2014/main" id="{0A876687-243B-0F88-E4A6-6D6D20F0B90B}"/>
                </a:ext>
              </a:extLst>
            </p:cNvPr>
            <p:cNvSpPr/>
            <p:nvPr userDrawn="1"/>
          </p:nvSpPr>
          <p:spPr bwMode="gray">
            <a:xfrm>
              <a:off x="8712092" y="-1"/>
              <a:ext cx="2669842" cy="1221752"/>
            </a:xfrm>
            <a:custGeom>
              <a:avLst/>
              <a:gdLst>
                <a:gd name="connsiteX0" fmla="*/ 0 w 2669842"/>
                <a:gd name="connsiteY0" fmla="*/ 0 h 1221752"/>
                <a:gd name="connsiteX1" fmla="*/ 108322 w 2669842"/>
                <a:gd name="connsiteY1" fmla="*/ 0 h 1221752"/>
                <a:gd name="connsiteX2" fmla="*/ 108322 w 2669842"/>
                <a:gd name="connsiteY2" fmla="*/ 1113446 h 1221752"/>
                <a:gd name="connsiteX3" fmla="*/ 1403026 w 2669842"/>
                <a:gd name="connsiteY3" fmla="*/ 1113446 h 1221752"/>
                <a:gd name="connsiteX4" fmla="*/ 2516638 w 2669842"/>
                <a:gd name="connsiteY4" fmla="*/ 0 h 1221752"/>
                <a:gd name="connsiteX5" fmla="*/ 2669842 w 2669842"/>
                <a:gd name="connsiteY5" fmla="*/ 0 h 1221752"/>
                <a:gd name="connsiteX6" fmla="*/ 1447908 w 2669842"/>
                <a:gd name="connsiteY6" fmla="*/ 1221752 h 1221752"/>
                <a:gd name="connsiteX7" fmla="*/ 0 w 2669842"/>
                <a:gd name="connsiteY7" fmla="*/ 1221752 h 1221752"/>
                <a:gd name="connsiteX8" fmla="*/ 0 w 2669842"/>
                <a:gd name="connsiteY8" fmla="*/ 0 h 1221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9842" h="1221752">
                  <a:moveTo>
                    <a:pt x="0" y="0"/>
                  </a:moveTo>
                  <a:lnTo>
                    <a:pt x="108322" y="0"/>
                  </a:lnTo>
                  <a:lnTo>
                    <a:pt x="108322" y="1113446"/>
                  </a:lnTo>
                  <a:lnTo>
                    <a:pt x="1403026" y="1113446"/>
                  </a:lnTo>
                  <a:lnTo>
                    <a:pt x="2516638" y="0"/>
                  </a:lnTo>
                  <a:lnTo>
                    <a:pt x="2669842" y="0"/>
                  </a:lnTo>
                  <a:lnTo>
                    <a:pt x="1447908" y="1221752"/>
                  </a:lnTo>
                  <a:lnTo>
                    <a:pt x="0" y="1221752"/>
                  </a:lnTo>
                  <a:lnTo>
                    <a:pt x="0" y="0"/>
                  </a:lnTo>
                  <a:close/>
                </a:path>
              </a:pathLst>
            </a:custGeom>
            <a:solidFill>
              <a:srgbClr val="1B90FF"/>
            </a:solidFill>
            <a:ln w="4467" cap="flat">
              <a:noFill/>
              <a:prstDash val="solid"/>
              <a:miter/>
            </a:ln>
          </p:spPr>
          <p:txBody>
            <a:bodyPr rtlCol="0" anchor="ctr"/>
            <a:lstStyle/>
            <a:p>
              <a:pPr lvl="0" defTabSz="1088654"/>
              <a:endParaRPr lang="en-DE" noProof="0" err="1">
                <a:solidFill>
                  <a:srgbClr val="000000"/>
                </a:solidFill>
                <a:latin typeface="72 Brand" panose="020B0504030603020204" pitchFamily="34" charset="0"/>
              </a:endParaRPr>
            </a:p>
          </p:txBody>
        </p:sp>
        <p:sp>
          <p:nvSpPr>
            <p:cNvPr id="33" name="Free-form: Shape 32">
              <a:extLst>
                <a:ext uri="{FF2B5EF4-FFF2-40B4-BE49-F238E27FC236}">
                  <a16:creationId xmlns:a16="http://schemas.microsoft.com/office/drawing/2014/main" id="{6A6C2A84-BDA9-F161-B462-F84F02753B0F}"/>
                </a:ext>
              </a:extLst>
            </p:cNvPr>
            <p:cNvSpPr/>
            <p:nvPr userDrawn="1"/>
          </p:nvSpPr>
          <p:spPr bwMode="gray">
            <a:xfrm>
              <a:off x="8712092" y="5636249"/>
              <a:ext cx="2895816" cy="1221751"/>
            </a:xfrm>
            <a:custGeom>
              <a:avLst/>
              <a:gdLst>
                <a:gd name="connsiteX0" fmla="*/ 0 w 2895816"/>
                <a:gd name="connsiteY0" fmla="*/ 0 h 1221751"/>
                <a:gd name="connsiteX1" fmla="*/ 2895816 w 2895816"/>
                <a:gd name="connsiteY1" fmla="*/ 0 h 1221751"/>
                <a:gd name="connsiteX2" fmla="*/ 1673884 w 2895816"/>
                <a:gd name="connsiteY2" fmla="*/ 1221751 h 1221751"/>
                <a:gd name="connsiteX3" fmla="*/ 1520680 w 2895816"/>
                <a:gd name="connsiteY3" fmla="*/ 1221751 h 1221751"/>
                <a:gd name="connsiteX4" fmla="*/ 2634290 w 2895816"/>
                <a:gd name="connsiteY4" fmla="*/ 108306 h 1221751"/>
                <a:gd name="connsiteX5" fmla="*/ 108323 w 2895816"/>
                <a:gd name="connsiteY5" fmla="*/ 108306 h 1221751"/>
                <a:gd name="connsiteX6" fmla="*/ 108323 w 2895816"/>
                <a:gd name="connsiteY6" fmla="*/ 1221751 h 1221751"/>
                <a:gd name="connsiteX7" fmla="*/ 0 w 2895816"/>
                <a:gd name="connsiteY7" fmla="*/ 1221751 h 1221751"/>
                <a:gd name="connsiteX8" fmla="*/ 0 w 2895816"/>
                <a:gd name="connsiteY8" fmla="*/ 0 h 1221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95816" h="1221751">
                  <a:moveTo>
                    <a:pt x="0" y="0"/>
                  </a:moveTo>
                  <a:lnTo>
                    <a:pt x="2895816" y="0"/>
                  </a:lnTo>
                  <a:lnTo>
                    <a:pt x="1673884" y="1221751"/>
                  </a:lnTo>
                  <a:lnTo>
                    <a:pt x="1520680" y="1221751"/>
                  </a:lnTo>
                  <a:lnTo>
                    <a:pt x="2634290" y="108306"/>
                  </a:lnTo>
                  <a:lnTo>
                    <a:pt x="108323" y="108306"/>
                  </a:lnTo>
                  <a:lnTo>
                    <a:pt x="108323" y="1221751"/>
                  </a:lnTo>
                  <a:lnTo>
                    <a:pt x="0" y="1221751"/>
                  </a:lnTo>
                  <a:lnTo>
                    <a:pt x="0" y="0"/>
                  </a:lnTo>
                  <a:close/>
                </a:path>
              </a:pathLst>
            </a:custGeom>
            <a:solidFill>
              <a:srgbClr val="1B90FF"/>
            </a:solidFill>
            <a:ln w="4467" cap="flat">
              <a:noFill/>
              <a:prstDash val="solid"/>
              <a:miter/>
            </a:ln>
          </p:spPr>
          <p:txBody>
            <a:bodyPr rtlCol="0" anchor="ctr"/>
            <a:lstStyle/>
            <a:p>
              <a:pPr lvl="0" defTabSz="1088654"/>
              <a:endParaRPr lang="en-DE" noProof="0" err="1">
                <a:solidFill>
                  <a:srgbClr val="000000"/>
                </a:solidFill>
                <a:latin typeface="72 Brand" panose="020B0504030603020204" pitchFamily="34" charset="0"/>
              </a:endParaRPr>
            </a:p>
          </p:txBody>
        </p:sp>
      </p:grpSp>
    </p:spTree>
    <p:extLst>
      <p:ext uri="{BB962C8B-B14F-4D97-AF65-F5344CB8AC3E}">
        <p14:creationId xmlns:p14="http://schemas.microsoft.com/office/powerpoint/2010/main" val="1160249048"/>
      </p:ext>
    </p:extLst>
  </p:cSld>
  <p:clrMapOvr>
    <a:masterClrMapping/>
  </p:clrMapOvr>
  <p:extLst>
    <p:ext uri="{DCECCB84-F9BA-43D5-87BE-67443E8EF086}">
      <p15:sldGuideLst xmlns:p15="http://schemas.microsoft.com/office/powerpoint/2012/main">
        <p15:guide id="2" orient="horz" pos="970">
          <p15:clr>
            <a:srgbClr val="FBAE40"/>
          </p15:clr>
        </p15:guide>
        <p15:guide id="4" orient="horz" pos="316">
          <p15:clr>
            <a:srgbClr val="FBAE40"/>
          </p15:clr>
        </p15:guide>
        <p15:guide id="5" orient="horz" pos="551">
          <p15:clr>
            <a:srgbClr val="FBAE40"/>
          </p15:clr>
        </p15:guide>
        <p15:guide id="6" orient="horz" pos="3997">
          <p15:clr>
            <a:srgbClr val="FBAE40"/>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397" y="1122363"/>
            <a:ext cx="9146381"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397" y="3602038"/>
            <a:ext cx="9146381"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10/23/26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01801860"/>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191194633"/>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2067" y="1709739"/>
            <a:ext cx="10518338"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2067" y="4589464"/>
            <a:ext cx="10518338"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495848490"/>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418" y="1825625"/>
            <a:ext cx="5182949"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3808" y="1825625"/>
            <a:ext cx="5182949"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10/23/26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93512364"/>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007" y="365126"/>
            <a:ext cx="10518338" cy="1325563"/>
          </a:xfrm>
        </p:spPr>
        <p:txBody>
          <a:bodyPr/>
          <a:lstStyle/>
          <a:p>
            <a:r>
              <a:rPr lang="en-US"/>
              <a:t>Click to edit Master title style</a:t>
            </a:r>
          </a:p>
        </p:txBody>
      </p:sp>
      <p:sp>
        <p:nvSpPr>
          <p:cNvPr id="3" name="Text Placeholder 2"/>
          <p:cNvSpPr>
            <a:spLocks noGrp="1"/>
          </p:cNvSpPr>
          <p:nvPr>
            <p:ph type="body" idx="1"/>
          </p:nvPr>
        </p:nvSpPr>
        <p:spPr>
          <a:xfrm>
            <a:off x="840007" y="1681163"/>
            <a:ext cx="515913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007" y="2505075"/>
            <a:ext cx="515913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3807" y="1681163"/>
            <a:ext cx="518453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3807" y="2505075"/>
            <a:ext cx="518453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10/23/26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3101445"/>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10/23/26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2740048"/>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10/23/26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512289761"/>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07" y="457200"/>
            <a:ext cx="3933261"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4538" y="987426"/>
            <a:ext cx="6173807"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007" y="2057400"/>
            <a:ext cx="3933261"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78121485"/>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07" y="457200"/>
            <a:ext cx="3933261"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4538" y="987426"/>
            <a:ext cx="6173807"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40007" y="2057400"/>
            <a:ext cx="3933261"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400851001"/>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43639395"/>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7172" y="365125"/>
            <a:ext cx="262958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418" y="365125"/>
            <a:ext cx="7736314"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005337967"/>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3" name="Title"/>
          <p:cNvSpPr>
            <a:spLocks noGrp="1"/>
          </p:cNvSpPr>
          <p:nvPr>
            <p:ph type="title" hasCustomPrompt="1"/>
          </p:nvPr>
        </p:nvSpPr>
        <p:spPr/>
        <p:txBody>
          <a:bodyPr/>
          <a:lstStyle>
            <a:lvl1pPr>
              <a:defRPr b="0" i="0">
                <a:latin typeface="72 Brand Medium" panose="020B0504030603020204" pitchFamily="34" charset="0"/>
              </a:defRPr>
            </a:lvl1pPr>
          </a:lstStyle>
          <a:p>
            <a:r>
              <a:rPr lang="en-US" noProof="0"/>
              <a:t>Insert page title (sentence case)</a:t>
            </a:r>
            <a:endParaRPr lang="en-US"/>
          </a:p>
        </p:txBody>
      </p:sp>
    </p:spTree>
    <p:extLst>
      <p:ext uri="{BB962C8B-B14F-4D97-AF65-F5344CB8AC3E}">
        <p14:creationId xmlns:p14="http://schemas.microsoft.com/office/powerpoint/2010/main" val="2356069701"/>
      </p:ext>
    </p:extLst>
  </p:cSld>
  <p:clrMapOvr>
    <a:masterClrMapping/>
  </p:clrMapOvr>
  <p:extLst>
    <p:ext uri="{DCECCB84-F9BA-43D5-87BE-67443E8EF086}">
      <p15:sldGuideLst xmlns:p15="http://schemas.microsoft.com/office/powerpoint/2012/main">
        <p15:guide id="2" orient="horz" pos="317">
          <p15:clr>
            <a:srgbClr val="FBAE40"/>
          </p15:clr>
        </p15:guide>
        <p15:guide id="4" orient="horz" pos="551">
          <p15:clr>
            <a:srgbClr val="FBAE40"/>
          </p15:clr>
        </p15:guide>
      </p15:sldGuideLst>
    </p:ext>
  </p:extLs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4" name="Text placeholder"/>
          <p:cNvSpPr>
            <a:spLocks noGrp="1"/>
          </p:cNvSpPr>
          <p:nvPr>
            <p:ph type="body" sz="quarter" idx="10" hasCustomPrompt="1"/>
          </p:nvPr>
        </p:nvSpPr>
        <p:spPr>
          <a:xfrm>
            <a:off x="501653" y="1557338"/>
            <a:ext cx="11186477" cy="4787900"/>
          </a:xfrm>
        </p:spPr>
        <p:txBody>
          <a:bodyPr/>
          <a:lstStyle>
            <a:lvl1pPr>
              <a:defRPr/>
            </a:lvl1pPr>
          </a:lstStyle>
          <a:p>
            <a:pPr lvl="0"/>
            <a:r>
              <a:rPr lang="en-GB"/>
              <a:t>Start typing to add text without a bullet point. To add a bullet point, place the cursor at the start of this line and press tab.</a:t>
            </a:r>
            <a:endParaRPr lang="en-US" noProof="0"/>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4001" y="504000"/>
            <a:ext cx="11186476" cy="369332"/>
          </a:xfrm>
        </p:spPr>
        <p:txBody>
          <a:bodyPr/>
          <a:lstStyle>
            <a:lvl1pPr>
              <a:defRPr b="0"/>
            </a:lvl1pPr>
          </a:lstStyle>
          <a:p>
            <a:r>
              <a:rPr lang="en-US" noProof="0"/>
              <a:t>Insert page title (sentence case)</a:t>
            </a:r>
            <a:endParaRPr lang="en-US"/>
          </a:p>
        </p:txBody>
      </p:sp>
    </p:spTree>
    <p:extLst>
      <p:ext uri="{BB962C8B-B14F-4D97-AF65-F5344CB8AC3E}">
        <p14:creationId xmlns:p14="http://schemas.microsoft.com/office/powerpoint/2010/main" val="3222807492"/>
      </p:ext>
    </p:extLst>
  </p:cSld>
  <p:clrMapOvr>
    <a:masterClrMapping/>
  </p:clrMapOvr>
  <p:extLst>
    <p:ext uri="{DCECCB84-F9BA-43D5-87BE-67443E8EF086}">
      <p15:sldGuideLst xmlns:p15="http://schemas.microsoft.com/office/powerpoint/2012/main">
        <p15:guide id="1" pos="316">
          <p15:clr>
            <a:srgbClr val="FBAE40"/>
          </p15:clr>
        </p15:guide>
        <p15:guide id="2" orient="horz" pos="3997">
          <p15:clr>
            <a:srgbClr val="FBAE40"/>
          </p15:clr>
        </p15:guide>
        <p15:guide id="3" pos="7362">
          <p15:clr>
            <a:srgbClr val="FBAE40"/>
          </p15:clr>
        </p15:guide>
        <p15:guide id="4" orient="horz" pos="318">
          <p15:clr>
            <a:srgbClr val="FBAE40"/>
          </p15:clr>
        </p15:guide>
        <p15:guide id="5" orient="horz" pos="552">
          <p15:clr>
            <a:srgbClr val="FBAE40"/>
          </p15:clr>
        </p15:guide>
        <p15:guide id="6" orient="horz" pos="981">
          <p15:clr>
            <a:srgbClr val="FBAE40"/>
          </p15:clr>
        </p15:guide>
      </p15:sldGuideLst>
    </p:ext>
  </p:extLs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Agenda title"/>
          <p:cNvSpPr>
            <a:spLocks noGrp="1"/>
          </p:cNvSpPr>
          <p:nvPr>
            <p:ph type="title" hasCustomPrompt="1"/>
          </p:nvPr>
        </p:nvSpPr>
        <p:spPr>
          <a:xfrm>
            <a:off x="504000" y="505381"/>
            <a:ext cx="11186476" cy="369332"/>
          </a:xfrm>
        </p:spPr>
        <p:txBody>
          <a:bodyPr/>
          <a:lstStyle>
            <a:lvl1pPr>
              <a:defRPr b="0" i="0">
                <a:latin typeface="72 Brand Medium" panose="020B0504030603020204" pitchFamily="34" charset="0"/>
              </a:defRPr>
            </a:lvl1pPr>
          </a:lstStyle>
          <a:p>
            <a:r>
              <a:rPr lang="en-US"/>
              <a:t>Agenda</a:t>
            </a:r>
          </a:p>
        </p:txBody>
      </p:sp>
      <p:sp>
        <p:nvSpPr>
          <p:cNvPr id="5" name="Text placeholder">
            <a:extLst>
              <a:ext uri="{FF2B5EF4-FFF2-40B4-BE49-F238E27FC236}">
                <a16:creationId xmlns:a16="http://schemas.microsoft.com/office/drawing/2014/main" id="{8E82BE2B-69B2-5121-2AA4-8473C53F0CF1}"/>
              </a:ext>
            </a:extLst>
          </p:cNvPr>
          <p:cNvSpPr>
            <a:spLocks noGrp="1"/>
          </p:cNvSpPr>
          <p:nvPr>
            <p:ph type="body" sz="quarter" idx="11" hasCustomPrompt="1"/>
          </p:nvPr>
        </p:nvSpPr>
        <p:spPr>
          <a:xfrm>
            <a:off x="504001" y="1548000"/>
            <a:ext cx="11186477" cy="4787900"/>
          </a:xfrm>
        </p:spPr>
        <p:txBody>
          <a:bodyPr/>
          <a:lstStyle>
            <a:lvl1pPr>
              <a:defRPr/>
            </a:lvl1pPr>
          </a:lstStyle>
          <a:p>
            <a:pPr lvl="0"/>
            <a:r>
              <a:rPr lang="en-US"/>
              <a:t>Agenda Item/Divider Headline</a:t>
            </a:r>
          </a:p>
          <a:p>
            <a:pPr lvl="1"/>
            <a:r>
              <a:rPr lang="en-US"/>
              <a:t>Details</a:t>
            </a:r>
          </a:p>
        </p:txBody>
      </p:sp>
    </p:spTree>
    <p:extLst>
      <p:ext uri="{BB962C8B-B14F-4D97-AF65-F5344CB8AC3E}">
        <p14:creationId xmlns:p14="http://schemas.microsoft.com/office/powerpoint/2010/main" val="3536614378"/>
      </p:ext>
    </p:extLst>
  </p:cSld>
  <p:clrMapOvr>
    <a:masterClrMapping/>
  </p:clrMapOvr>
  <p:extLst>
    <p:ext uri="{DCECCB84-F9BA-43D5-87BE-67443E8EF086}">
      <p15:sldGuideLst xmlns:p15="http://schemas.microsoft.com/office/powerpoint/2012/main">
        <p15:guide id="1" pos="311">
          <p15:clr>
            <a:srgbClr val="FBAE40"/>
          </p15:clr>
        </p15:guide>
        <p15:guide id="2" orient="horz" pos="970">
          <p15:clr>
            <a:srgbClr val="FBAE40"/>
          </p15:clr>
        </p15:guide>
        <p15:guide id="3" pos="7362">
          <p15:clr>
            <a:srgbClr val="FBAE40"/>
          </p15:clr>
        </p15:guide>
        <p15:guide id="4" orient="horz" pos="316">
          <p15:clr>
            <a:srgbClr val="FBAE40"/>
          </p15:clr>
        </p15:guide>
        <p15:guide id="5" orient="horz" pos="551">
          <p15:clr>
            <a:srgbClr val="FBAE40"/>
          </p15:clr>
        </p15:guide>
        <p15:guide id="6" orient="horz" pos="3997">
          <p15:clr>
            <a:srgbClr val="FBAE40"/>
          </p15:clr>
        </p15:guide>
      </p15:sldGuideLst>
    </p:ext>
  </p:extLs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Divider Page C">
    <p:bg>
      <p:bgPr>
        <a:solidFill>
          <a:srgbClr val="00138B"/>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4C82923-2756-F5D6-5708-FDEA9C6F1026}"/>
              </a:ext>
            </a:extLst>
          </p:cNvPr>
          <p:cNvPicPr>
            <a:picLocks noChangeAspect="1"/>
          </p:cNvPicPr>
          <p:nvPr userDrawn="1"/>
        </p:nvPicPr>
        <p:blipFill>
          <a:blip r:embed="rId2" cstate="screen">
            <a:extLst>
              <a:ext uri="{28A0092B-C50C-407E-A947-70E740481C1C}">
                <a14:useLocalDpi xmlns:a14="http://schemas.microsoft.com/office/drawing/2010/main"/>
              </a:ext>
            </a:extLst>
          </a:blip>
          <a:srcRect b="-38038"/>
          <a:stretch>
            <a:fillRect/>
          </a:stretch>
        </p:blipFill>
        <p:spPr>
          <a:xfrm>
            <a:off x="0" y="0"/>
            <a:ext cx="12195175" cy="6858000"/>
          </a:xfrm>
          <a:prstGeom prst="rect">
            <a:avLst/>
          </a:prstGeom>
        </p:spPr>
      </p:pic>
      <p:sp>
        <p:nvSpPr>
          <p:cNvPr id="2" name="Divider text">
            <a:extLst>
              <a:ext uri="{FF2B5EF4-FFF2-40B4-BE49-F238E27FC236}">
                <a16:creationId xmlns:a16="http://schemas.microsoft.com/office/drawing/2014/main" id="{28A7E93D-C315-E60B-F714-4B01FB997A18}"/>
              </a:ext>
            </a:extLst>
          </p:cNvPr>
          <p:cNvSpPr>
            <a:spLocks noGrp="1"/>
          </p:cNvSpPr>
          <p:nvPr>
            <p:ph type="ctrTitle" hasCustomPrompt="1"/>
          </p:nvPr>
        </p:nvSpPr>
        <p:spPr bwMode="black">
          <a:xfrm>
            <a:off x="504000" y="4968072"/>
            <a:ext cx="8327263" cy="677108"/>
          </a:xfrm>
        </p:spPr>
        <p:txBody>
          <a:bodyPr anchor="t" anchorCtr="0">
            <a:noAutofit/>
          </a:bodyPr>
          <a:lstStyle>
            <a:lvl1pPr>
              <a:defRPr sz="3999" b="0" i="0">
                <a:solidFill>
                  <a:schemeClr val="bg1"/>
                </a:solidFill>
                <a:latin typeface="72 Brand Medium" panose="020B0504030603020204" pitchFamily="34" charset="0"/>
              </a:defRPr>
            </a:lvl1pPr>
          </a:lstStyle>
          <a:p>
            <a:r>
              <a:rPr lang="en-US"/>
              <a:t>Divider page</a:t>
            </a:r>
            <a:endParaRPr lang="de-DE"/>
          </a:p>
        </p:txBody>
      </p:sp>
    </p:spTree>
    <p:extLst>
      <p:ext uri="{BB962C8B-B14F-4D97-AF65-F5344CB8AC3E}">
        <p14:creationId xmlns:p14="http://schemas.microsoft.com/office/powerpoint/2010/main" val="262436175"/>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4" orient="horz" pos="865">
          <p15:clr>
            <a:srgbClr val="FBAE40"/>
          </p15:clr>
        </p15:guide>
        <p15:guide id="5" orient="horz" pos="1294">
          <p15:clr>
            <a:srgbClr val="FBAE40"/>
          </p15:clr>
        </p15:guide>
      </p15:sldGuideLst>
    </p:ext>
  </p:extLst>
</p:sldLayout>
</file>

<file path=ppt/slideLayouts/slideLayout191.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C3021-F49D-AC67-878B-08896E59F430}"/>
              </a:ext>
            </a:extLst>
          </p:cNvPr>
          <p:cNvSpPr>
            <a:spLocks noGrp="1"/>
          </p:cNvSpPr>
          <p:nvPr>
            <p:ph type="ctrTitle"/>
          </p:nvPr>
        </p:nvSpPr>
        <p:spPr>
          <a:xfrm>
            <a:off x="1524397" y="1122363"/>
            <a:ext cx="9146381"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D930CE8-C8D0-84B7-605E-BAC1C3FCC08E}"/>
              </a:ext>
            </a:extLst>
          </p:cNvPr>
          <p:cNvSpPr>
            <a:spLocks noGrp="1"/>
          </p:cNvSpPr>
          <p:nvPr>
            <p:ph type="subTitle" idx="1"/>
          </p:nvPr>
        </p:nvSpPr>
        <p:spPr>
          <a:xfrm>
            <a:off x="1524397" y="3602038"/>
            <a:ext cx="9146381"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F6F3D29-8D97-B05D-FCB9-A1BD20684936}"/>
              </a:ext>
            </a:extLst>
          </p:cNvPr>
          <p:cNvSpPr>
            <a:spLocks noGrp="1"/>
          </p:cNvSpPr>
          <p:nvPr>
            <p:ph type="dt" sz="half" idx="10"/>
          </p:nvPr>
        </p:nvSpPr>
        <p:spPr/>
        <p:txBody>
          <a:bodyPr/>
          <a:lstStyle/>
          <a:p>
            <a:fld id="{2A1958C4-C34E-4AD7-874F-9664B6D209EE}" type="datetimeFigureOut">
              <a:rPr lang="en-US" smtClean="0"/>
              <a:t>10/23/26</a:t>
            </a:fld>
            <a:endParaRPr lang="en-US"/>
          </a:p>
        </p:txBody>
      </p:sp>
      <p:sp>
        <p:nvSpPr>
          <p:cNvPr id="5" name="Footer Placeholder 4">
            <a:extLst>
              <a:ext uri="{FF2B5EF4-FFF2-40B4-BE49-F238E27FC236}">
                <a16:creationId xmlns:a16="http://schemas.microsoft.com/office/drawing/2014/main" id="{E562FE7B-23AC-AC5C-B3C8-8F2BB83E4F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BDD2AB-58A0-CA55-1EE5-A70119E8F0D0}"/>
              </a:ext>
            </a:extLst>
          </p:cNvPr>
          <p:cNvSpPr>
            <a:spLocks noGrp="1"/>
          </p:cNvSpPr>
          <p:nvPr>
            <p:ph type="sldNum" sz="quarter" idx="12"/>
          </p:nvPr>
        </p:nvSpPr>
        <p:spPr/>
        <p:txBody>
          <a:bodyPr/>
          <a:lstStyle/>
          <a:p>
            <a:fld id="{A047AAD0-4B05-4E2C-B5EB-5E856B772703}" type="slidenum">
              <a:rPr lang="en-US" smtClean="0"/>
              <a:t>‹#›</a:t>
            </a:fld>
            <a:endParaRPr lang="en-US"/>
          </a:p>
        </p:txBody>
      </p:sp>
    </p:spTree>
    <p:extLst>
      <p:ext uri="{BB962C8B-B14F-4D97-AF65-F5344CB8AC3E}">
        <p14:creationId xmlns:p14="http://schemas.microsoft.com/office/powerpoint/2010/main" val="818509591"/>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EB8B3-968C-12DA-5AA8-A2A94AC6F9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5E8C651-5C83-1503-D5CD-7A79098EFB1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96FD47-6BB5-13FC-1D51-D6915A0AECEC}"/>
              </a:ext>
            </a:extLst>
          </p:cNvPr>
          <p:cNvSpPr>
            <a:spLocks noGrp="1"/>
          </p:cNvSpPr>
          <p:nvPr>
            <p:ph type="dt" sz="half" idx="10"/>
          </p:nvPr>
        </p:nvSpPr>
        <p:spPr/>
        <p:txBody>
          <a:bodyPr/>
          <a:lstStyle/>
          <a:p>
            <a:fld id="{2A1958C4-C34E-4AD7-874F-9664B6D209EE}" type="datetimeFigureOut">
              <a:rPr lang="en-US" smtClean="0"/>
              <a:t>10/23/26</a:t>
            </a:fld>
            <a:endParaRPr lang="en-US"/>
          </a:p>
        </p:txBody>
      </p:sp>
      <p:sp>
        <p:nvSpPr>
          <p:cNvPr id="5" name="Footer Placeholder 4">
            <a:extLst>
              <a:ext uri="{FF2B5EF4-FFF2-40B4-BE49-F238E27FC236}">
                <a16:creationId xmlns:a16="http://schemas.microsoft.com/office/drawing/2014/main" id="{09073948-50D0-FB82-3386-1AF74307DF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FE7576-3D6A-B19A-0041-92829FE24101}"/>
              </a:ext>
            </a:extLst>
          </p:cNvPr>
          <p:cNvSpPr>
            <a:spLocks noGrp="1"/>
          </p:cNvSpPr>
          <p:nvPr>
            <p:ph type="sldNum" sz="quarter" idx="12"/>
          </p:nvPr>
        </p:nvSpPr>
        <p:spPr/>
        <p:txBody>
          <a:bodyPr/>
          <a:lstStyle/>
          <a:p>
            <a:fld id="{A047AAD0-4B05-4E2C-B5EB-5E856B772703}" type="slidenum">
              <a:rPr lang="en-US" smtClean="0"/>
              <a:t>‹#›</a:t>
            </a:fld>
            <a:endParaRPr lang="en-US"/>
          </a:p>
        </p:txBody>
      </p:sp>
    </p:spTree>
    <p:extLst>
      <p:ext uri="{BB962C8B-B14F-4D97-AF65-F5344CB8AC3E}">
        <p14:creationId xmlns:p14="http://schemas.microsoft.com/office/powerpoint/2010/main" val="2369447764"/>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secHead" preserve="1">
  <p:cSld name="2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04107-9EB5-5F8F-0499-5621693FE554}"/>
              </a:ext>
            </a:extLst>
          </p:cNvPr>
          <p:cNvSpPr>
            <a:spLocks noGrp="1"/>
          </p:cNvSpPr>
          <p:nvPr>
            <p:ph type="title"/>
          </p:nvPr>
        </p:nvSpPr>
        <p:spPr>
          <a:xfrm>
            <a:off x="832067" y="1709739"/>
            <a:ext cx="10518338"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8B0AF34-0853-3384-D321-7197E43478F9}"/>
              </a:ext>
            </a:extLst>
          </p:cNvPr>
          <p:cNvSpPr>
            <a:spLocks noGrp="1"/>
          </p:cNvSpPr>
          <p:nvPr>
            <p:ph type="body" idx="1"/>
          </p:nvPr>
        </p:nvSpPr>
        <p:spPr>
          <a:xfrm>
            <a:off x="832067" y="4589464"/>
            <a:ext cx="10518338"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C6C3D14-5CFE-B1F9-39A9-10158EFB8CA7}"/>
              </a:ext>
            </a:extLst>
          </p:cNvPr>
          <p:cNvSpPr>
            <a:spLocks noGrp="1"/>
          </p:cNvSpPr>
          <p:nvPr>
            <p:ph type="dt" sz="half" idx="10"/>
          </p:nvPr>
        </p:nvSpPr>
        <p:spPr/>
        <p:txBody>
          <a:bodyPr/>
          <a:lstStyle/>
          <a:p>
            <a:fld id="{2A1958C4-C34E-4AD7-874F-9664B6D209EE}" type="datetimeFigureOut">
              <a:rPr lang="en-US" smtClean="0"/>
              <a:t>10/23/26</a:t>
            </a:fld>
            <a:endParaRPr lang="en-US"/>
          </a:p>
        </p:txBody>
      </p:sp>
      <p:sp>
        <p:nvSpPr>
          <p:cNvPr id="5" name="Footer Placeholder 4">
            <a:extLst>
              <a:ext uri="{FF2B5EF4-FFF2-40B4-BE49-F238E27FC236}">
                <a16:creationId xmlns:a16="http://schemas.microsoft.com/office/drawing/2014/main" id="{33ACACC8-1F03-CA68-785A-14E809742B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707814-8816-8B90-4D25-2B3337FC7ECE}"/>
              </a:ext>
            </a:extLst>
          </p:cNvPr>
          <p:cNvSpPr>
            <a:spLocks noGrp="1"/>
          </p:cNvSpPr>
          <p:nvPr>
            <p:ph type="sldNum" sz="quarter" idx="12"/>
          </p:nvPr>
        </p:nvSpPr>
        <p:spPr/>
        <p:txBody>
          <a:bodyPr/>
          <a:lstStyle/>
          <a:p>
            <a:fld id="{A047AAD0-4B05-4E2C-B5EB-5E856B772703}" type="slidenum">
              <a:rPr lang="en-US" smtClean="0"/>
              <a:t>‹#›</a:t>
            </a:fld>
            <a:endParaRPr lang="en-US"/>
          </a:p>
        </p:txBody>
      </p:sp>
    </p:spTree>
    <p:extLst>
      <p:ext uri="{BB962C8B-B14F-4D97-AF65-F5344CB8AC3E}">
        <p14:creationId xmlns:p14="http://schemas.microsoft.com/office/powerpoint/2010/main" val="1758227721"/>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twoObj" preserve="1">
  <p:cSld name="2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743F3-C416-9B42-323E-68B74853B4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B23A85-B831-9FB1-9C21-9050D4D60EDF}"/>
              </a:ext>
            </a:extLst>
          </p:cNvPr>
          <p:cNvSpPr>
            <a:spLocks noGrp="1"/>
          </p:cNvSpPr>
          <p:nvPr>
            <p:ph sz="half" idx="1"/>
          </p:nvPr>
        </p:nvSpPr>
        <p:spPr>
          <a:xfrm>
            <a:off x="838418" y="1825625"/>
            <a:ext cx="5182949"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E621923-E97A-A62B-9FB0-BD812DF403EE}"/>
              </a:ext>
            </a:extLst>
          </p:cNvPr>
          <p:cNvSpPr>
            <a:spLocks noGrp="1"/>
          </p:cNvSpPr>
          <p:nvPr>
            <p:ph sz="half" idx="2"/>
          </p:nvPr>
        </p:nvSpPr>
        <p:spPr>
          <a:xfrm>
            <a:off x="6173808" y="1825625"/>
            <a:ext cx="5182949"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9A11087-432E-7997-53BD-8B1D65275521}"/>
              </a:ext>
            </a:extLst>
          </p:cNvPr>
          <p:cNvSpPr>
            <a:spLocks noGrp="1"/>
          </p:cNvSpPr>
          <p:nvPr>
            <p:ph type="dt" sz="half" idx="10"/>
          </p:nvPr>
        </p:nvSpPr>
        <p:spPr/>
        <p:txBody>
          <a:bodyPr/>
          <a:lstStyle/>
          <a:p>
            <a:fld id="{2A1958C4-C34E-4AD7-874F-9664B6D209EE}" type="datetimeFigureOut">
              <a:rPr lang="en-US" smtClean="0"/>
              <a:t>10/23/26</a:t>
            </a:fld>
            <a:endParaRPr lang="en-US"/>
          </a:p>
        </p:txBody>
      </p:sp>
      <p:sp>
        <p:nvSpPr>
          <p:cNvPr id="6" name="Footer Placeholder 5">
            <a:extLst>
              <a:ext uri="{FF2B5EF4-FFF2-40B4-BE49-F238E27FC236}">
                <a16:creationId xmlns:a16="http://schemas.microsoft.com/office/drawing/2014/main" id="{BFAA328C-E4D4-4118-9C35-29E01DDF3F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F4C97B-B29C-A497-DF30-03EB6E5B5342}"/>
              </a:ext>
            </a:extLst>
          </p:cNvPr>
          <p:cNvSpPr>
            <a:spLocks noGrp="1"/>
          </p:cNvSpPr>
          <p:nvPr>
            <p:ph type="sldNum" sz="quarter" idx="12"/>
          </p:nvPr>
        </p:nvSpPr>
        <p:spPr/>
        <p:txBody>
          <a:bodyPr/>
          <a:lstStyle/>
          <a:p>
            <a:fld id="{A047AAD0-4B05-4E2C-B5EB-5E856B772703}" type="slidenum">
              <a:rPr lang="en-US" smtClean="0"/>
              <a:t>‹#›</a:t>
            </a:fld>
            <a:endParaRPr lang="en-US"/>
          </a:p>
        </p:txBody>
      </p:sp>
    </p:spTree>
    <p:extLst>
      <p:ext uri="{BB962C8B-B14F-4D97-AF65-F5344CB8AC3E}">
        <p14:creationId xmlns:p14="http://schemas.microsoft.com/office/powerpoint/2010/main" val="2103255379"/>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twoTxTwoObj" preserve="1">
  <p:cSld name="2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D5074-1C9A-094B-C27D-A6166BF31A6A}"/>
              </a:ext>
            </a:extLst>
          </p:cNvPr>
          <p:cNvSpPr>
            <a:spLocks noGrp="1"/>
          </p:cNvSpPr>
          <p:nvPr>
            <p:ph type="title"/>
          </p:nvPr>
        </p:nvSpPr>
        <p:spPr>
          <a:xfrm>
            <a:off x="840007" y="365126"/>
            <a:ext cx="10518338"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A300B77-07C3-45EC-5C9E-D9B226A2FBEC}"/>
              </a:ext>
            </a:extLst>
          </p:cNvPr>
          <p:cNvSpPr>
            <a:spLocks noGrp="1"/>
          </p:cNvSpPr>
          <p:nvPr>
            <p:ph type="body" idx="1"/>
          </p:nvPr>
        </p:nvSpPr>
        <p:spPr>
          <a:xfrm>
            <a:off x="840007" y="1681163"/>
            <a:ext cx="515913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0BCED50-FB5A-922C-C854-490C40EDE2F1}"/>
              </a:ext>
            </a:extLst>
          </p:cNvPr>
          <p:cNvSpPr>
            <a:spLocks noGrp="1"/>
          </p:cNvSpPr>
          <p:nvPr>
            <p:ph sz="half" idx="2"/>
          </p:nvPr>
        </p:nvSpPr>
        <p:spPr>
          <a:xfrm>
            <a:off x="840007" y="2505075"/>
            <a:ext cx="515913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8C6F16B-B654-1FBB-FF85-DF42A3D26FA3}"/>
              </a:ext>
            </a:extLst>
          </p:cNvPr>
          <p:cNvSpPr>
            <a:spLocks noGrp="1"/>
          </p:cNvSpPr>
          <p:nvPr>
            <p:ph type="body" sz="quarter" idx="3"/>
          </p:nvPr>
        </p:nvSpPr>
        <p:spPr>
          <a:xfrm>
            <a:off x="6173807" y="1681163"/>
            <a:ext cx="518453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BE7BA51-44AD-C32E-6405-6548EA647C1F}"/>
              </a:ext>
            </a:extLst>
          </p:cNvPr>
          <p:cNvSpPr>
            <a:spLocks noGrp="1"/>
          </p:cNvSpPr>
          <p:nvPr>
            <p:ph sz="quarter" idx="4"/>
          </p:nvPr>
        </p:nvSpPr>
        <p:spPr>
          <a:xfrm>
            <a:off x="6173807" y="2505075"/>
            <a:ext cx="518453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8E451D-0A68-EAD4-F1BB-353F671167BC}"/>
              </a:ext>
            </a:extLst>
          </p:cNvPr>
          <p:cNvSpPr>
            <a:spLocks noGrp="1"/>
          </p:cNvSpPr>
          <p:nvPr>
            <p:ph type="dt" sz="half" idx="10"/>
          </p:nvPr>
        </p:nvSpPr>
        <p:spPr/>
        <p:txBody>
          <a:bodyPr/>
          <a:lstStyle/>
          <a:p>
            <a:fld id="{2A1958C4-C34E-4AD7-874F-9664B6D209EE}" type="datetimeFigureOut">
              <a:rPr lang="en-US" smtClean="0"/>
              <a:t>10/23/26</a:t>
            </a:fld>
            <a:endParaRPr lang="en-US"/>
          </a:p>
        </p:txBody>
      </p:sp>
      <p:sp>
        <p:nvSpPr>
          <p:cNvPr id="8" name="Footer Placeholder 7">
            <a:extLst>
              <a:ext uri="{FF2B5EF4-FFF2-40B4-BE49-F238E27FC236}">
                <a16:creationId xmlns:a16="http://schemas.microsoft.com/office/drawing/2014/main" id="{505B0CA1-492A-CC15-C2FE-20326E009FD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D544316-2412-27E7-3B2A-968AC238A4FB}"/>
              </a:ext>
            </a:extLst>
          </p:cNvPr>
          <p:cNvSpPr>
            <a:spLocks noGrp="1"/>
          </p:cNvSpPr>
          <p:nvPr>
            <p:ph type="sldNum" sz="quarter" idx="12"/>
          </p:nvPr>
        </p:nvSpPr>
        <p:spPr/>
        <p:txBody>
          <a:bodyPr/>
          <a:lstStyle/>
          <a:p>
            <a:fld id="{A047AAD0-4B05-4E2C-B5EB-5E856B772703}" type="slidenum">
              <a:rPr lang="en-US" smtClean="0"/>
              <a:t>‹#›</a:t>
            </a:fld>
            <a:endParaRPr lang="en-US"/>
          </a:p>
        </p:txBody>
      </p:sp>
    </p:spTree>
    <p:extLst>
      <p:ext uri="{BB962C8B-B14F-4D97-AF65-F5344CB8AC3E}">
        <p14:creationId xmlns:p14="http://schemas.microsoft.com/office/powerpoint/2010/main" val="3796586847"/>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titleOnly" preserve="1">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40351-EF4B-1C72-E10D-F312FE7CC74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580460D-D806-9556-850C-A4C2EDD33588}"/>
              </a:ext>
            </a:extLst>
          </p:cNvPr>
          <p:cNvSpPr>
            <a:spLocks noGrp="1"/>
          </p:cNvSpPr>
          <p:nvPr>
            <p:ph type="dt" sz="half" idx="10"/>
          </p:nvPr>
        </p:nvSpPr>
        <p:spPr/>
        <p:txBody>
          <a:bodyPr/>
          <a:lstStyle/>
          <a:p>
            <a:fld id="{2A1958C4-C34E-4AD7-874F-9664B6D209EE}" type="datetimeFigureOut">
              <a:rPr lang="en-US" smtClean="0"/>
              <a:t>10/23/26</a:t>
            </a:fld>
            <a:endParaRPr lang="en-US"/>
          </a:p>
        </p:txBody>
      </p:sp>
      <p:sp>
        <p:nvSpPr>
          <p:cNvPr id="4" name="Footer Placeholder 3">
            <a:extLst>
              <a:ext uri="{FF2B5EF4-FFF2-40B4-BE49-F238E27FC236}">
                <a16:creationId xmlns:a16="http://schemas.microsoft.com/office/drawing/2014/main" id="{8936F2E9-9017-5A1A-FF22-43D79B4F07F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C4E3629-42B1-988B-F179-84D7FF283441}"/>
              </a:ext>
            </a:extLst>
          </p:cNvPr>
          <p:cNvSpPr>
            <a:spLocks noGrp="1"/>
          </p:cNvSpPr>
          <p:nvPr>
            <p:ph type="sldNum" sz="quarter" idx="12"/>
          </p:nvPr>
        </p:nvSpPr>
        <p:spPr/>
        <p:txBody>
          <a:bodyPr/>
          <a:lstStyle/>
          <a:p>
            <a:fld id="{A047AAD0-4B05-4E2C-B5EB-5E856B772703}" type="slidenum">
              <a:rPr lang="en-US" smtClean="0"/>
              <a:t>‹#›</a:t>
            </a:fld>
            <a:endParaRPr lang="en-US"/>
          </a:p>
        </p:txBody>
      </p:sp>
    </p:spTree>
    <p:extLst>
      <p:ext uri="{BB962C8B-B14F-4D97-AF65-F5344CB8AC3E}">
        <p14:creationId xmlns:p14="http://schemas.microsoft.com/office/powerpoint/2010/main" val="4069762225"/>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blank" preserve="1">
  <p:cSld name="2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3F7F55-8A6D-8D89-6F1D-A3E3835444EA}"/>
              </a:ext>
            </a:extLst>
          </p:cNvPr>
          <p:cNvSpPr>
            <a:spLocks noGrp="1"/>
          </p:cNvSpPr>
          <p:nvPr>
            <p:ph type="dt" sz="half" idx="10"/>
          </p:nvPr>
        </p:nvSpPr>
        <p:spPr/>
        <p:txBody>
          <a:bodyPr/>
          <a:lstStyle/>
          <a:p>
            <a:fld id="{2A1958C4-C34E-4AD7-874F-9664B6D209EE}" type="datetimeFigureOut">
              <a:rPr lang="en-US" smtClean="0"/>
              <a:t>10/23/26</a:t>
            </a:fld>
            <a:endParaRPr lang="en-US"/>
          </a:p>
        </p:txBody>
      </p:sp>
      <p:sp>
        <p:nvSpPr>
          <p:cNvPr id="3" name="Footer Placeholder 2">
            <a:extLst>
              <a:ext uri="{FF2B5EF4-FFF2-40B4-BE49-F238E27FC236}">
                <a16:creationId xmlns:a16="http://schemas.microsoft.com/office/drawing/2014/main" id="{2839610C-BEEF-5B79-E5B7-651D996D983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47BC1CD-FEF2-4423-8F40-8C5F04702E91}"/>
              </a:ext>
            </a:extLst>
          </p:cNvPr>
          <p:cNvSpPr>
            <a:spLocks noGrp="1"/>
          </p:cNvSpPr>
          <p:nvPr>
            <p:ph type="sldNum" sz="quarter" idx="12"/>
          </p:nvPr>
        </p:nvSpPr>
        <p:spPr/>
        <p:txBody>
          <a:bodyPr/>
          <a:lstStyle/>
          <a:p>
            <a:fld id="{A047AAD0-4B05-4E2C-B5EB-5E856B772703}" type="slidenum">
              <a:rPr lang="en-US" smtClean="0"/>
              <a:t>‹#›</a:t>
            </a:fld>
            <a:endParaRPr lang="en-US"/>
          </a:p>
        </p:txBody>
      </p:sp>
    </p:spTree>
    <p:extLst>
      <p:ext uri="{BB962C8B-B14F-4D97-AF65-F5344CB8AC3E}">
        <p14:creationId xmlns:p14="http://schemas.microsoft.com/office/powerpoint/2010/main" val="3559045511"/>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objTx" preserve="1">
  <p:cSld name="2_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791A9-2DA2-FCCC-5270-F0A71BFE86CB}"/>
              </a:ext>
            </a:extLst>
          </p:cNvPr>
          <p:cNvSpPr>
            <a:spLocks noGrp="1"/>
          </p:cNvSpPr>
          <p:nvPr>
            <p:ph type="title"/>
          </p:nvPr>
        </p:nvSpPr>
        <p:spPr>
          <a:xfrm>
            <a:off x="840007" y="457200"/>
            <a:ext cx="3933261"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E71DE84-9C02-1307-6EA5-81EEA459C5E0}"/>
              </a:ext>
            </a:extLst>
          </p:cNvPr>
          <p:cNvSpPr>
            <a:spLocks noGrp="1"/>
          </p:cNvSpPr>
          <p:nvPr>
            <p:ph idx="1"/>
          </p:nvPr>
        </p:nvSpPr>
        <p:spPr>
          <a:xfrm>
            <a:off x="5184538" y="987426"/>
            <a:ext cx="6173807"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3FE7515-2A83-509C-979C-87C33F1977EF}"/>
              </a:ext>
            </a:extLst>
          </p:cNvPr>
          <p:cNvSpPr>
            <a:spLocks noGrp="1"/>
          </p:cNvSpPr>
          <p:nvPr>
            <p:ph type="body" sz="half" idx="2"/>
          </p:nvPr>
        </p:nvSpPr>
        <p:spPr>
          <a:xfrm>
            <a:off x="840007" y="2057400"/>
            <a:ext cx="3933261"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BF70C4-1D96-630A-B90F-8409A36ADA38}"/>
              </a:ext>
            </a:extLst>
          </p:cNvPr>
          <p:cNvSpPr>
            <a:spLocks noGrp="1"/>
          </p:cNvSpPr>
          <p:nvPr>
            <p:ph type="dt" sz="half" idx="10"/>
          </p:nvPr>
        </p:nvSpPr>
        <p:spPr/>
        <p:txBody>
          <a:bodyPr/>
          <a:lstStyle/>
          <a:p>
            <a:fld id="{2A1958C4-C34E-4AD7-874F-9664B6D209EE}" type="datetimeFigureOut">
              <a:rPr lang="en-US" smtClean="0"/>
              <a:t>10/23/26</a:t>
            </a:fld>
            <a:endParaRPr lang="en-US"/>
          </a:p>
        </p:txBody>
      </p:sp>
      <p:sp>
        <p:nvSpPr>
          <p:cNvPr id="6" name="Footer Placeholder 5">
            <a:extLst>
              <a:ext uri="{FF2B5EF4-FFF2-40B4-BE49-F238E27FC236}">
                <a16:creationId xmlns:a16="http://schemas.microsoft.com/office/drawing/2014/main" id="{708157EB-CF43-336B-106E-EA7D2E5C0A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69FB53-1F7A-54B1-7B81-AA65E799DD82}"/>
              </a:ext>
            </a:extLst>
          </p:cNvPr>
          <p:cNvSpPr>
            <a:spLocks noGrp="1"/>
          </p:cNvSpPr>
          <p:nvPr>
            <p:ph type="sldNum" sz="quarter" idx="12"/>
          </p:nvPr>
        </p:nvSpPr>
        <p:spPr/>
        <p:txBody>
          <a:bodyPr/>
          <a:lstStyle/>
          <a:p>
            <a:fld id="{A047AAD0-4B05-4E2C-B5EB-5E856B772703}" type="slidenum">
              <a:rPr lang="en-US" smtClean="0"/>
              <a:t>‹#›</a:t>
            </a:fld>
            <a:endParaRPr lang="en-US"/>
          </a:p>
        </p:txBody>
      </p:sp>
    </p:spTree>
    <p:extLst>
      <p:ext uri="{BB962C8B-B14F-4D97-AF65-F5344CB8AC3E}">
        <p14:creationId xmlns:p14="http://schemas.microsoft.com/office/powerpoint/2010/main" val="3220163414"/>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type="picTx" preserve="1">
  <p:cSld name="2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2BD6B-C9A4-0B96-69CA-1CEF798EB1A6}"/>
              </a:ext>
            </a:extLst>
          </p:cNvPr>
          <p:cNvSpPr>
            <a:spLocks noGrp="1"/>
          </p:cNvSpPr>
          <p:nvPr>
            <p:ph type="title"/>
          </p:nvPr>
        </p:nvSpPr>
        <p:spPr>
          <a:xfrm>
            <a:off x="840007" y="457200"/>
            <a:ext cx="3933261"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36ACAAE-0BF0-0E19-6361-58FE14DD11ED}"/>
              </a:ext>
            </a:extLst>
          </p:cNvPr>
          <p:cNvSpPr>
            <a:spLocks noGrp="1"/>
          </p:cNvSpPr>
          <p:nvPr>
            <p:ph type="pic" idx="1"/>
          </p:nvPr>
        </p:nvSpPr>
        <p:spPr>
          <a:xfrm>
            <a:off x="5184538" y="987426"/>
            <a:ext cx="6173807"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84C544-4C73-03C1-3954-6A019DEA2B4C}"/>
              </a:ext>
            </a:extLst>
          </p:cNvPr>
          <p:cNvSpPr>
            <a:spLocks noGrp="1"/>
          </p:cNvSpPr>
          <p:nvPr>
            <p:ph type="body" sz="half" idx="2"/>
          </p:nvPr>
        </p:nvSpPr>
        <p:spPr>
          <a:xfrm>
            <a:off x="840007" y="2057400"/>
            <a:ext cx="3933261"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263C51-E9A6-468E-3C6B-FC6E2E027137}"/>
              </a:ext>
            </a:extLst>
          </p:cNvPr>
          <p:cNvSpPr>
            <a:spLocks noGrp="1"/>
          </p:cNvSpPr>
          <p:nvPr>
            <p:ph type="dt" sz="half" idx="10"/>
          </p:nvPr>
        </p:nvSpPr>
        <p:spPr/>
        <p:txBody>
          <a:bodyPr/>
          <a:lstStyle/>
          <a:p>
            <a:fld id="{2A1958C4-C34E-4AD7-874F-9664B6D209EE}" type="datetimeFigureOut">
              <a:rPr lang="en-US" smtClean="0"/>
              <a:t>10/23/26</a:t>
            </a:fld>
            <a:endParaRPr lang="en-US"/>
          </a:p>
        </p:txBody>
      </p:sp>
      <p:sp>
        <p:nvSpPr>
          <p:cNvPr id="6" name="Footer Placeholder 5">
            <a:extLst>
              <a:ext uri="{FF2B5EF4-FFF2-40B4-BE49-F238E27FC236}">
                <a16:creationId xmlns:a16="http://schemas.microsoft.com/office/drawing/2014/main" id="{2C206832-84A8-3827-4C99-190B4A8296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1ED87E-CD54-4231-2F16-171D6ADE27D5}"/>
              </a:ext>
            </a:extLst>
          </p:cNvPr>
          <p:cNvSpPr>
            <a:spLocks noGrp="1"/>
          </p:cNvSpPr>
          <p:nvPr>
            <p:ph type="sldNum" sz="quarter" idx="12"/>
          </p:nvPr>
        </p:nvSpPr>
        <p:spPr/>
        <p:txBody>
          <a:bodyPr/>
          <a:lstStyle/>
          <a:p>
            <a:fld id="{A047AAD0-4B05-4E2C-B5EB-5E856B772703}" type="slidenum">
              <a:rPr lang="en-US" smtClean="0"/>
              <a:t>‹#›</a:t>
            </a:fld>
            <a:endParaRPr lang="en-US"/>
          </a:p>
        </p:txBody>
      </p:sp>
    </p:spTree>
    <p:extLst>
      <p:ext uri="{BB962C8B-B14F-4D97-AF65-F5344CB8AC3E}">
        <p14:creationId xmlns:p14="http://schemas.microsoft.com/office/powerpoint/2010/main" val="3208074352"/>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type="vertTx" preserve="1">
  <p:cSld name="2_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00BA4-C256-EC49-167D-FD09FC82CB0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229F3C6-A65C-F53B-878D-4683FA8E59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283463-8D64-2DD2-E60F-FAE26A546EFA}"/>
              </a:ext>
            </a:extLst>
          </p:cNvPr>
          <p:cNvSpPr>
            <a:spLocks noGrp="1"/>
          </p:cNvSpPr>
          <p:nvPr>
            <p:ph type="dt" sz="half" idx="10"/>
          </p:nvPr>
        </p:nvSpPr>
        <p:spPr/>
        <p:txBody>
          <a:bodyPr/>
          <a:lstStyle/>
          <a:p>
            <a:fld id="{2A1958C4-C34E-4AD7-874F-9664B6D209EE}" type="datetimeFigureOut">
              <a:rPr lang="en-US" smtClean="0"/>
              <a:t>10/23/26</a:t>
            </a:fld>
            <a:endParaRPr lang="en-US"/>
          </a:p>
        </p:txBody>
      </p:sp>
      <p:sp>
        <p:nvSpPr>
          <p:cNvPr id="5" name="Footer Placeholder 4">
            <a:extLst>
              <a:ext uri="{FF2B5EF4-FFF2-40B4-BE49-F238E27FC236}">
                <a16:creationId xmlns:a16="http://schemas.microsoft.com/office/drawing/2014/main" id="{9408153A-11F0-ED5F-E283-B07BA39C21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BF40E1-93EF-3191-E390-DF6D80123985}"/>
              </a:ext>
            </a:extLst>
          </p:cNvPr>
          <p:cNvSpPr>
            <a:spLocks noGrp="1"/>
          </p:cNvSpPr>
          <p:nvPr>
            <p:ph type="sldNum" sz="quarter" idx="12"/>
          </p:nvPr>
        </p:nvSpPr>
        <p:spPr/>
        <p:txBody>
          <a:bodyPr/>
          <a:lstStyle/>
          <a:p>
            <a:fld id="{A047AAD0-4B05-4E2C-B5EB-5E856B772703}" type="slidenum">
              <a:rPr lang="en-US" smtClean="0"/>
              <a:t>‹#›</a:t>
            </a:fld>
            <a:endParaRPr lang="en-US"/>
          </a:p>
        </p:txBody>
      </p:sp>
    </p:spTree>
    <p:extLst>
      <p:ext uri="{BB962C8B-B14F-4D97-AF65-F5344CB8AC3E}">
        <p14:creationId xmlns:p14="http://schemas.microsoft.com/office/powerpoint/2010/main" val="2141813298"/>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type="vertTitleAndTx" preserve="1">
  <p:cSld name="2_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0FC72BA-65C3-3629-7A8C-A21F202600C9}"/>
              </a:ext>
            </a:extLst>
          </p:cNvPr>
          <p:cNvSpPr>
            <a:spLocks noGrp="1"/>
          </p:cNvSpPr>
          <p:nvPr>
            <p:ph type="title" orient="vert"/>
          </p:nvPr>
        </p:nvSpPr>
        <p:spPr>
          <a:xfrm>
            <a:off x="8727172" y="365125"/>
            <a:ext cx="262958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3E54D5D-634E-8FC3-D36B-1533FE1FD30B}"/>
              </a:ext>
            </a:extLst>
          </p:cNvPr>
          <p:cNvSpPr>
            <a:spLocks noGrp="1"/>
          </p:cNvSpPr>
          <p:nvPr>
            <p:ph type="body" orient="vert" idx="1"/>
          </p:nvPr>
        </p:nvSpPr>
        <p:spPr>
          <a:xfrm>
            <a:off x="838418" y="365125"/>
            <a:ext cx="7736314"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7D6885-6E80-65EA-8FD0-05EF1B368F5A}"/>
              </a:ext>
            </a:extLst>
          </p:cNvPr>
          <p:cNvSpPr>
            <a:spLocks noGrp="1"/>
          </p:cNvSpPr>
          <p:nvPr>
            <p:ph type="dt" sz="half" idx="10"/>
          </p:nvPr>
        </p:nvSpPr>
        <p:spPr/>
        <p:txBody>
          <a:bodyPr/>
          <a:lstStyle/>
          <a:p>
            <a:fld id="{2A1958C4-C34E-4AD7-874F-9664B6D209EE}" type="datetimeFigureOut">
              <a:rPr lang="en-US" smtClean="0"/>
              <a:t>10/23/26</a:t>
            </a:fld>
            <a:endParaRPr lang="en-US"/>
          </a:p>
        </p:txBody>
      </p:sp>
      <p:sp>
        <p:nvSpPr>
          <p:cNvPr id="5" name="Footer Placeholder 4">
            <a:extLst>
              <a:ext uri="{FF2B5EF4-FFF2-40B4-BE49-F238E27FC236}">
                <a16:creationId xmlns:a16="http://schemas.microsoft.com/office/drawing/2014/main" id="{6E5D7521-04A8-C94C-7451-0A17CE46BC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7AC637-CFEF-18C7-34B0-02C03C1F58CF}"/>
              </a:ext>
            </a:extLst>
          </p:cNvPr>
          <p:cNvSpPr>
            <a:spLocks noGrp="1"/>
          </p:cNvSpPr>
          <p:nvPr>
            <p:ph type="sldNum" sz="quarter" idx="12"/>
          </p:nvPr>
        </p:nvSpPr>
        <p:spPr/>
        <p:txBody>
          <a:bodyPr/>
          <a:lstStyle/>
          <a:p>
            <a:fld id="{A047AAD0-4B05-4E2C-B5EB-5E856B772703}" type="slidenum">
              <a:rPr lang="en-US" smtClean="0"/>
              <a:t>‹#›</a:t>
            </a:fld>
            <a:endParaRPr lang="en-US"/>
          </a:p>
        </p:txBody>
      </p:sp>
    </p:spTree>
    <p:extLst>
      <p:ext uri="{BB962C8B-B14F-4D97-AF65-F5344CB8AC3E}">
        <p14:creationId xmlns:p14="http://schemas.microsoft.com/office/powerpoint/2010/main" val="1081699912"/>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showMasterSp="0" userDrawn="1">
  <p:cSld name="2_Solid_B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B49793B-6D44-F56A-1368-1B2DBCA732DB}"/>
              </a:ext>
            </a:extLst>
          </p:cNvPr>
          <p:cNvSpPr txBox="1"/>
          <p:nvPr userDrawn="1"/>
        </p:nvSpPr>
        <p:spPr>
          <a:xfrm>
            <a:off x="212835" y="6681135"/>
            <a:ext cx="1103586" cy="92333"/>
          </a:xfrm>
          <a:prstGeom prst="rect">
            <a:avLst/>
          </a:prstGeom>
          <a:noFill/>
          <a:ln w="28575">
            <a:noFill/>
          </a:ln>
        </p:spPr>
        <p:txBody>
          <a:bodyPr wrap="square" lIns="0" tIns="0" rIns="0" bIns="0" rtlCol="0">
            <a:spAutoFit/>
          </a:bodyPr>
          <a:lstStyle/>
          <a:p>
            <a:pPr algn="l" fontAlgn="base">
              <a:spcBef>
                <a:spcPct val="50000"/>
              </a:spcBef>
              <a:spcAft>
                <a:spcPct val="0"/>
              </a:spcAft>
              <a:buClr>
                <a:schemeClr val="tx1"/>
              </a:buClr>
              <a:buSzPct val="100000"/>
            </a:pPr>
            <a:r>
              <a:rPr lang="en-US" sz="600" kern="0">
                <a:latin typeface="72 Brand" panose="020B0504030603020204" pitchFamily="34" charset="0"/>
                <a:ea typeface="72 Brand" pitchFamily="34" charset="-128"/>
                <a:cs typeface="72 Brand" pitchFamily="34" charset="-128"/>
              </a:rPr>
              <a:t>PUBLIC</a:t>
            </a:r>
          </a:p>
        </p:txBody>
      </p:sp>
    </p:spTree>
    <p:extLst>
      <p:ext uri="{BB962C8B-B14F-4D97-AF65-F5344CB8AC3E}">
        <p14:creationId xmlns:p14="http://schemas.microsoft.com/office/powerpoint/2010/main" val="26159519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7378">
          <p15:clr>
            <a:srgbClr val="FBAE40"/>
          </p15:clr>
        </p15:guide>
        <p15:guide id="2" orient="horz" pos="4020">
          <p15:clr>
            <a:srgbClr val="FBAE40"/>
          </p15:clr>
        </p15:guide>
        <p15:guide id="3" orient="horz" pos="210">
          <p15:clr>
            <a:srgbClr val="FBAE40"/>
          </p15:clr>
        </p15:guide>
        <p15:guide id="4" pos="302">
          <p15:clr>
            <a:srgbClr val="FBAE40"/>
          </p15:clr>
        </p15:guide>
        <p15:guide id="5" orient="horz" pos="414">
          <p15:clr>
            <a:srgbClr val="FBAE40"/>
          </p15:clr>
        </p15:guide>
        <p15:guide id="6" orient="horz" pos="3164">
          <p15:clr>
            <a:srgbClr val="FBAE40"/>
          </p15:clr>
        </p15:guide>
        <p15:guide id="7" orient="horz" pos="3232">
          <p15:clr>
            <a:srgbClr val="FBAE40"/>
          </p15:clr>
        </p15:guide>
        <p15:guide id="8" orient="horz" pos="3504">
          <p15:clr>
            <a:srgbClr val="FBAE40"/>
          </p15:clr>
        </p15:guide>
      </p15:sldGuideLst>
    </p:ext>
  </p:extLst>
</p:sldLayout>
</file>

<file path=ppt/slideLayouts/slideLayout203.xml><?xml version="1.0" encoding="utf-8"?>
<p:sldLayout xmlns:a="http://schemas.openxmlformats.org/drawingml/2006/main" xmlns:r="http://schemas.openxmlformats.org/officeDocument/2006/relationships" xmlns:p="http://schemas.openxmlformats.org/presentationml/2006/main" userDrawn="1">
  <p:cSld name="Standard_B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9764732"/>
      </p:ext>
    </p:extLst>
  </p:cSld>
  <p:clrMapOvr>
    <a:masterClrMapping/>
  </p:clrMapOvr>
</p:sldLayout>
</file>

<file path=ppt/slideMasters/_rels/slideMaster1.xml.rels><?xml version="1.0" encoding="UTF-8" standalone="yes"?>
<Relationships xmlns="http://schemas.openxmlformats.org/package/2006/relationships"><Relationship Id="rId117" Type="http://schemas.openxmlformats.org/officeDocument/2006/relationships/tags" Target="../tags/tag71.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63" Type="http://schemas.openxmlformats.org/officeDocument/2006/relationships/tags" Target="../tags/tag17.xml"/><Relationship Id="rId84" Type="http://schemas.openxmlformats.org/officeDocument/2006/relationships/tags" Target="../tags/tag38.xml"/><Relationship Id="rId138" Type="http://schemas.openxmlformats.org/officeDocument/2006/relationships/tags" Target="../tags/tag92.xml"/><Relationship Id="rId159" Type="http://schemas.openxmlformats.org/officeDocument/2006/relationships/tags" Target="../tags/tag113.xml"/><Relationship Id="rId170" Type="http://schemas.openxmlformats.org/officeDocument/2006/relationships/tags" Target="../tags/tag124.xml"/><Relationship Id="rId107" Type="http://schemas.openxmlformats.org/officeDocument/2006/relationships/tags" Target="../tags/tag61.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53" Type="http://schemas.openxmlformats.org/officeDocument/2006/relationships/tags" Target="../tags/tag7.xml"/><Relationship Id="rId74" Type="http://schemas.openxmlformats.org/officeDocument/2006/relationships/tags" Target="../tags/tag28.xml"/><Relationship Id="rId128" Type="http://schemas.openxmlformats.org/officeDocument/2006/relationships/tags" Target="../tags/tag82.xml"/><Relationship Id="rId149" Type="http://schemas.openxmlformats.org/officeDocument/2006/relationships/tags" Target="../tags/tag103.xml"/><Relationship Id="rId5" Type="http://schemas.openxmlformats.org/officeDocument/2006/relationships/slideLayout" Target="../slideLayouts/slideLayout5.xml"/><Relationship Id="rId95" Type="http://schemas.openxmlformats.org/officeDocument/2006/relationships/tags" Target="../tags/tag49.xml"/><Relationship Id="rId160" Type="http://schemas.openxmlformats.org/officeDocument/2006/relationships/tags" Target="../tags/tag114.xml"/><Relationship Id="rId22" Type="http://schemas.openxmlformats.org/officeDocument/2006/relationships/slideLayout" Target="../slideLayouts/slideLayout22.xml"/><Relationship Id="rId43" Type="http://schemas.openxmlformats.org/officeDocument/2006/relationships/slideLayout" Target="../slideLayouts/slideLayout43.xml"/><Relationship Id="rId64" Type="http://schemas.openxmlformats.org/officeDocument/2006/relationships/tags" Target="../tags/tag18.xml"/><Relationship Id="rId118" Type="http://schemas.openxmlformats.org/officeDocument/2006/relationships/tags" Target="../tags/tag72.xml"/><Relationship Id="rId139" Type="http://schemas.openxmlformats.org/officeDocument/2006/relationships/tags" Target="../tags/tag93.xml"/><Relationship Id="rId85" Type="http://schemas.openxmlformats.org/officeDocument/2006/relationships/tags" Target="../tags/tag39.xml"/><Relationship Id="rId150" Type="http://schemas.openxmlformats.org/officeDocument/2006/relationships/tags" Target="../tags/tag104.xml"/><Relationship Id="rId12" Type="http://schemas.openxmlformats.org/officeDocument/2006/relationships/slideLayout" Target="../slideLayouts/slideLayout12.xml"/><Relationship Id="rId33" Type="http://schemas.openxmlformats.org/officeDocument/2006/relationships/slideLayout" Target="../slideLayouts/slideLayout33.xml"/><Relationship Id="rId108" Type="http://schemas.openxmlformats.org/officeDocument/2006/relationships/tags" Target="../tags/tag62.xml"/><Relationship Id="rId129" Type="http://schemas.openxmlformats.org/officeDocument/2006/relationships/tags" Target="../tags/tag83.xml"/><Relationship Id="rId54" Type="http://schemas.openxmlformats.org/officeDocument/2006/relationships/tags" Target="../tags/tag8.xml"/><Relationship Id="rId70" Type="http://schemas.openxmlformats.org/officeDocument/2006/relationships/tags" Target="../tags/tag24.xml"/><Relationship Id="rId75" Type="http://schemas.openxmlformats.org/officeDocument/2006/relationships/tags" Target="../tags/tag29.xml"/><Relationship Id="rId91" Type="http://schemas.openxmlformats.org/officeDocument/2006/relationships/tags" Target="../tags/tag45.xml"/><Relationship Id="rId96" Type="http://schemas.openxmlformats.org/officeDocument/2006/relationships/tags" Target="../tags/tag50.xml"/><Relationship Id="rId140" Type="http://schemas.openxmlformats.org/officeDocument/2006/relationships/tags" Target="../tags/tag94.xml"/><Relationship Id="rId145" Type="http://schemas.openxmlformats.org/officeDocument/2006/relationships/tags" Target="../tags/tag99.xml"/><Relationship Id="rId161" Type="http://schemas.openxmlformats.org/officeDocument/2006/relationships/tags" Target="../tags/tag115.xml"/><Relationship Id="rId166" Type="http://schemas.openxmlformats.org/officeDocument/2006/relationships/tags" Target="../tags/tag120.xml"/><Relationship Id="rId1" Type="http://schemas.openxmlformats.org/officeDocument/2006/relationships/slideLayout" Target="../slideLayouts/slideLayout1.xml"/><Relationship Id="rId6" Type="http://schemas.openxmlformats.org/officeDocument/2006/relationships/slideLayout" Target="../slideLayouts/slideLayout6.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49" Type="http://schemas.openxmlformats.org/officeDocument/2006/relationships/tags" Target="../tags/tag3.xml"/><Relationship Id="rId114" Type="http://schemas.openxmlformats.org/officeDocument/2006/relationships/tags" Target="../tags/tag68.xml"/><Relationship Id="rId119" Type="http://schemas.openxmlformats.org/officeDocument/2006/relationships/tags" Target="../tags/tag73.xml"/><Relationship Id="rId44" Type="http://schemas.openxmlformats.org/officeDocument/2006/relationships/slideLayout" Target="../slideLayouts/slideLayout44.xml"/><Relationship Id="rId60" Type="http://schemas.openxmlformats.org/officeDocument/2006/relationships/tags" Target="../tags/tag14.xml"/><Relationship Id="rId65" Type="http://schemas.openxmlformats.org/officeDocument/2006/relationships/tags" Target="../tags/tag19.xml"/><Relationship Id="rId81" Type="http://schemas.openxmlformats.org/officeDocument/2006/relationships/tags" Target="../tags/tag35.xml"/><Relationship Id="rId86" Type="http://schemas.openxmlformats.org/officeDocument/2006/relationships/tags" Target="../tags/tag40.xml"/><Relationship Id="rId130" Type="http://schemas.openxmlformats.org/officeDocument/2006/relationships/tags" Target="../tags/tag84.xml"/><Relationship Id="rId135" Type="http://schemas.openxmlformats.org/officeDocument/2006/relationships/tags" Target="../tags/tag89.xml"/><Relationship Id="rId151" Type="http://schemas.openxmlformats.org/officeDocument/2006/relationships/tags" Target="../tags/tag105.xml"/><Relationship Id="rId156" Type="http://schemas.openxmlformats.org/officeDocument/2006/relationships/tags" Target="../tags/tag110.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109" Type="http://schemas.openxmlformats.org/officeDocument/2006/relationships/tags" Target="../tags/tag63.xml"/><Relationship Id="rId34" Type="http://schemas.openxmlformats.org/officeDocument/2006/relationships/slideLayout" Target="../slideLayouts/slideLayout34.xml"/><Relationship Id="rId50" Type="http://schemas.openxmlformats.org/officeDocument/2006/relationships/tags" Target="../tags/tag4.xml"/><Relationship Id="rId55" Type="http://schemas.openxmlformats.org/officeDocument/2006/relationships/tags" Target="../tags/tag9.xml"/><Relationship Id="rId76" Type="http://schemas.openxmlformats.org/officeDocument/2006/relationships/tags" Target="../tags/tag30.xml"/><Relationship Id="rId97" Type="http://schemas.openxmlformats.org/officeDocument/2006/relationships/tags" Target="../tags/tag51.xml"/><Relationship Id="rId104" Type="http://schemas.openxmlformats.org/officeDocument/2006/relationships/tags" Target="../tags/tag58.xml"/><Relationship Id="rId120" Type="http://schemas.openxmlformats.org/officeDocument/2006/relationships/tags" Target="../tags/tag74.xml"/><Relationship Id="rId125" Type="http://schemas.openxmlformats.org/officeDocument/2006/relationships/tags" Target="../tags/tag79.xml"/><Relationship Id="rId141" Type="http://schemas.openxmlformats.org/officeDocument/2006/relationships/tags" Target="../tags/tag95.xml"/><Relationship Id="rId146" Type="http://schemas.openxmlformats.org/officeDocument/2006/relationships/tags" Target="../tags/tag100.xml"/><Relationship Id="rId167" Type="http://schemas.openxmlformats.org/officeDocument/2006/relationships/tags" Target="../tags/tag121.xml"/><Relationship Id="rId7" Type="http://schemas.openxmlformats.org/officeDocument/2006/relationships/slideLayout" Target="../slideLayouts/slideLayout7.xml"/><Relationship Id="rId71" Type="http://schemas.openxmlformats.org/officeDocument/2006/relationships/tags" Target="../tags/tag25.xml"/><Relationship Id="rId92" Type="http://schemas.openxmlformats.org/officeDocument/2006/relationships/tags" Target="../tags/tag46.xml"/><Relationship Id="rId162" Type="http://schemas.openxmlformats.org/officeDocument/2006/relationships/tags" Target="../tags/tag116.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tags" Target="../tags/tag20.xml"/><Relationship Id="rId87" Type="http://schemas.openxmlformats.org/officeDocument/2006/relationships/tags" Target="../tags/tag41.xml"/><Relationship Id="rId110" Type="http://schemas.openxmlformats.org/officeDocument/2006/relationships/tags" Target="../tags/tag64.xml"/><Relationship Id="rId115" Type="http://schemas.openxmlformats.org/officeDocument/2006/relationships/tags" Target="../tags/tag69.xml"/><Relationship Id="rId131" Type="http://schemas.openxmlformats.org/officeDocument/2006/relationships/tags" Target="../tags/tag85.xml"/><Relationship Id="rId136" Type="http://schemas.openxmlformats.org/officeDocument/2006/relationships/tags" Target="../tags/tag90.xml"/><Relationship Id="rId157" Type="http://schemas.openxmlformats.org/officeDocument/2006/relationships/tags" Target="../tags/tag111.xml"/><Relationship Id="rId61" Type="http://schemas.openxmlformats.org/officeDocument/2006/relationships/tags" Target="../tags/tag15.xml"/><Relationship Id="rId82" Type="http://schemas.openxmlformats.org/officeDocument/2006/relationships/tags" Target="../tags/tag36.xml"/><Relationship Id="rId152" Type="http://schemas.openxmlformats.org/officeDocument/2006/relationships/tags" Target="../tags/tag106.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tags" Target="../tags/tag10.xml"/><Relationship Id="rId77" Type="http://schemas.openxmlformats.org/officeDocument/2006/relationships/tags" Target="../tags/tag31.xml"/><Relationship Id="rId100" Type="http://schemas.openxmlformats.org/officeDocument/2006/relationships/tags" Target="../tags/tag54.xml"/><Relationship Id="rId105" Type="http://schemas.openxmlformats.org/officeDocument/2006/relationships/tags" Target="../tags/tag59.xml"/><Relationship Id="rId126" Type="http://schemas.openxmlformats.org/officeDocument/2006/relationships/tags" Target="../tags/tag80.xml"/><Relationship Id="rId147" Type="http://schemas.openxmlformats.org/officeDocument/2006/relationships/tags" Target="../tags/tag101.xml"/><Relationship Id="rId168" Type="http://schemas.openxmlformats.org/officeDocument/2006/relationships/tags" Target="../tags/tag122.xml"/><Relationship Id="rId8" Type="http://schemas.openxmlformats.org/officeDocument/2006/relationships/slideLayout" Target="../slideLayouts/slideLayout8.xml"/><Relationship Id="rId51" Type="http://schemas.openxmlformats.org/officeDocument/2006/relationships/tags" Target="../tags/tag5.xml"/><Relationship Id="rId72" Type="http://schemas.openxmlformats.org/officeDocument/2006/relationships/tags" Target="../tags/tag26.xml"/><Relationship Id="rId93" Type="http://schemas.openxmlformats.org/officeDocument/2006/relationships/tags" Target="../tags/tag47.xml"/><Relationship Id="rId98" Type="http://schemas.openxmlformats.org/officeDocument/2006/relationships/tags" Target="../tags/tag52.xml"/><Relationship Id="rId121" Type="http://schemas.openxmlformats.org/officeDocument/2006/relationships/tags" Target="../tags/tag75.xml"/><Relationship Id="rId142" Type="http://schemas.openxmlformats.org/officeDocument/2006/relationships/tags" Target="../tags/tag96.xml"/><Relationship Id="rId163" Type="http://schemas.openxmlformats.org/officeDocument/2006/relationships/tags" Target="../tags/tag117.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tags" Target="../tags/tag21.xml"/><Relationship Id="rId116" Type="http://schemas.openxmlformats.org/officeDocument/2006/relationships/tags" Target="../tags/tag70.xml"/><Relationship Id="rId137" Type="http://schemas.openxmlformats.org/officeDocument/2006/relationships/tags" Target="../tags/tag91.xml"/><Relationship Id="rId158" Type="http://schemas.openxmlformats.org/officeDocument/2006/relationships/tags" Target="../tags/tag112.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62" Type="http://schemas.openxmlformats.org/officeDocument/2006/relationships/tags" Target="../tags/tag16.xml"/><Relationship Id="rId83" Type="http://schemas.openxmlformats.org/officeDocument/2006/relationships/tags" Target="../tags/tag37.xml"/><Relationship Id="rId88" Type="http://schemas.openxmlformats.org/officeDocument/2006/relationships/tags" Target="../tags/tag42.xml"/><Relationship Id="rId111" Type="http://schemas.openxmlformats.org/officeDocument/2006/relationships/tags" Target="../tags/tag65.xml"/><Relationship Id="rId132" Type="http://schemas.openxmlformats.org/officeDocument/2006/relationships/tags" Target="../tags/tag86.xml"/><Relationship Id="rId153" Type="http://schemas.openxmlformats.org/officeDocument/2006/relationships/tags" Target="../tags/tag107.xml"/><Relationship Id="rId15" Type="http://schemas.openxmlformats.org/officeDocument/2006/relationships/slideLayout" Target="../slideLayouts/slideLayout15.xml"/><Relationship Id="rId36" Type="http://schemas.openxmlformats.org/officeDocument/2006/relationships/slideLayout" Target="../slideLayouts/slideLayout36.xml"/><Relationship Id="rId57" Type="http://schemas.openxmlformats.org/officeDocument/2006/relationships/tags" Target="../tags/tag11.xml"/><Relationship Id="rId106" Type="http://schemas.openxmlformats.org/officeDocument/2006/relationships/tags" Target="../tags/tag60.xml"/><Relationship Id="rId127" Type="http://schemas.openxmlformats.org/officeDocument/2006/relationships/tags" Target="../tags/tag8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52" Type="http://schemas.openxmlformats.org/officeDocument/2006/relationships/tags" Target="../tags/tag6.xml"/><Relationship Id="rId73" Type="http://schemas.openxmlformats.org/officeDocument/2006/relationships/tags" Target="../tags/tag27.xml"/><Relationship Id="rId78" Type="http://schemas.openxmlformats.org/officeDocument/2006/relationships/tags" Target="../tags/tag32.xml"/><Relationship Id="rId94" Type="http://schemas.openxmlformats.org/officeDocument/2006/relationships/tags" Target="../tags/tag48.xml"/><Relationship Id="rId99" Type="http://schemas.openxmlformats.org/officeDocument/2006/relationships/tags" Target="../tags/tag53.xml"/><Relationship Id="rId101" Type="http://schemas.openxmlformats.org/officeDocument/2006/relationships/tags" Target="../tags/tag55.xml"/><Relationship Id="rId122" Type="http://schemas.openxmlformats.org/officeDocument/2006/relationships/tags" Target="../tags/tag76.xml"/><Relationship Id="rId143" Type="http://schemas.openxmlformats.org/officeDocument/2006/relationships/tags" Target="../tags/tag97.xml"/><Relationship Id="rId148" Type="http://schemas.openxmlformats.org/officeDocument/2006/relationships/tags" Target="../tags/tag102.xml"/><Relationship Id="rId164" Type="http://schemas.openxmlformats.org/officeDocument/2006/relationships/tags" Target="../tags/tag118.xml"/><Relationship Id="rId169" Type="http://schemas.openxmlformats.org/officeDocument/2006/relationships/tags" Target="../tags/tag12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47" Type="http://schemas.openxmlformats.org/officeDocument/2006/relationships/theme" Target="../theme/theme1.xml"/><Relationship Id="rId68" Type="http://schemas.openxmlformats.org/officeDocument/2006/relationships/tags" Target="../tags/tag22.xml"/><Relationship Id="rId89" Type="http://schemas.openxmlformats.org/officeDocument/2006/relationships/tags" Target="../tags/tag43.xml"/><Relationship Id="rId112" Type="http://schemas.openxmlformats.org/officeDocument/2006/relationships/tags" Target="../tags/tag66.xml"/><Relationship Id="rId133" Type="http://schemas.openxmlformats.org/officeDocument/2006/relationships/tags" Target="../tags/tag87.xml"/><Relationship Id="rId154" Type="http://schemas.openxmlformats.org/officeDocument/2006/relationships/tags" Target="../tags/tag108.xml"/><Relationship Id="rId16" Type="http://schemas.openxmlformats.org/officeDocument/2006/relationships/slideLayout" Target="../slideLayouts/slideLayout16.xml"/><Relationship Id="rId37" Type="http://schemas.openxmlformats.org/officeDocument/2006/relationships/slideLayout" Target="../slideLayouts/slideLayout37.xml"/><Relationship Id="rId58" Type="http://schemas.openxmlformats.org/officeDocument/2006/relationships/tags" Target="../tags/tag12.xml"/><Relationship Id="rId79" Type="http://schemas.openxmlformats.org/officeDocument/2006/relationships/tags" Target="../tags/tag33.xml"/><Relationship Id="rId102" Type="http://schemas.openxmlformats.org/officeDocument/2006/relationships/tags" Target="../tags/tag56.xml"/><Relationship Id="rId123" Type="http://schemas.openxmlformats.org/officeDocument/2006/relationships/tags" Target="../tags/tag77.xml"/><Relationship Id="rId144" Type="http://schemas.openxmlformats.org/officeDocument/2006/relationships/tags" Target="../tags/tag98.xml"/><Relationship Id="rId90" Type="http://schemas.openxmlformats.org/officeDocument/2006/relationships/tags" Target="../tags/tag44.xml"/><Relationship Id="rId165" Type="http://schemas.openxmlformats.org/officeDocument/2006/relationships/tags" Target="../tags/tag119.xml"/><Relationship Id="rId27" Type="http://schemas.openxmlformats.org/officeDocument/2006/relationships/slideLayout" Target="../slideLayouts/slideLayout27.xml"/><Relationship Id="rId48" Type="http://schemas.openxmlformats.org/officeDocument/2006/relationships/tags" Target="../tags/tag2.xml"/><Relationship Id="rId69" Type="http://schemas.openxmlformats.org/officeDocument/2006/relationships/tags" Target="../tags/tag23.xml"/><Relationship Id="rId113" Type="http://schemas.openxmlformats.org/officeDocument/2006/relationships/tags" Target="../tags/tag67.xml"/><Relationship Id="rId134" Type="http://schemas.openxmlformats.org/officeDocument/2006/relationships/tags" Target="../tags/tag88.xml"/><Relationship Id="rId80" Type="http://schemas.openxmlformats.org/officeDocument/2006/relationships/tags" Target="../tags/tag34.xml"/><Relationship Id="rId155" Type="http://schemas.openxmlformats.org/officeDocument/2006/relationships/tags" Target="../tags/tag109.xml"/><Relationship Id="rId17" Type="http://schemas.openxmlformats.org/officeDocument/2006/relationships/slideLayout" Target="../slideLayouts/slideLayout17.xml"/><Relationship Id="rId38" Type="http://schemas.openxmlformats.org/officeDocument/2006/relationships/slideLayout" Target="../slideLayouts/slideLayout38.xml"/><Relationship Id="rId59" Type="http://schemas.openxmlformats.org/officeDocument/2006/relationships/tags" Target="../tags/tag13.xml"/><Relationship Id="rId103" Type="http://schemas.openxmlformats.org/officeDocument/2006/relationships/tags" Target="../tags/tag57.xml"/><Relationship Id="rId124" Type="http://schemas.openxmlformats.org/officeDocument/2006/relationships/tags" Target="../tags/tag78.xml"/></Relationships>
</file>

<file path=ppt/slideMasters/_rels/slideMaster2.xml.rels><?xml version="1.0" encoding="UTF-8" standalone="yes"?>
<Relationships xmlns="http://schemas.openxmlformats.org/package/2006/relationships"><Relationship Id="rId117" Type="http://schemas.openxmlformats.org/officeDocument/2006/relationships/tags" Target="../tags/tag210.xml"/><Relationship Id="rId21" Type="http://schemas.openxmlformats.org/officeDocument/2006/relationships/slideLayout" Target="../slideLayouts/slideLayout67.xml"/><Relationship Id="rId42" Type="http://schemas.openxmlformats.org/officeDocument/2006/relationships/tags" Target="../tags/tag135.xml"/><Relationship Id="rId63" Type="http://schemas.openxmlformats.org/officeDocument/2006/relationships/tags" Target="../tags/tag156.xml"/><Relationship Id="rId84" Type="http://schemas.openxmlformats.org/officeDocument/2006/relationships/tags" Target="../tags/tag177.xml"/><Relationship Id="rId138" Type="http://schemas.openxmlformats.org/officeDocument/2006/relationships/tags" Target="../tags/tag231.xml"/><Relationship Id="rId107" Type="http://schemas.openxmlformats.org/officeDocument/2006/relationships/tags" Target="../tags/tag200.xml"/><Relationship Id="rId11" Type="http://schemas.openxmlformats.org/officeDocument/2006/relationships/slideLayout" Target="../slideLayouts/slideLayout57.xml"/><Relationship Id="rId32" Type="http://schemas.openxmlformats.org/officeDocument/2006/relationships/tags" Target="../tags/tag125.xml"/><Relationship Id="rId53" Type="http://schemas.openxmlformats.org/officeDocument/2006/relationships/tags" Target="../tags/tag146.xml"/><Relationship Id="rId74" Type="http://schemas.openxmlformats.org/officeDocument/2006/relationships/tags" Target="../tags/tag167.xml"/><Relationship Id="rId128" Type="http://schemas.openxmlformats.org/officeDocument/2006/relationships/tags" Target="../tags/tag221.xml"/><Relationship Id="rId149" Type="http://schemas.openxmlformats.org/officeDocument/2006/relationships/tags" Target="../tags/tag242.xml"/><Relationship Id="rId5" Type="http://schemas.openxmlformats.org/officeDocument/2006/relationships/slideLayout" Target="../slideLayouts/slideLayout51.xml"/><Relationship Id="rId95" Type="http://schemas.openxmlformats.org/officeDocument/2006/relationships/tags" Target="../tags/tag188.xml"/><Relationship Id="rId22" Type="http://schemas.openxmlformats.org/officeDocument/2006/relationships/slideLayout" Target="../slideLayouts/slideLayout68.xml"/><Relationship Id="rId27" Type="http://schemas.openxmlformats.org/officeDocument/2006/relationships/slideLayout" Target="../slideLayouts/slideLayout73.xml"/><Relationship Id="rId43" Type="http://schemas.openxmlformats.org/officeDocument/2006/relationships/tags" Target="../tags/tag136.xml"/><Relationship Id="rId48" Type="http://schemas.openxmlformats.org/officeDocument/2006/relationships/tags" Target="../tags/tag141.xml"/><Relationship Id="rId64" Type="http://schemas.openxmlformats.org/officeDocument/2006/relationships/tags" Target="../tags/tag157.xml"/><Relationship Id="rId69" Type="http://schemas.openxmlformats.org/officeDocument/2006/relationships/tags" Target="../tags/tag162.xml"/><Relationship Id="rId113" Type="http://schemas.openxmlformats.org/officeDocument/2006/relationships/tags" Target="../tags/tag206.xml"/><Relationship Id="rId118" Type="http://schemas.openxmlformats.org/officeDocument/2006/relationships/tags" Target="../tags/tag211.xml"/><Relationship Id="rId134" Type="http://schemas.openxmlformats.org/officeDocument/2006/relationships/tags" Target="../tags/tag227.xml"/><Relationship Id="rId139" Type="http://schemas.openxmlformats.org/officeDocument/2006/relationships/tags" Target="../tags/tag232.xml"/><Relationship Id="rId80" Type="http://schemas.openxmlformats.org/officeDocument/2006/relationships/tags" Target="../tags/tag173.xml"/><Relationship Id="rId85" Type="http://schemas.openxmlformats.org/officeDocument/2006/relationships/tags" Target="../tags/tag178.xml"/><Relationship Id="rId150" Type="http://schemas.openxmlformats.org/officeDocument/2006/relationships/tags" Target="../tags/tag243.xml"/><Relationship Id="rId12" Type="http://schemas.openxmlformats.org/officeDocument/2006/relationships/slideLayout" Target="../slideLayouts/slideLayout58.xml"/><Relationship Id="rId17" Type="http://schemas.openxmlformats.org/officeDocument/2006/relationships/slideLayout" Target="../slideLayouts/slideLayout63.xml"/><Relationship Id="rId33" Type="http://schemas.openxmlformats.org/officeDocument/2006/relationships/tags" Target="../tags/tag126.xml"/><Relationship Id="rId38" Type="http://schemas.openxmlformats.org/officeDocument/2006/relationships/tags" Target="../tags/tag131.xml"/><Relationship Id="rId59" Type="http://schemas.openxmlformats.org/officeDocument/2006/relationships/tags" Target="../tags/tag152.xml"/><Relationship Id="rId103" Type="http://schemas.openxmlformats.org/officeDocument/2006/relationships/tags" Target="../tags/tag196.xml"/><Relationship Id="rId108" Type="http://schemas.openxmlformats.org/officeDocument/2006/relationships/tags" Target="../tags/tag201.xml"/><Relationship Id="rId124" Type="http://schemas.openxmlformats.org/officeDocument/2006/relationships/tags" Target="../tags/tag217.xml"/><Relationship Id="rId129" Type="http://schemas.openxmlformats.org/officeDocument/2006/relationships/tags" Target="../tags/tag222.xml"/><Relationship Id="rId54" Type="http://schemas.openxmlformats.org/officeDocument/2006/relationships/tags" Target="../tags/tag147.xml"/><Relationship Id="rId70" Type="http://schemas.openxmlformats.org/officeDocument/2006/relationships/tags" Target="../tags/tag163.xml"/><Relationship Id="rId75" Type="http://schemas.openxmlformats.org/officeDocument/2006/relationships/tags" Target="../tags/tag168.xml"/><Relationship Id="rId91" Type="http://schemas.openxmlformats.org/officeDocument/2006/relationships/tags" Target="../tags/tag184.xml"/><Relationship Id="rId96" Type="http://schemas.openxmlformats.org/officeDocument/2006/relationships/tags" Target="../tags/tag189.xml"/><Relationship Id="rId140" Type="http://schemas.openxmlformats.org/officeDocument/2006/relationships/tags" Target="../tags/tag233.xml"/><Relationship Id="rId145" Type="http://schemas.openxmlformats.org/officeDocument/2006/relationships/tags" Target="../tags/tag23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23" Type="http://schemas.openxmlformats.org/officeDocument/2006/relationships/slideLayout" Target="../slideLayouts/slideLayout69.xml"/><Relationship Id="rId28" Type="http://schemas.openxmlformats.org/officeDocument/2006/relationships/slideLayout" Target="../slideLayouts/slideLayout74.xml"/><Relationship Id="rId49" Type="http://schemas.openxmlformats.org/officeDocument/2006/relationships/tags" Target="../tags/tag142.xml"/><Relationship Id="rId114" Type="http://schemas.openxmlformats.org/officeDocument/2006/relationships/tags" Target="../tags/tag207.xml"/><Relationship Id="rId119" Type="http://schemas.openxmlformats.org/officeDocument/2006/relationships/tags" Target="../tags/tag212.xml"/><Relationship Id="rId44" Type="http://schemas.openxmlformats.org/officeDocument/2006/relationships/tags" Target="../tags/tag137.xml"/><Relationship Id="rId60" Type="http://schemas.openxmlformats.org/officeDocument/2006/relationships/tags" Target="../tags/tag153.xml"/><Relationship Id="rId65" Type="http://schemas.openxmlformats.org/officeDocument/2006/relationships/tags" Target="../tags/tag158.xml"/><Relationship Id="rId81" Type="http://schemas.openxmlformats.org/officeDocument/2006/relationships/tags" Target="../tags/tag174.xml"/><Relationship Id="rId86" Type="http://schemas.openxmlformats.org/officeDocument/2006/relationships/tags" Target="../tags/tag179.xml"/><Relationship Id="rId130" Type="http://schemas.openxmlformats.org/officeDocument/2006/relationships/tags" Target="../tags/tag223.xml"/><Relationship Id="rId135" Type="http://schemas.openxmlformats.org/officeDocument/2006/relationships/tags" Target="../tags/tag228.xml"/><Relationship Id="rId151" Type="http://schemas.openxmlformats.org/officeDocument/2006/relationships/tags" Target="../tags/tag244.xml"/><Relationship Id="rId13" Type="http://schemas.openxmlformats.org/officeDocument/2006/relationships/slideLayout" Target="../slideLayouts/slideLayout59.xml"/><Relationship Id="rId18" Type="http://schemas.openxmlformats.org/officeDocument/2006/relationships/slideLayout" Target="../slideLayouts/slideLayout64.xml"/><Relationship Id="rId39" Type="http://schemas.openxmlformats.org/officeDocument/2006/relationships/tags" Target="../tags/tag132.xml"/><Relationship Id="rId109" Type="http://schemas.openxmlformats.org/officeDocument/2006/relationships/tags" Target="../tags/tag202.xml"/><Relationship Id="rId34" Type="http://schemas.openxmlformats.org/officeDocument/2006/relationships/tags" Target="../tags/tag127.xml"/><Relationship Id="rId50" Type="http://schemas.openxmlformats.org/officeDocument/2006/relationships/tags" Target="../tags/tag143.xml"/><Relationship Id="rId55" Type="http://schemas.openxmlformats.org/officeDocument/2006/relationships/tags" Target="../tags/tag148.xml"/><Relationship Id="rId76" Type="http://schemas.openxmlformats.org/officeDocument/2006/relationships/tags" Target="../tags/tag169.xml"/><Relationship Id="rId97" Type="http://schemas.openxmlformats.org/officeDocument/2006/relationships/tags" Target="../tags/tag190.xml"/><Relationship Id="rId104" Type="http://schemas.openxmlformats.org/officeDocument/2006/relationships/tags" Target="../tags/tag197.xml"/><Relationship Id="rId120" Type="http://schemas.openxmlformats.org/officeDocument/2006/relationships/tags" Target="../tags/tag213.xml"/><Relationship Id="rId125" Type="http://schemas.openxmlformats.org/officeDocument/2006/relationships/tags" Target="../tags/tag218.xml"/><Relationship Id="rId141" Type="http://schemas.openxmlformats.org/officeDocument/2006/relationships/tags" Target="../tags/tag234.xml"/><Relationship Id="rId146" Type="http://schemas.openxmlformats.org/officeDocument/2006/relationships/tags" Target="../tags/tag239.xml"/><Relationship Id="rId7" Type="http://schemas.openxmlformats.org/officeDocument/2006/relationships/slideLayout" Target="../slideLayouts/slideLayout53.xml"/><Relationship Id="rId71" Type="http://schemas.openxmlformats.org/officeDocument/2006/relationships/tags" Target="../tags/tag164.xml"/><Relationship Id="rId92" Type="http://schemas.openxmlformats.org/officeDocument/2006/relationships/tags" Target="../tags/tag185.xml"/><Relationship Id="rId2" Type="http://schemas.openxmlformats.org/officeDocument/2006/relationships/slideLayout" Target="../slideLayouts/slideLayout48.xml"/><Relationship Id="rId29" Type="http://schemas.openxmlformats.org/officeDocument/2006/relationships/slideLayout" Target="../slideLayouts/slideLayout75.xml"/><Relationship Id="rId24" Type="http://schemas.openxmlformats.org/officeDocument/2006/relationships/slideLayout" Target="../slideLayouts/slideLayout70.xml"/><Relationship Id="rId40" Type="http://schemas.openxmlformats.org/officeDocument/2006/relationships/tags" Target="../tags/tag133.xml"/><Relationship Id="rId45" Type="http://schemas.openxmlformats.org/officeDocument/2006/relationships/tags" Target="../tags/tag138.xml"/><Relationship Id="rId66" Type="http://schemas.openxmlformats.org/officeDocument/2006/relationships/tags" Target="../tags/tag159.xml"/><Relationship Id="rId87" Type="http://schemas.openxmlformats.org/officeDocument/2006/relationships/tags" Target="../tags/tag180.xml"/><Relationship Id="rId110" Type="http://schemas.openxmlformats.org/officeDocument/2006/relationships/tags" Target="../tags/tag203.xml"/><Relationship Id="rId115" Type="http://schemas.openxmlformats.org/officeDocument/2006/relationships/tags" Target="../tags/tag208.xml"/><Relationship Id="rId131" Type="http://schemas.openxmlformats.org/officeDocument/2006/relationships/tags" Target="../tags/tag224.xml"/><Relationship Id="rId136" Type="http://schemas.openxmlformats.org/officeDocument/2006/relationships/tags" Target="../tags/tag229.xml"/><Relationship Id="rId61" Type="http://schemas.openxmlformats.org/officeDocument/2006/relationships/tags" Target="../tags/tag154.xml"/><Relationship Id="rId82" Type="http://schemas.openxmlformats.org/officeDocument/2006/relationships/tags" Target="../tags/tag175.xml"/><Relationship Id="rId152" Type="http://schemas.openxmlformats.org/officeDocument/2006/relationships/tags" Target="../tags/tag245.xml"/><Relationship Id="rId19" Type="http://schemas.openxmlformats.org/officeDocument/2006/relationships/slideLayout" Target="../slideLayouts/slideLayout65.xml"/><Relationship Id="rId14" Type="http://schemas.openxmlformats.org/officeDocument/2006/relationships/slideLayout" Target="../slideLayouts/slideLayout60.xml"/><Relationship Id="rId30" Type="http://schemas.openxmlformats.org/officeDocument/2006/relationships/slideLayout" Target="../slideLayouts/slideLayout76.xml"/><Relationship Id="rId35" Type="http://schemas.openxmlformats.org/officeDocument/2006/relationships/tags" Target="../tags/tag128.xml"/><Relationship Id="rId56" Type="http://schemas.openxmlformats.org/officeDocument/2006/relationships/tags" Target="../tags/tag149.xml"/><Relationship Id="rId77" Type="http://schemas.openxmlformats.org/officeDocument/2006/relationships/tags" Target="../tags/tag170.xml"/><Relationship Id="rId100" Type="http://schemas.openxmlformats.org/officeDocument/2006/relationships/tags" Target="../tags/tag193.xml"/><Relationship Id="rId105" Type="http://schemas.openxmlformats.org/officeDocument/2006/relationships/tags" Target="../tags/tag198.xml"/><Relationship Id="rId126" Type="http://schemas.openxmlformats.org/officeDocument/2006/relationships/tags" Target="../tags/tag219.xml"/><Relationship Id="rId147" Type="http://schemas.openxmlformats.org/officeDocument/2006/relationships/tags" Target="../tags/tag240.xml"/><Relationship Id="rId8" Type="http://schemas.openxmlformats.org/officeDocument/2006/relationships/slideLayout" Target="../slideLayouts/slideLayout54.xml"/><Relationship Id="rId51" Type="http://schemas.openxmlformats.org/officeDocument/2006/relationships/tags" Target="../tags/tag144.xml"/><Relationship Id="rId72" Type="http://schemas.openxmlformats.org/officeDocument/2006/relationships/tags" Target="../tags/tag165.xml"/><Relationship Id="rId93" Type="http://schemas.openxmlformats.org/officeDocument/2006/relationships/tags" Target="../tags/tag186.xml"/><Relationship Id="rId98" Type="http://schemas.openxmlformats.org/officeDocument/2006/relationships/tags" Target="../tags/tag191.xml"/><Relationship Id="rId121" Type="http://schemas.openxmlformats.org/officeDocument/2006/relationships/tags" Target="../tags/tag214.xml"/><Relationship Id="rId142" Type="http://schemas.openxmlformats.org/officeDocument/2006/relationships/tags" Target="../tags/tag235.xml"/><Relationship Id="rId3" Type="http://schemas.openxmlformats.org/officeDocument/2006/relationships/slideLayout" Target="../slideLayouts/slideLayout49.xml"/><Relationship Id="rId25" Type="http://schemas.openxmlformats.org/officeDocument/2006/relationships/slideLayout" Target="../slideLayouts/slideLayout71.xml"/><Relationship Id="rId46" Type="http://schemas.openxmlformats.org/officeDocument/2006/relationships/tags" Target="../tags/tag139.xml"/><Relationship Id="rId67" Type="http://schemas.openxmlformats.org/officeDocument/2006/relationships/tags" Target="../tags/tag160.xml"/><Relationship Id="rId116" Type="http://schemas.openxmlformats.org/officeDocument/2006/relationships/tags" Target="../tags/tag209.xml"/><Relationship Id="rId137" Type="http://schemas.openxmlformats.org/officeDocument/2006/relationships/tags" Target="../tags/tag230.xml"/><Relationship Id="rId20" Type="http://schemas.openxmlformats.org/officeDocument/2006/relationships/slideLayout" Target="../slideLayouts/slideLayout66.xml"/><Relationship Id="rId41" Type="http://schemas.openxmlformats.org/officeDocument/2006/relationships/tags" Target="../tags/tag134.xml"/><Relationship Id="rId62" Type="http://schemas.openxmlformats.org/officeDocument/2006/relationships/tags" Target="../tags/tag155.xml"/><Relationship Id="rId83" Type="http://schemas.openxmlformats.org/officeDocument/2006/relationships/tags" Target="../tags/tag176.xml"/><Relationship Id="rId88" Type="http://schemas.openxmlformats.org/officeDocument/2006/relationships/tags" Target="../tags/tag181.xml"/><Relationship Id="rId111" Type="http://schemas.openxmlformats.org/officeDocument/2006/relationships/tags" Target="../tags/tag204.xml"/><Relationship Id="rId132" Type="http://schemas.openxmlformats.org/officeDocument/2006/relationships/tags" Target="../tags/tag225.xml"/><Relationship Id="rId153" Type="http://schemas.openxmlformats.org/officeDocument/2006/relationships/tags" Target="../tags/tag246.xml"/><Relationship Id="rId15" Type="http://schemas.openxmlformats.org/officeDocument/2006/relationships/slideLayout" Target="../slideLayouts/slideLayout61.xml"/><Relationship Id="rId36" Type="http://schemas.openxmlformats.org/officeDocument/2006/relationships/tags" Target="../tags/tag129.xml"/><Relationship Id="rId57" Type="http://schemas.openxmlformats.org/officeDocument/2006/relationships/tags" Target="../tags/tag150.xml"/><Relationship Id="rId106" Type="http://schemas.openxmlformats.org/officeDocument/2006/relationships/tags" Target="../tags/tag199.xml"/><Relationship Id="rId127" Type="http://schemas.openxmlformats.org/officeDocument/2006/relationships/tags" Target="../tags/tag220.xml"/><Relationship Id="rId10" Type="http://schemas.openxmlformats.org/officeDocument/2006/relationships/slideLayout" Target="../slideLayouts/slideLayout56.xml"/><Relationship Id="rId31" Type="http://schemas.openxmlformats.org/officeDocument/2006/relationships/theme" Target="../theme/theme2.xml"/><Relationship Id="rId52" Type="http://schemas.openxmlformats.org/officeDocument/2006/relationships/tags" Target="../tags/tag145.xml"/><Relationship Id="rId73" Type="http://schemas.openxmlformats.org/officeDocument/2006/relationships/tags" Target="../tags/tag166.xml"/><Relationship Id="rId78" Type="http://schemas.openxmlformats.org/officeDocument/2006/relationships/tags" Target="../tags/tag171.xml"/><Relationship Id="rId94" Type="http://schemas.openxmlformats.org/officeDocument/2006/relationships/tags" Target="../tags/tag187.xml"/><Relationship Id="rId99" Type="http://schemas.openxmlformats.org/officeDocument/2006/relationships/tags" Target="../tags/tag192.xml"/><Relationship Id="rId101" Type="http://schemas.openxmlformats.org/officeDocument/2006/relationships/tags" Target="../tags/tag194.xml"/><Relationship Id="rId122" Type="http://schemas.openxmlformats.org/officeDocument/2006/relationships/tags" Target="../tags/tag215.xml"/><Relationship Id="rId143" Type="http://schemas.openxmlformats.org/officeDocument/2006/relationships/tags" Target="../tags/tag236.xml"/><Relationship Id="rId148" Type="http://schemas.openxmlformats.org/officeDocument/2006/relationships/tags" Target="../tags/tag241.xml"/><Relationship Id="rId4" Type="http://schemas.openxmlformats.org/officeDocument/2006/relationships/slideLayout" Target="../slideLayouts/slideLayout50.xml"/><Relationship Id="rId9" Type="http://schemas.openxmlformats.org/officeDocument/2006/relationships/slideLayout" Target="../slideLayouts/slideLayout55.xml"/><Relationship Id="rId26" Type="http://schemas.openxmlformats.org/officeDocument/2006/relationships/slideLayout" Target="../slideLayouts/slideLayout72.xml"/><Relationship Id="rId47" Type="http://schemas.openxmlformats.org/officeDocument/2006/relationships/tags" Target="../tags/tag140.xml"/><Relationship Id="rId68" Type="http://schemas.openxmlformats.org/officeDocument/2006/relationships/tags" Target="../tags/tag161.xml"/><Relationship Id="rId89" Type="http://schemas.openxmlformats.org/officeDocument/2006/relationships/tags" Target="../tags/tag182.xml"/><Relationship Id="rId112" Type="http://schemas.openxmlformats.org/officeDocument/2006/relationships/tags" Target="../tags/tag205.xml"/><Relationship Id="rId133" Type="http://schemas.openxmlformats.org/officeDocument/2006/relationships/tags" Target="../tags/tag226.xml"/><Relationship Id="rId154" Type="http://schemas.openxmlformats.org/officeDocument/2006/relationships/tags" Target="../tags/tag247.xml"/><Relationship Id="rId16" Type="http://schemas.openxmlformats.org/officeDocument/2006/relationships/slideLayout" Target="../slideLayouts/slideLayout62.xml"/><Relationship Id="rId37" Type="http://schemas.openxmlformats.org/officeDocument/2006/relationships/tags" Target="../tags/tag130.xml"/><Relationship Id="rId58" Type="http://schemas.openxmlformats.org/officeDocument/2006/relationships/tags" Target="../tags/tag151.xml"/><Relationship Id="rId79" Type="http://schemas.openxmlformats.org/officeDocument/2006/relationships/tags" Target="../tags/tag172.xml"/><Relationship Id="rId102" Type="http://schemas.openxmlformats.org/officeDocument/2006/relationships/tags" Target="../tags/tag195.xml"/><Relationship Id="rId123" Type="http://schemas.openxmlformats.org/officeDocument/2006/relationships/tags" Target="../tags/tag216.xml"/><Relationship Id="rId144" Type="http://schemas.openxmlformats.org/officeDocument/2006/relationships/tags" Target="../tags/tag237.xml"/><Relationship Id="rId90" Type="http://schemas.openxmlformats.org/officeDocument/2006/relationships/tags" Target="../tags/tag183.xml"/></Relationships>
</file>

<file path=ppt/slideMasters/_rels/slideMaster3.xml.rels><?xml version="1.0" encoding="UTF-8" standalone="yes"?>
<Relationships xmlns="http://schemas.openxmlformats.org/package/2006/relationships"><Relationship Id="rId117" Type="http://schemas.openxmlformats.org/officeDocument/2006/relationships/tags" Target="../tags/tag326.xml"/><Relationship Id="rId21" Type="http://schemas.openxmlformats.org/officeDocument/2006/relationships/slideLayout" Target="../slideLayouts/slideLayout97.xml"/><Relationship Id="rId42" Type="http://schemas.openxmlformats.org/officeDocument/2006/relationships/tags" Target="../tags/tag251.xml"/><Relationship Id="rId63" Type="http://schemas.openxmlformats.org/officeDocument/2006/relationships/tags" Target="../tags/tag272.xml"/><Relationship Id="rId84" Type="http://schemas.openxmlformats.org/officeDocument/2006/relationships/tags" Target="../tags/tag293.xml"/><Relationship Id="rId138" Type="http://schemas.openxmlformats.org/officeDocument/2006/relationships/tags" Target="../tags/tag347.xml"/><Relationship Id="rId159" Type="http://schemas.openxmlformats.org/officeDocument/2006/relationships/tags" Target="../tags/tag368.xml"/><Relationship Id="rId107" Type="http://schemas.openxmlformats.org/officeDocument/2006/relationships/tags" Target="../tags/tag316.xml"/><Relationship Id="rId11" Type="http://schemas.openxmlformats.org/officeDocument/2006/relationships/slideLayout" Target="../slideLayouts/slideLayout87.xml"/><Relationship Id="rId32" Type="http://schemas.openxmlformats.org/officeDocument/2006/relationships/slideLayout" Target="../slideLayouts/slideLayout108.xml"/><Relationship Id="rId53" Type="http://schemas.openxmlformats.org/officeDocument/2006/relationships/tags" Target="../tags/tag262.xml"/><Relationship Id="rId74" Type="http://schemas.openxmlformats.org/officeDocument/2006/relationships/tags" Target="../tags/tag283.xml"/><Relationship Id="rId128" Type="http://schemas.openxmlformats.org/officeDocument/2006/relationships/tags" Target="../tags/tag337.xml"/><Relationship Id="rId149" Type="http://schemas.openxmlformats.org/officeDocument/2006/relationships/tags" Target="../tags/tag358.xml"/><Relationship Id="rId5" Type="http://schemas.openxmlformats.org/officeDocument/2006/relationships/slideLayout" Target="../slideLayouts/slideLayout81.xml"/><Relationship Id="rId95" Type="http://schemas.openxmlformats.org/officeDocument/2006/relationships/tags" Target="../tags/tag304.xml"/><Relationship Id="rId160" Type="http://schemas.openxmlformats.org/officeDocument/2006/relationships/tags" Target="../tags/tag369.xml"/><Relationship Id="rId22" Type="http://schemas.openxmlformats.org/officeDocument/2006/relationships/slideLayout" Target="../slideLayouts/slideLayout98.xml"/><Relationship Id="rId43" Type="http://schemas.openxmlformats.org/officeDocument/2006/relationships/tags" Target="../tags/tag252.xml"/><Relationship Id="rId64" Type="http://schemas.openxmlformats.org/officeDocument/2006/relationships/tags" Target="../tags/tag273.xml"/><Relationship Id="rId118" Type="http://schemas.openxmlformats.org/officeDocument/2006/relationships/tags" Target="../tags/tag327.xml"/><Relationship Id="rId139" Type="http://schemas.openxmlformats.org/officeDocument/2006/relationships/tags" Target="../tags/tag348.xml"/><Relationship Id="rId85" Type="http://schemas.openxmlformats.org/officeDocument/2006/relationships/tags" Target="../tags/tag294.xml"/><Relationship Id="rId150" Type="http://schemas.openxmlformats.org/officeDocument/2006/relationships/tags" Target="../tags/tag359.xml"/><Relationship Id="rId12" Type="http://schemas.openxmlformats.org/officeDocument/2006/relationships/slideLayout" Target="../slideLayouts/slideLayout88.xml"/><Relationship Id="rId17" Type="http://schemas.openxmlformats.org/officeDocument/2006/relationships/slideLayout" Target="../slideLayouts/slideLayout93.xml"/><Relationship Id="rId33" Type="http://schemas.openxmlformats.org/officeDocument/2006/relationships/slideLayout" Target="../slideLayouts/slideLayout109.xml"/><Relationship Id="rId38" Type="http://schemas.openxmlformats.org/officeDocument/2006/relationships/theme" Target="../theme/theme3.xml"/><Relationship Id="rId59" Type="http://schemas.openxmlformats.org/officeDocument/2006/relationships/tags" Target="../tags/tag268.xml"/><Relationship Id="rId103" Type="http://schemas.openxmlformats.org/officeDocument/2006/relationships/tags" Target="../tags/tag312.xml"/><Relationship Id="rId108" Type="http://schemas.openxmlformats.org/officeDocument/2006/relationships/tags" Target="../tags/tag317.xml"/><Relationship Id="rId124" Type="http://schemas.openxmlformats.org/officeDocument/2006/relationships/tags" Target="../tags/tag333.xml"/><Relationship Id="rId129" Type="http://schemas.openxmlformats.org/officeDocument/2006/relationships/tags" Target="../tags/tag338.xml"/><Relationship Id="rId54" Type="http://schemas.openxmlformats.org/officeDocument/2006/relationships/tags" Target="../tags/tag263.xml"/><Relationship Id="rId70" Type="http://schemas.openxmlformats.org/officeDocument/2006/relationships/tags" Target="../tags/tag279.xml"/><Relationship Id="rId75" Type="http://schemas.openxmlformats.org/officeDocument/2006/relationships/tags" Target="../tags/tag284.xml"/><Relationship Id="rId91" Type="http://schemas.openxmlformats.org/officeDocument/2006/relationships/tags" Target="../tags/tag300.xml"/><Relationship Id="rId96" Type="http://schemas.openxmlformats.org/officeDocument/2006/relationships/tags" Target="../tags/tag305.xml"/><Relationship Id="rId140" Type="http://schemas.openxmlformats.org/officeDocument/2006/relationships/tags" Target="../tags/tag349.xml"/><Relationship Id="rId145" Type="http://schemas.openxmlformats.org/officeDocument/2006/relationships/tags" Target="../tags/tag354.xml"/><Relationship Id="rId161" Type="http://schemas.openxmlformats.org/officeDocument/2006/relationships/tags" Target="../tags/tag370.xml"/><Relationship Id="rId1" Type="http://schemas.openxmlformats.org/officeDocument/2006/relationships/slideLayout" Target="../slideLayouts/slideLayout77.xml"/><Relationship Id="rId6" Type="http://schemas.openxmlformats.org/officeDocument/2006/relationships/slideLayout" Target="../slideLayouts/slideLayout82.xml"/><Relationship Id="rId23" Type="http://schemas.openxmlformats.org/officeDocument/2006/relationships/slideLayout" Target="../slideLayouts/slideLayout99.xml"/><Relationship Id="rId28" Type="http://schemas.openxmlformats.org/officeDocument/2006/relationships/slideLayout" Target="../slideLayouts/slideLayout104.xml"/><Relationship Id="rId49" Type="http://schemas.openxmlformats.org/officeDocument/2006/relationships/tags" Target="../tags/tag258.xml"/><Relationship Id="rId114" Type="http://schemas.openxmlformats.org/officeDocument/2006/relationships/tags" Target="../tags/tag323.xml"/><Relationship Id="rId119" Type="http://schemas.openxmlformats.org/officeDocument/2006/relationships/tags" Target="../tags/tag328.xml"/><Relationship Id="rId44" Type="http://schemas.openxmlformats.org/officeDocument/2006/relationships/tags" Target="../tags/tag253.xml"/><Relationship Id="rId60" Type="http://schemas.openxmlformats.org/officeDocument/2006/relationships/tags" Target="../tags/tag269.xml"/><Relationship Id="rId65" Type="http://schemas.openxmlformats.org/officeDocument/2006/relationships/tags" Target="../tags/tag274.xml"/><Relationship Id="rId81" Type="http://schemas.openxmlformats.org/officeDocument/2006/relationships/tags" Target="../tags/tag290.xml"/><Relationship Id="rId86" Type="http://schemas.openxmlformats.org/officeDocument/2006/relationships/tags" Target="../tags/tag295.xml"/><Relationship Id="rId130" Type="http://schemas.openxmlformats.org/officeDocument/2006/relationships/tags" Target="../tags/tag339.xml"/><Relationship Id="rId135" Type="http://schemas.openxmlformats.org/officeDocument/2006/relationships/tags" Target="../tags/tag344.xml"/><Relationship Id="rId151" Type="http://schemas.openxmlformats.org/officeDocument/2006/relationships/tags" Target="../tags/tag360.xml"/><Relationship Id="rId156" Type="http://schemas.openxmlformats.org/officeDocument/2006/relationships/tags" Target="../tags/tag365.xml"/><Relationship Id="rId13" Type="http://schemas.openxmlformats.org/officeDocument/2006/relationships/slideLayout" Target="../slideLayouts/slideLayout89.xml"/><Relationship Id="rId18" Type="http://schemas.openxmlformats.org/officeDocument/2006/relationships/slideLayout" Target="../slideLayouts/slideLayout94.xml"/><Relationship Id="rId39" Type="http://schemas.openxmlformats.org/officeDocument/2006/relationships/tags" Target="../tags/tag248.xml"/><Relationship Id="rId109" Type="http://schemas.openxmlformats.org/officeDocument/2006/relationships/tags" Target="../tags/tag318.xml"/><Relationship Id="rId34" Type="http://schemas.openxmlformats.org/officeDocument/2006/relationships/slideLayout" Target="../slideLayouts/slideLayout110.xml"/><Relationship Id="rId50" Type="http://schemas.openxmlformats.org/officeDocument/2006/relationships/tags" Target="../tags/tag259.xml"/><Relationship Id="rId55" Type="http://schemas.openxmlformats.org/officeDocument/2006/relationships/tags" Target="../tags/tag264.xml"/><Relationship Id="rId76" Type="http://schemas.openxmlformats.org/officeDocument/2006/relationships/tags" Target="../tags/tag285.xml"/><Relationship Id="rId97" Type="http://schemas.openxmlformats.org/officeDocument/2006/relationships/tags" Target="../tags/tag306.xml"/><Relationship Id="rId104" Type="http://schemas.openxmlformats.org/officeDocument/2006/relationships/tags" Target="../tags/tag313.xml"/><Relationship Id="rId120" Type="http://schemas.openxmlformats.org/officeDocument/2006/relationships/tags" Target="../tags/tag329.xml"/><Relationship Id="rId125" Type="http://schemas.openxmlformats.org/officeDocument/2006/relationships/tags" Target="../tags/tag334.xml"/><Relationship Id="rId141" Type="http://schemas.openxmlformats.org/officeDocument/2006/relationships/tags" Target="../tags/tag350.xml"/><Relationship Id="rId146" Type="http://schemas.openxmlformats.org/officeDocument/2006/relationships/tags" Target="../tags/tag355.xml"/><Relationship Id="rId7" Type="http://schemas.openxmlformats.org/officeDocument/2006/relationships/slideLayout" Target="../slideLayouts/slideLayout83.xml"/><Relationship Id="rId71" Type="http://schemas.openxmlformats.org/officeDocument/2006/relationships/tags" Target="../tags/tag280.xml"/><Relationship Id="rId92" Type="http://schemas.openxmlformats.org/officeDocument/2006/relationships/tags" Target="../tags/tag301.xml"/><Relationship Id="rId162" Type="http://schemas.openxmlformats.org/officeDocument/2006/relationships/tags" Target="../tags/tag371.xml"/><Relationship Id="rId2" Type="http://schemas.openxmlformats.org/officeDocument/2006/relationships/slideLayout" Target="../slideLayouts/slideLayout78.xml"/><Relationship Id="rId29" Type="http://schemas.openxmlformats.org/officeDocument/2006/relationships/slideLayout" Target="../slideLayouts/slideLayout105.xml"/><Relationship Id="rId24" Type="http://schemas.openxmlformats.org/officeDocument/2006/relationships/slideLayout" Target="../slideLayouts/slideLayout100.xml"/><Relationship Id="rId40" Type="http://schemas.openxmlformats.org/officeDocument/2006/relationships/tags" Target="../tags/tag249.xml"/><Relationship Id="rId45" Type="http://schemas.openxmlformats.org/officeDocument/2006/relationships/tags" Target="../tags/tag254.xml"/><Relationship Id="rId66" Type="http://schemas.openxmlformats.org/officeDocument/2006/relationships/tags" Target="../tags/tag275.xml"/><Relationship Id="rId87" Type="http://schemas.openxmlformats.org/officeDocument/2006/relationships/tags" Target="../tags/tag296.xml"/><Relationship Id="rId110" Type="http://schemas.openxmlformats.org/officeDocument/2006/relationships/tags" Target="../tags/tag319.xml"/><Relationship Id="rId115" Type="http://schemas.openxmlformats.org/officeDocument/2006/relationships/tags" Target="../tags/tag324.xml"/><Relationship Id="rId131" Type="http://schemas.openxmlformats.org/officeDocument/2006/relationships/tags" Target="../tags/tag340.xml"/><Relationship Id="rId136" Type="http://schemas.openxmlformats.org/officeDocument/2006/relationships/tags" Target="../tags/tag345.xml"/><Relationship Id="rId157" Type="http://schemas.openxmlformats.org/officeDocument/2006/relationships/tags" Target="../tags/tag366.xml"/><Relationship Id="rId61" Type="http://schemas.openxmlformats.org/officeDocument/2006/relationships/tags" Target="../tags/tag270.xml"/><Relationship Id="rId82" Type="http://schemas.openxmlformats.org/officeDocument/2006/relationships/tags" Target="../tags/tag291.xml"/><Relationship Id="rId152" Type="http://schemas.openxmlformats.org/officeDocument/2006/relationships/tags" Target="../tags/tag361.xml"/><Relationship Id="rId19" Type="http://schemas.openxmlformats.org/officeDocument/2006/relationships/slideLayout" Target="../slideLayouts/slideLayout95.xml"/><Relationship Id="rId14" Type="http://schemas.openxmlformats.org/officeDocument/2006/relationships/slideLayout" Target="../slideLayouts/slideLayout90.xml"/><Relationship Id="rId30" Type="http://schemas.openxmlformats.org/officeDocument/2006/relationships/slideLayout" Target="../slideLayouts/slideLayout106.xml"/><Relationship Id="rId35" Type="http://schemas.openxmlformats.org/officeDocument/2006/relationships/slideLayout" Target="../slideLayouts/slideLayout111.xml"/><Relationship Id="rId56" Type="http://schemas.openxmlformats.org/officeDocument/2006/relationships/tags" Target="../tags/tag265.xml"/><Relationship Id="rId77" Type="http://schemas.openxmlformats.org/officeDocument/2006/relationships/tags" Target="../tags/tag286.xml"/><Relationship Id="rId100" Type="http://schemas.openxmlformats.org/officeDocument/2006/relationships/tags" Target="../tags/tag309.xml"/><Relationship Id="rId105" Type="http://schemas.openxmlformats.org/officeDocument/2006/relationships/tags" Target="../tags/tag314.xml"/><Relationship Id="rId126" Type="http://schemas.openxmlformats.org/officeDocument/2006/relationships/tags" Target="../tags/tag335.xml"/><Relationship Id="rId147" Type="http://schemas.openxmlformats.org/officeDocument/2006/relationships/tags" Target="../tags/tag356.xml"/><Relationship Id="rId8" Type="http://schemas.openxmlformats.org/officeDocument/2006/relationships/slideLayout" Target="../slideLayouts/slideLayout84.xml"/><Relationship Id="rId51" Type="http://schemas.openxmlformats.org/officeDocument/2006/relationships/tags" Target="../tags/tag260.xml"/><Relationship Id="rId72" Type="http://schemas.openxmlformats.org/officeDocument/2006/relationships/tags" Target="../tags/tag281.xml"/><Relationship Id="rId93" Type="http://schemas.openxmlformats.org/officeDocument/2006/relationships/tags" Target="../tags/tag302.xml"/><Relationship Id="rId98" Type="http://schemas.openxmlformats.org/officeDocument/2006/relationships/tags" Target="../tags/tag307.xml"/><Relationship Id="rId121" Type="http://schemas.openxmlformats.org/officeDocument/2006/relationships/tags" Target="../tags/tag330.xml"/><Relationship Id="rId142" Type="http://schemas.openxmlformats.org/officeDocument/2006/relationships/tags" Target="../tags/tag351.xml"/><Relationship Id="rId163" Type="http://schemas.openxmlformats.org/officeDocument/2006/relationships/oleObject" Target="../embeddings/oleObject1.bin"/><Relationship Id="rId3" Type="http://schemas.openxmlformats.org/officeDocument/2006/relationships/slideLayout" Target="../slideLayouts/slideLayout79.xml"/><Relationship Id="rId25" Type="http://schemas.openxmlformats.org/officeDocument/2006/relationships/slideLayout" Target="../slideLayouts/slideLayout101.xml"/><Relationship Id="rId46" Type="http://schemas.openxmlformats.org/officeDocument/2006/relationships/tags" Target="../tags/tag255.xml"/><Relationship Id="rId67" Type="http://schemas.openxmlformats.org/officeDocument/2006/relationships/tags" Target="../tags/tag276.xml"/><Relationship Id="rId116" Type="http://schemas.openxmlformats.org/officeDocument/2006/relationships/tags" Target="../tags/tag325.xml"/><Relationship Id="rId137" Type="http://schemas.openxmlformats.org/officeDocument/2006/relationships/tags" Target="../tags/tag346.xml"/><Relationship Id="rId158" Type="http://schemas.openxmlformats.org/officeDocument/2006/relationships/tags" Target="../tags/tag367.xml"/><Relationship Id="rId20" Type="http://schemas.openxmlformats.org/officeDocument/2006/relationships/slideLayout" Target="../slideLayouts/slideLayout96.xml"/><Relationship Id="rId41" Type="http://schemas.openxmlformats.org/officeDocument/2006/relationships/tags" Target="../tags/tag250.xml"/><Relationship Id="rId62" Type="http://schemas.openxmlformats.org/officeDocument/2006/relationships/tags" Target="../tags/tag271.xml"/><Relationship Id="rId83" Type="http://schemas.openxmlformats.org/officeDocument/2006/relationships/tags" Target="../tags/tag292.xml"/><Relationship Id="rId88" Type="http://schemas.openxmlformats.org/officeDocument/2006/relationships/tags" Target="../tags/tag297.xml"/><Relationship Id="rId111" Type="http://schemas.openxmlformats.org/officeDocument/2006/relationships/tags" Target="../tags/tag320.xml"/><Relationship Id="rId132" Type="http://schemas.openxmlformats.org/officeDocument/2006/relationships/tags" Target="../tags/tag341.xml"/><Relationship Id="rId153" Type="http://schemas.openxmlformats.org/officeDocument/2006/relationships/tags" Target="../tags/tag362.xml"/><Relationship Id="rId15" Type="http://schemas.openxmlformats.org/officeDocument/2006/relationships/slideLayout" Target="../slideLayouts/slideLayout91.xml"/><Relationship Id="rId36" Type="http://schemas.openxmlformats.org/officeDocument/2006/relationships/slideLayout" Target="../slideLayouts/slideLayout112.xml"/><Relationship Id="rId57" Type="http://schemas.openxmlformats.org/officeDocument/2006/relationships/tags" Target="../tags/tag266.xml"/><Relationship Id="rId106" Type="http://schemas.openxmlformats.org/officeDocument/2006/relationships/tags" Target="../tags/tag315.xml"/><Relationship Id="rId127" Type="http://schemas.openxmlformats.org/officeDocument/2006/relationships/tags" Target="../tags/tag336.xml"/><Relationship Id="rId10" Type="http://schemas.openxmlformats.org/officeDocument/2006/relationships/slideLayout" Target="../slideLayouts/slideLayout86.xml"/><Relationship Id="rId31" Type="http://schemas.openxmlformats.org/officeDocument/2006/relationships/slideLayout" Target="../slideLayouts/slideLayout107.xml"/><Relationship Id="rId52" Type="http://schemas.openxmlformats.org/officeDocument/2006/relationships/tags" Target="../tags/tag261.xml"/><Relationship Id="rId73" Type="http://schemas.openxmlformats.org/officeDocument/2006/relationships/tags" Target="../tags/tag282.xml"/><Relationship Id="rId78" Type="http://schemas.openxmlformats.org/officeDocument/2006/relationships/tags" Target="../tags/tag287.xml"/><Relationship Id="rId94" Type="http://schemas.openxmlformats.org/officeDocument/2006/relationships/tags" Target="../tags/tag303.xml"/><Relationship Id="rId99" Type="http://schemas.openxmlformats.org/officeDocument/2006/relationships/tags" Target="../tags/tag308.xml"/><Relationship Id="rId101" Type="http://schemas.openxmlformats.org/officeDocument/2006/relationships/tags" Target="../tags/tag310.xml"/><Relationship Id="rId122" Type="http://schemas.openxmlformats.org/officeDocument/2006/relationships/tags" Target="../tags/tag331.xml"/><Relationship Id="rId143" Type="http://schemas.openxmlformats.org/officeDocument/2006/relationships/tags" Target="../tags/tag352.xml"/><Relationship Id="rId148" Type="http://schemas.openxmlformats.org/officeDocument/2006/relationships/tags" Target="../tags/tag357.xml"/><Relationship Id="rId164" Type="http://schemas.openxmlformats.org/officeDocument/2006/relationships/image" Target="../media/image33.emf"/><Relationship Id="rId4" Type="http://schemas.openxmlformats.org/officeDocument/2006/relationships/slideLayout" Target="../slideLayouts/slideLayout80.xml"/><Relationship Id="rId9" Type="http://schemas.openxmlformats.org/officeDocument/2006/relationships/slideLayout" Target="../slideLayouts/slideLayout85.xml"/><Relationship Id="rId26" Type="http://schemas.openxmlformats.org/officeDocument/2006/relationships/slideLayout" Target="../slideLayouts/slideLayout102.xml"/><Relationship Id="rId47" Type="http://schemas.openxmlformats.org/officeDocument/2006/relationships/tags" Target="../tags/tag256.xml"/><Relationship Id="rId68" Type="http://schemas.openxmlformats.org/officeDocument/2006/relationships/tags" Target="../tags/tag277.xml"/><Relationship Id="rId89" Type="http://schemas.openxmlformats.org/officeDocument/2006/relationships/tags" Target="../tags/tag298.xml"/><Relationship Id="rId112" Type="http://schemas.openxmlformats.org/officeDocument/2006/relationships/tags" Target="../tags/tag321.xml"/><Relationship Id="rId133" Type="http://schemas.openxmlformats.org/officeDocument/2006/relationships/tags" Target="../tags/tag342.xml"/><Relationship Id="rId154" Type="http://schemas.openxmlformats.org/officeDocument/2006/relationships/tags" Target="../tags/tag363.xml"/><Relationship Id="rId16" Type="http://schemas.openxmlformats.org/officeDocument/2006/relationships/slideLayout" Target="../slideLayouts/slideLayout92.xml"/><Relationship Id="rId37" Type="http://schemas.openxmlformats.org/officeDocument/2006/relationships/slideLayout" Target="../slideLayouts/slideLayout113.xml"/><Relationship Id="rId58" Type="http://schemas.openxmlformats.org/officeDocument/2006/relationships/tags" Target="../tags/tag267.xml"/><Relationship Id="rId79" Type="http://schemas.openxmlformats.org/officeDocument/2006/relationships/tags" Target="../tags/tag288.xml"/><Relationship Id="rId102" Type="http://schemas.openxmlformats.org/officeDocument/2006/relationships/tags" Target="../tags/tag311.xml"/><Relationship Id="rId123" Type="http://schemas.openxmlformats.org/officeDocument/2006/relationships/tags" Target="../tags/tag332.xml"/><Relationship Id="rId144" Type="http://schemas.openxmlformats.org/officeDocument/2006/relationships/tags" Target="../tags/tag353.xml"/><Relationship Id="rId90" Type="http://schemas.openxmlformats.org/officeDocument/2006/relationships/tags" Target="../tags/tag299.xml"/><Relationship Id="rId27" Type="http://schemas.openxmlformats.org/officeDocument/2006/relationships/slideLayout" Target="../slideLayouts/slideLayout103.xml"/><Relationship Id="rId48" Type="http://schemas.openxmlformats.org/officeDocument/2006/relationships/tags" Target="../tags/tag257.xml"/><Relationship Id="rId69" Type="http://schemas.openxmlformats.org/officeDocument/2006/relationships/tags" Target="../tags/tag278.xml"/><Relationship Id="rId113" Type="http://schemas.openxmlformats.org/officeDocument/2006/relationships/tags" Target="../tags/tag322.xml"/><Relationship Id="rId134" Type="http://schemas.openxmlformats.org/officeDocument/2006/relationships/tags" Target="../tags/tag343.xml"/><Relationship Id="rId80" Type="http://schemas.openxmlformats.org/officeDocument/2006/relationships/tags" Target="../tags/tag289.xml"/><Relationship Id="rId155" Type="http://schemas.openxmlformats.org/officeDocument/2006/relationships/tags" Target="../tags/tag36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21.xml"/><Relationship Id="rId13" Type="http://schemas.openxmlformats.org/officeDocument/2006/relationships/slideLayout" Target="../slideLayouts/slideLayout126.xml"/><Relationship Id="rId18" Type="http://schemas.openxmlformats.org/officeDocument/2006/relationships/slideLayout" Target="../slideLayouts/slideLayout131.xml"/><Relationship Id="rId3" Type="http://schemas.openxmlformats.org/officeDocument/2006/relationships/slideLayout" Target="../slideLayouts/slideLayout116.xml"/><Relationship Id="rId21" Type="http://schemas.openxmlformats.org/officeDocument/2006/relationships/oleObject" Target="../embeddings/oleObject4.bin"/><Relationship Id="rId7" Type="http://schemas.openxmlformats.org/officeDocument/2006/relationships/slideLayout" Target="../slideLayouts/slideLayout120.xml"/><Relationship Id="rId12" Type="http://schemas.openxmlformats.org/officeDocument/2006/relationships/slideLayout" Target="../slideLayouts/slideLayout125.xml"/><Relationship Id="rId17" Type="http://schemas.openxmlformats.org/officeDocument/2006/relationships/slideLayout" Target="../slideLayouts/slideLayout130.xml"/><Relationship Id="rId2" Type="http://schemas.openxmlformats.org/officeDocument/2006/relationships/slideLayout" Target="../slideLayouts/slideLayout115.xml"/><Relationship Id="rId16" Type="http://schemas.openxmlformats.org/officeDocument/2006/relationships/slideLayout" Target="../slideLayouts/slideLayout129.xml"/><Relationship Id="rId20" Type="http://schemas.openxmlformats.org/officeDocument/2006/relationships/tags" Target="../tags/tag374.xml"/><Relationship Id="rId1" Type="http://schemas.openxmlformats.org/officeDocument/2006/relationships/slideLayout" Target="../slideLayouts/slideLayout114.xml"/><Relationship Id="rId6" Type="http://schemas.openxmlformats.org/officeDocument/2006/relationships/slideLayout" Target="../slideLayouts/slideLayout119.xml"/><Relationship Id="rId11" Type="http://schemas.openxmlformats.org/officeDocument/2006/relationships/slideLayout" Target="../slideLayouts/slideLayout124.xml"/><Relationship Id="rId5" Type="http://schemas.openxmlformats.org/officeDocument/2006/relationships/slideLayout" Target="../slideLayouts/slideLayout118.xml"/><Relationship Id="rId15" Type="http://schemas.openxmlformats.org/officeDocument/2006/relationships/slideLayout" Target="../slideLayouts/slideLayout128.xml"/><Relationship Id="rId10" Type="http://schemas.openxmlformats.org/officeDocument/2006/relationships/slideLayout" Target="../slideLayouts/slideLayout123.xml"/><Relationship Id="rId19" Type="http://schemas.openxmlformats.org/officeDocument/2006/relationships/theme" Target="../theme/theme4.xml"/><Relationship Id="rId4" Type="http://schemas.openxmlformats.org/officeDocument/2006/relationships/slideLayout" Target="../slideLayouts/slideLayout117.xml"/><Relationship Id="rId9" Type="http://schemas.openxmlformats.org/officeDocument/2006/relationships/slideLayout" Target="../slideLayouts/slideLayout122.xml"/><Relationship Id="rId14" Type="http://schemas.openxmlformats.org/officeDocument/2006/relationships/slideLayout" Target="../slideLayouts/slideLayout127.xml"/><Relationship Id="rId22" Type="http://schemas.openxmlformats.org/officeDocument/2006/relationships/image" Target="../media/image44.emf"/></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39.xml"/><Relationship Id="rId13" Type="http://schemas.openxmlformats.org/officeDocument/2006/relationships/slideLayout" Target="../slideLayouts/slideLayout144.xml"/><Relationship Id="rId18" Type="http://schemas.openxmlformats.org/officeDocument/2006/relationships/tags" Target="../tags/tag379.xml"/><Relationship Id="rId3" Type="http://schemas.openxmlformats.org/officeDocument/2006/relationships/slideLayout" Target="../slideLayouts/slideLayout134.xml"/><Relationship Id="rId21" Type="http://schemas.openxmlformats.org/officeDocument/2006/relationships/image" Target="../media/image53.emf"/><Relationship Id="rId7" Type="http://schemas.openxmlformats.org/officeDocument/2006/relationships/slideLayout" Target="../slideLayouts/slideLayout138.xml"/><Relationship Id="rId12" Type="http://schemas.openxmlformats.org/officeDocument/2006/relationships/slideLayout" Target="../slideLayouts/slideLayout143.xml"/><Relationship Id="rId17" Type="http://schemas.openxmlformats.org/officeDocument/2006/relationships/theme" Target="../theme/theme5.xml"/><Relationship Id="rId2" Type="http://schemas.openxmlformats.org/officeDocument/2006/relationships/slideLayout" Target="../slideLayouts/slideLayout133.xml"/><Relationship Id="rId16" Type="http://schemas.openxmlformats.org/officeDocument/2006/relationships/slideLayout" Target="../slideLayouts/slideLayout147.xml"/><Relationship Id="rId20" Type="http://schemas.openxmlformats.org/officeDocument/2006/relationships/oleObject" Target="../embeddings/oleObject8.bin"/><Relationship Id="rId1" Type="http://schemas.openxmlformats.org/officeDocument/2006/relationships/slideLayout" Target="../slideLayouts/slideLayout132.xml"/><Relationship Id="rId6" Type="http://schemas.openxmlformats.org/officeDocument/2006/relationships/slideLayout" Target="../slideLayouts/slideLayout137.xml"/><Relationship Id="rId11" Type="http://schemas.openxmlformats.org/officeDocument/2006/relationships/slideLayout" Target="../slideLayouts/slideLayout142.xml"/><Relationship Id="rId5" Type="http://schemas.openxmlformats.org/officeDocument/2006/relationships/slideLayout" Target="../slideLayouts/slideLayout136.xml"/><Relationship Id="rId15" Type="http://schemas.openxmlformats.org/officeDocument/2006/relationships/slideLayout" Target="../slideLayouts/slideLayout146.xml"/><Relationship Id="rId10" Type="http://schemas.openxmlformats.org/officeDocument/2006/relationships/slideLayout" Target="../slideLayouts/slideLayout141.xml"/><Relationship Id="rId19" Type="http://schemas.openxmlformats.org/officeDocument/2006/relationships/image" Target="../media/image52.png"/><Relationship Id="rId4" Type="http://schemas.openxmlformats.org/officeDocument/2006/relationships/slideLayout" Target="../slideLayouts/slideLayout135.xml"/><Relationship Id="rId9" Type="http://schemas.openxmlformats.org/officeDocument/2006/relationships/slideLayout" Target="../slideLayouts/slideLayout140.xml"/><Relationship Id="rId14" Type="http://schemas.openxmlformats.org/officeDocument/2006/relationships/slideLayout" Target="../slideLayouts/slideLayout145.xml"/></Relationships>
</file>

<file path=ppt/slideMasters/_rels/slideMaster6.xml.rels><?xml version="1.0" encoding="UTF-8" standalone="yes"?>
<Relationships xmlns="http://schemas.openxmlformats.org/package/2006/relationships"><Relationship Id="rId117" Type="http://schemas.openxmlformats.org/officeDocument/2006/relationships/tags" Target="../tags/tag467.xml"/><Relationship Id="rId21" Type="http://schemas.openxmlformats.org/officeDocument/2006/relationships/slideLayout" Target="../slideLayouts/slideLayout168.xml"/><Relationship Id="rId42" Type="http://schemas.openxmlformats.org/officeDocument/2006/relationships/tags" Target="../tags/tag392.xml"/><Relationship Id="rId63" Type="http://schemas.openxmlformats.org/officeDocument/2006/relationships/tags" Target="../tags/tag413.xml"/><Relationship Id="rId84" Type="http://schemas.openxmlformats.org/officeDocument/2006/relationships/tags" Target="../tags/tag434.xml"/><Relationship Id="rId138" Type="http://schemas.openxmlformats.org/officeDocument/2006/relationships/tags" Target="../tags/tag488.xml"/><Relationship Id="rId107" Type="http://schemas.openxmlformats.org/officeDocument/2006/relationships/tags" Target="../tags/tag457.xml"/><Relationship Id="rId11" Type="http://schemas.openxmlformats.org/officeDocument/2006/relationships/slideLayout" Target="../slideLayouts/slideLayout158.xml"/><Relationship Id="rId32" Type="http://schemas.openxmlformats.org/officeDocument/2006/relationships/tags" Target="../tags/tag382.xml"/><Relationship Id="rId53" Type="http://schemas.openxmlformats.org/officeDocument/2006/relationships/tags" Target="../tags/tag403.xml"/><Relationship Id="rId74" Type="http://schemas.openxmlformats.org/officeDocument/2006/relationships/tags" Target="../tags/tag424.xml"/><Relationship Id="rId128" Type="http://schemas.openxmlformats.org/officeDocument/2006/relationships/tags" Target="../tags/tag478.xml"/><Relationship Id="rId149" Type="http://schemas.openxmlformats.org/officeDocument/2006/relationships/tags" Target="../tags/tag499.xml"/><Relationship Id="rId5" Type="http://schemas.openxmlformats.org/officeDocument/2006/relationships/slideLayout" Target="../slideLayouts/slideLayout152.xml"/><Relationship Id="rId95" Type="http://schemas.openxmlformats.org/officeDocument/2006/relationships/tags" Target="../tags/tag445.xml"/><Relationship Id="rId22" Type="http://schemas.openxmlformats.org/officeDocument/2006/relationships/slideLayout" Target="../slideLayouts/slideLayout169.xml"/><Relationship Id="rId27" Type="http://schemas.openxmlformats.org/officeDocument/2006/relationships/slideLayout" Target="../slideLayouts/slideLayout174.xml"/><Relationship Id="rId43" Type="http://schemas.openxmlformats.org/officeDocument/2006/relationships/tags" Target="../tags/tag393.xml"/><Relationship Id="rId48" Type="http://schemas.openxmlformats.org/officeDocument/2006/relationships/tags" Target="../tags/tag398.xml"/><Relationship Id="rId64" Type="http://schemas.openxmlformats.org/officeDocument/2006/relationships/tags" Target="../tags/tag414.xml"/><Relationship Id="rId69" Type="http://schemas.openxmlformats.org/officeDocument/2006/relationships/tags" Target="../tags/tag419.xml"/><Relationship Id="rId113" Type="http://schemas.openxmlformats.org/officeDocument/2006/relationships/tags" Target="../tags/tag463.xml"/><Relationship Id="rId118" Type="http://schemas.openxmlformats.org/officeDocument/2006/relationships/tags" Target="../tags/tag468.xml"/><Relationship Id="rId134" Type="http://schemas.openxmlformats.org/officeDocument/2006/relationships/tags" Target="../tags/tag484.xml"/><Relationship Id="rId139" Type="http://schemas.openxmlformats.org/officeDocument/2006/relationships/tags" Target="../tags/tag489.xml"/><Relationship Id="rId80" Type="http://schemas.openxmlformats.org/officeDocument/2006/relationships/tags" Target="../tags/tag430.xml"/><Relationship Id="rId85" Type="http://schemas.openxmlformats.org/officeDocument/2006/relationships/tags" Target="../tags/tag435.xml"/><Relationship Id="rId150" Type="http://schemas.openxmlformats.org/officeDocument/2006/relationships/tags" Target="../tags/tag500.xml"/><Relationship Id="rId12" Type="http://schemas.openxmlformats.org/officeDocument/2006/relationships/slideLayout" Target="../slideLayouts/slideLayout159.xml"/><Relationship Id="rId17" Type="http://schemas.openxmlformats.org/officeDocument/2006/relationships/slideLayout" Target="../slideLayouts/slideLayout164.xml"/><Relationship Id="rId33" Type="http://schemas.openxmlformats.org/officeDocument/2006/relationships/tags" Target="../tags/tag383.xml"/><Relationship Id="rId38" Type="http://schemas.openxmlformats.org/officeDocument/2006/relationships/tags" Target="../tags/tag388.xml"/><Relationship Id="rId59" Type="http://schemas.openxmlformats.org/officeDocument/2006/relationships/tags" Target="../tags/tag409.xml"/><Relationship Id="rId103" Type="http://schemas.openxmlformats.org/officeDocument/2006/relationships/tags" Target="../tags/tag453.xml"/><Relationship Id="rId108" Type="http://schemas.openxmlformats.org/officeDocument/2006/relationships/tags" Target="../tags/tag458.xml"/><Relationship Id="rId124" Type="http://schemas.openxmlformats.org/officeDocument/2006/relationships/tags" Target="../tags/tag474.xml"/><Relationship Id="rId129" Type="http://schemas.openxmlformats.org/officeDocument/2006/relationships/tags" Target="../tags/tag479.xml"/><Relationship Id="rId54" Type="http://schemas.openxmlformats.org/officeDocument/2006/relationships/tags" Target="../tags/tag404.xml"/><Relationship Id="rId70" Type="http://schemas.openxmlformats.org/officeDocument/2006/relationships/tags" Target="../tags/tag420.xml"/><Relationship Id="rId75" Type="http://schemas.openxmlformats.org/officeDocument/2006/relationships/tags" Target="../tags/tag425.xml"/><Relationship Id="rId91" Type="http://schemas.openxmlformats.org/officeDocument/2006/relationships/tags" Target="../tags/tag441.xml"/><Relationship Id="rId96" Type="http://schemas.openxmlformats.org/officeDocument/2006/relationships/tags" Target="../tags/tag446.xml"/><Relationship Id="rId140" Type="http://schemas.openxmlformats.org/officeDocument/2006/relationships/tags" Target="../tags/tag490.xml"/><Relationship Id="rId145" Type="http://schemas.openxmlformats.org/officeDocument/2006/relationships/tags" Target="../tags/tag495.xml"/><Relationship Id="rId1" Type="http://schemas.openxmlformats.org/officeDocument/2006/relationships/slideLayout" Target="../slideLayouts/slideLayout148.xml"/><Relationship Id="rId6" Type="http://schemas.openxmlformats.org/officeDocument/2006/relationships/slideLayout" Target="../slideLayouts/slideLayout153.xml"/><Relationship Id="rId23" Type="http://schemas.openxmlformats.org/officeDocument/2006/relationships/slideLayout" Target="../slideLayouts/slideLayout170.xml"/><Relationship Id="rId28" Type="http://schemas.openxmlformats.org/officeDocument/2006/relationships/slideLayout" Target="../slideLayouts/slideLayout175.xml"/><Relationship Id="rId49" Type="http://schemas.openxmlformats.org/officeDocument/2006/relationships/tags" Target="../tags/tag399.xml"/><Relationship Id="rId114" Type="http://schemas.openxmlformats.org/officeDocument/2006/relationships/tags" Target="../tags/tag464.xml"/><Relationship Id="rId119" Type="http://schemas.openxmlformats.org/officeDocument/2006/relationships/tags" Target="../tags/tag469.xml"/><Relationship Id="rId44" Type="http://schemas.openxmlformats.org/officeDocument/2006/relationships/tags" Target="../tags/tag394.xml"/><Relationship Id="rId60" Type="http://schemas.openxmlformats.org/officeDocument/2006/relationships/tags" Target="../tags/tag410.xml"/><Relationship Id="rId65" Type="http://schemas.openxmlformats.org/officeDocument/2006/relationships/tags" Target="../tags/tag415.xml"/><Relationship Id="rId81" Type="http://schemas.openxmlformats.org/officeDocument/2006/relationships/tags" Target="../tags/tag431.xml"/><Relationship Id="rId86" Type="http://schemas.openxmlformats.org/officeDocument/2006/relationships/tags" Target="../tags/tag436.xml"/><Relationship Id="rId130" Type="http://schemas.openxmlformats.org/officeDocument/2006/relationships/tags" Target="../tags/tag480.xml"/><Relationship Id="rId135" Type="http://schemas.openxmlformats.org/officeDocument/2006/relationships/tags" Target="../tags/tag485.xml"/><Relationship Id="rId151" Type="http://schemas.openxmlformats.org/officeDocument/2006/relationships/tags" Target="../tags/tag501.xml"/><Relationship Id="rId13" Type="http://schemas.openxmlformats.org/officeDocument/2006/relationships/slideLayout" Target="../slideLayouts/slideLayout160.xml"/><Relationship Id="rId18" Type="http://schemas.openxmlformats.org/officeDocument/2006/relationships/slideLayout" Target="../slideLayouts/slideLayout165.xml"/><Relationship Id="rId39" Type="http://schemas.openxmlformats.org/officeDocument/2006/relationships/tags" Target="../tags/tag389.xml"/><Relationship Id="rId109" Type="http://schemas.openxmlformats.org/officeDocument/2006/relationships/tags" Target="../tags/tag459.xml"/><Relationship Id="rId34" Type="http://schemas.openxmlformats.org/officeDocument/2006/relationships/tags" Target="../tags/tag384.xml"/><Relationship Id="rId50" Type="http://schemas.openxmlformats.org/officeDocument/2006/relationships/tags" Target="../tags/tag400.xml"/><Relationship Id="rId55" Type="http://schemas.openxmlformats.org/officeDocument/2006/relationships/tags" Target="../tags/tag405.xml"/><Relationship Id="rId76" Type="http://schemas.openxmlformats.org/officeDocument/2006/relationships/tags" Target="../tags/tag426.xml"/><Relationship Id="rId97" Type="http://schemas.openxmlformats.org/officeDocument/2006/relationships/tags" Target="../tags/tag447.xml"/><Relationship Id="rId104" Type="http://schemas.openxmlformats.org/officeDocument/2006/relationships/tags" Target="../tags/tag454.xml"/><Relationship Id="rId120" Type="http://schemas.openxmlformats.org/officeDocument/2006/relationships/tags" Target="../tags/tag470.xml"/><Relationship Id="rId125" Type="http://schemas.openxmlformats.org/officeDocument/2006/relationships/tags" Target="../tags/tag475.xml"/><Relationship Id="rId141" Type="http://schemas.openxmlformats.org/officeDocument/2006/relationships/tags" Target="../tags/tag491.xml"/><Relationship Id="rId146" Type="http://schemas.openxmlformats.org/officeDocument/2006/relationships/tags" Target="../tags/tag496.xml"/><Relationship Id="rId7" Type="http://schemas.openxmlformats.org/officeDocument/2006/relationships/slideLayout" Target="../slideLayouts/slideLayout154.xml"/><Relationship Id="rId71" Type="http://schemas.openxmlformats.org/officeDocument/2006/relationships/tags" Target="../tags/tag421.xml"/><Relationship Id="rId92" Type="http://schemas.openxmlformats.org/officeDocument/2006/relationships/tags" Target="../tags/tag442.xml"/><Relationship Id="rId2" Type="http://schemas.openxmlformats.org/officeDocument/2006/relationships/slideLayout" Target="../slideLayouts/slideLayout149.xml"/><Relationship Id="rId29" Type="http://schemas.openxmlformats.org/officeDocument/2006/relationships/theme" Target="../theme/theme6.xml"/><Relationship Id="rId24" Type="http://schemas.openxmlformats.org/officeDocument/2006/relationships/slideLayout" Target="../slideLayouts/slideLayout171.xml"/><Relationship Id="rId40" Type="http://schemas.openxmlformats.org/officeDocument/2006/relationships/tags" Target="../tags/tag390.xml"/><Relationship Id="rId45" Type="http://schemas.openxmlformats.org/officeDocument/2006/relationships/tags" Target="../tags/tag395.xml"/><Relationship Id="rId66" Type="http://schemas.openxmlformats.org/officeDocument/2006/relationships/tags" Target="../tags/tag416.xml"/><Relationship Id="rId87" Type="http://schemas.openxmlformats.org/officeDocument/2006/relationships/tags" Target="../tags/tag437.xml"/><Relationship Id="rId110" Type="http://schemas.openxmlformats.org/officeDocument/2006/relationships/tags" Target="../tags/tag460.xml"/><Relationship Id="rId115" Type="http://schemas.openxmlformats.org/officeDocument/2006/relationships/tags" Target="../tags/tag465.xml"/><Relationship Id="rId131" Type="http://schemas.openxmlformats.org/officeDocument/2006/relationships/tags" Target="../tags/tag481.xml"/><Relationship Id="rId136" Type="http://schemas.openxmlformats.org/officeDocument/2006/relationships/tags" Target="../tags/tag486.xml"/><Relationship Id="rId61" Type="http://schemas.openxmlformats.org/officeDocument/2006/relationships/tags" Target="../tags/tag411.xml"/><Relationship Id="rId82" Type="http://schemas.openxmlformats.org/officeDocument/2006/relationships/tags" Target="../tags/tag432.xml"/><Relationship Id="rId152" Type="http://schemas.openxmlformats.org/officeDocument/2006/relationships/tags" Target="../tags/tag502.xml"/><Relationship Id="rId19" Type="http://schemas.openxmlformats.org/officeDocument/2006/relationships/slideLayout" Target="../slideLayouts/slideLayout166.xml"/><Relationship Id="rId14" Type="http://schemas.openxmlformats.org/officeDocument/2006/relationships/slideLayout" Target="../slideLayouts/slideLayout161.xml"/><Relationship Id="rId30" Type="http://schemas.openxmlformats.org/officeDocument/2006/relationships/tags" Target="../tags/tag380.xml"/><Relationship Id="rId35" Type="http://schemas.openxmlformats.org/officeDocument/2006/relationships/tags" Target="../tags/tag385.xml"/><Relationship Id="rId56" Type="http://schemas.openxmlformats.org/officeDocument/2006/relationships/tags" Target="../tags/tag406.xml"/><Relationship Id="rId77" Type="http://schemas.openxmlformats.org/officeDocument/2006/relationships/tags" Target="../tags/tag427.xml"/><Relationship Id="rId100" Type="http://schemas.openxmlformats.org/officeDocument/2006/relationships/tags" Target="../tags/tag450.xml"/><Relationship Id="rId105" Type="http://schemas.openxmlformats.org/officeDocument/2006/relationships/tags" Target="../tags/tag455.xml"/><Relationship Id="rId126" Type="http://schemas.openxmlformats.org/officeDocument/2006/relationships/tags" Target="../tags/tag476.xml"/><Relationship Id="rId147" Type="http://schemas.openxmlformats.org/officeDocument/2006/relationships/tags" Target="../tags/tag497.xml"/><Relationship Id="rId8" Type="http://schemas.openxmlformats.org/officeDocument/2006/relationships/slideLayout" Target="../slideLayouts/slideLayout155.xml"/><Relationship Id="rId51" Type="http://schemas.openxmlformats.org/officeDocument/2006/relationships/tags" Target="../tags/tag401.xml"/><Relationship Id="rId72" Type="http://schemas.openxmlformats.org/officeDocument/2006/relationships/tags" Target="../tags/tag422.xml"/><Relationship Id="rId93" Type="http://schemas.openxmlformats.org/officeDocument/2006/relationships/tags" Target="../tags/tag443.xml"/><Relationship Id="rId98" Type="http://schemas.openxmlformats.org/officeDocument/2006/relationships/tags" Target="../tags/tag448.xml"/><Relationship Id="rId121" Type="http://schemas.openxmlformats.org/officeDocument/2006/relationships/tags" Target="../tags/tag471.xml"/><Relationship Id="rId142" Type="http://schemas.openxmlformats.org/officeDocument/2006/relationships/tags" Target="../tags/tag492.xml"/><Relationship Id="rId3" Type="http://schemas.openxmlformats.org/officeDocument/2006/relationships/slideLayout" Target="../slideLayouts/slideLayout150.xml"/><Relationship Id="rId25" Type="http://schemas.openxmlformats.org/officeDocument/2006/relationships/slideLayout" Target="../slideLayouts/slideLayout172.xml"/><Relationship Id="rId46" Type="http://schemas.openxmlformats.org/officeDocument/2006/relationships/tags" Target="../tags/tag396.xml"/><Relationship Id="rId67" Type="http://schemas.openxmlformats.org/officeDocument/2006/relationships/tags" Target="../tags/tag417.xml"/><Relationship Id="rId116" Type="http://schemas.openxmlformats.org/officeDocument/2006/relationships/tags" Target="../tags/tag466.xml"/><Relationship Id="rId137" Type="http://schemas.openxmlformats.org/officeDocument/2006/relationships/tags" Target="../tags/tag487.xml"/><Relationship Id="rId20" Type="http://schemas.openxmlformats.org/officeDocument/2006/relationships/slideLayout" Target="../slideLayouts/slideLayout167.xml"/><Relationship Id="rId41" Type="http://schemas.openxmlformats.org/officeDocument/2006/relationships/tags" Target="../tags/tag391.xml"/><Relationship Id="rId62" Type="http://schemas.openxmlformats.org/officeDocument/2006/relationships/tags" Target="../tags/tag412.xml"/><Relationship Id="rId83" Type="http://schemas.openxmlformats.org/officeDocument/2006/relationships/tags" Target="../tags/tag433.xml"/><Relationship Id="rId88" Type="http://schemas.openxmlformats.org/officeDocument/2006/relationships/tags" Target="../tags/tag438.xml"/><Relationship Id="rId111" Type="http://schemas.openxmlformats.org/officeDocument/2006/relationships/tags" Target="../tags/tag461.xml"/><Relationship Id="rId132" Type="http://schemas.openxmlformats.org/officeDocument/2006/relationships/tags" Target="../tags/tag482.xml"/><Relationship Id="rId15" Type="http://schemas.openxmlformats.org/officeDocument/2006/relationships/slideLayout" Target="../slideLayouts/slideLayout162.xml"/><Relationship Id="rId36" Type="http://schemas.openxmlformats.org/officeDocument/2006/relationships/tags" Target="../tags/tag386.xml"/><Relationship Id="rId57" Type="http://schemas.openxmlformats.org/officeDocument/2006/relationships/tags" Target="../tags/tag407.xml"/><Relationship Id="rId106" Type="http://schemas.openxmlformats.org/officeDocument/2006/relationships/tags" Target="../tags/tag456.xml"/><Relationship Id="rId127" Type="http://schemas.openxmlformats.org/officeDocument/2006/relationships/tags" Target="../tags/tag477.xml"/><Relationship Id="rId10" Type="http://schemas.openxmlformats.org/officeDocument/2006/relationships/slideLayout" Target="../slideLayouts/slideLayout157.xml"/><Relationship Id="rId31" Type="http://schemas.openxmlformats.org/officeDocument/2006/relationships/tags" Target="../tags/tag381.xml"/><Relationship Id="rId52" Type="http://schemas.openxmlformats.org/officeDocument/2006/relationships/tags" Target="../tags/tag402.xml"/><Relationship Id="rId73" Type="http://schemas.openxmlformats.org/officeDocument/2006/relationships/tags" Target="../tags/tag423.xml"/><Relationship Id="rId78" Type="http://schemas.openxmlformats.org/officeDocument/2006/relationships/tags" Target="../tags/tag428.xml"/><Relationship Id="rId94" Type="http://schemas.openxmlformats.org/officeDocument/2006/relationships/tags" Target="../tags/tag444.xml"/><Relationship Id="rId99" Type="http://schemas.openxmlformats.org/officeDocument/2006/relationships/tags" Target="../tags/tag449.xml"/><Relationship Id="rId101" Type="http://schemas.openxmlformats.org/officeDocument/2006/relationships/tags" Target="../tags/tag451.xml"/><Relationship Id="rId122" Type="http://schemas.openxmlformats.org/officeDocument/2006/relationships/tags" Target="../tags/tag472.xml"/><Relationship Id="rId143" Type="http://schemas.openxmlformats.org/officeDocument/2006/relationships/tags" Target="../tags/tag493.xml"/><Relationship Id="rId148" Type="http://schemas.openxmlformats.org/officeDocument/2006/relationships/tags" Target="../tags/tag498.xml"/><Relationship Id="rId4" Type="http://schemas.openxmlformats.org/officeDocument/2006/relationships/slideLayout" Target="../slideLayouts/slideLayout151.xml"/><Relationship Id="rId9" Type="http://schemas.openxmlformats.org/officeDocument/2006/relationships/slideLayout" Target="../slideLayouts/slideLayout156.xml"/><Relationship Id="rId26" Type="http://schemas.openxmlformats.org/officeDocument/2006/relationships/slideLayout" Target="../slideLayouts/slideLayout173.xml"/><Relationship Id="rId47" Type="http://schemas.openxmlformats.org/officeDocument/2006/relationships/tags" Target="../tags/tag397.xml"/><Relationship Id="rId68" Type="http://schemas.openxmlformats.org/officeDocument/2006/relationships/tags" Target="../tags/tag418.xml"/><Relationship Id="rId89" Type="http://schemas.openxmlformats.org/officeDocument/2006/relationships/tags" Target="../tags/tag439.xml"/><Relationship Id="rId112" Type="http://schemas.openxmlformats.org/officeDocument/2006/relationships/tags" Target="../tags/tag462.xml"/><Relationship Id="rId133" Type="http://schemas.openxmlformats.org/officeDocument/2006/relationships/tags" Target="../tags/tag483.xml"/><Relationship Id="rId16" Type="http://schemas.openxmlformats.org/officeDocument/2006/relationships/slideLayout" Target="../slideLayouts/slideLayout163.xml"/><Relationship Id="rId37" Type="http://schemas.openxmlformats.org/officeDocument/2006/relationships/tags" Target="../tags/tag387.xml"/><Relationship Id="rId58" Type="http://schemas.openxmlformats.org/officeDocument/2006/relationships/tags" Target="../tags/tag408.xml"/><Relationship Id="rId79" Type="http://schemas.openxmlformats.org/officeDocument/2006/relationships/tags" Target="../tags/tag429.xml"/><Relationship Id="rId102" Type="http://schemas.openxmlformats.org/officeDocument/2006/relationships/tags" Target="../tags/tag452.xml"/><Relationship Id="rId123" Type="http://schemas.openxmlformats.org/officeDocument/2006/relationships/tags" Target="../tags/tag473.xml"/><Relationship Id="rId144" Type="http://schemas.openxmlformats.org/officeDocument/2006/relationships/tags" Target="../tags/tag494.xml"/><Relationship Id="rId90" Type="http://schemas.openxmlformats.org/officeDocument/2006/relationships/tags" Target="../tags/tag440.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83.xml"/><Relationship Id="rId13" Type="http://schemas.openxmlformats.org/officeDocument/2006/relationships/slideLayout" Target="../slideLayouts/slideLayout188.xml"/><Relationship Id="rId18" Type="http://schemas.openxmlformats.org/officeDocument/2006/relationships/slideLayout" Target="../slideLayouts/slideLayout193.xml"/><Relationship Id="rId26" Type="http://schemas.openxmlformats.org/officeDocument/2006/relationships/slideLayout" Target="../slideLayouts/slideLayout201.xml"/><Relationship Id="rId3" Type="http://schemas.openxmlformats.org/officeDocument/2006/relationships/slideLayout" Target="../slideLayouts/slideLayout178.xml"/><Relationship Id="rId21" Type="http://schemas.openxmlformats.org/officeDocument/2006/relationships/slideLayout" Target="../slideLayouts/slideLayout196.xml"/><Relationship Id="rId7" Type="http://schemas.openxmlformats.org/officeDocument/2006/relationships/slideLayout" Target="../slideLayouts/slideLayout182.xml"/><Relationship Id="rId12" Type="http://schemas.openxmlformats.org/officeDocument/2006/relationships/slideLayout" Target="../slideLayouts/slideLayout187.xml"/><Relationship Id="rId17" Type="http://schemas.openxmlformats.org/officeDocument/2006/relationships/slideLayout" Target="../slideLayouts/slideLayout192.xml"/><Relationship Id="rId25" Type="http://schemas.openxmlformats.org/officeDocument/2006/relationships/slideLayout" Target="../slideLayouts/slideLayout200.xml"/><Relationship Id="rId2" Type="http://schemas.openxmlformats.org/officeDocument/2006/relationships/slideLayout" Target="../slideLayouts/slideLayout177.xml"/><Relationship Id="rId16" Type="http://schemas.openxmlformats.org/officeDocument/2006/relationships/slideLayout" Target="../slideLayouts/slideLayout191.xml"/><Relationship Id="rId20" Type="http://schemas.openxmlformats.org/officeDocument/2006/relationships/slideLayout" Target="../slideLayouts/slideLayout195.xml"/><Relationship Id="rId29" Type="http://schemas.openxmlformats.org/officeDocument/2006/relationships/theme" Target="../theme/theme7.xml"/><Relationship Id="rId1" Type="http://schemas.openxmlformats.org/officeDocument/2006/relationships/slideLayout" Target="../slideLayouts/slideLayout176.xml"/><Relationship Id="rId6" Type="http://schemas.openxmlformats.org/officeDocument/2006/relationships/slideLayout" Target="../slideLayouts/slideLayout181.xml"/><Relationship Id="rId11" Type="http://schemas.openxmlformats.org/officeDocument/2006/relationships/slideLayout" Target="../slideLayouts/slideLayout186.xml"/><Relationship Id="rId24" Type="http://schemas.openxmlformats.org/officeDocument/2006/relationships/slideLayout" Target="../slideLayouts/slideLayout199.xml"/><Relationship Id="rId32" Type="http://schemas.openxmlformats.org/officeDocument/2006/relationships/image" Target="../media/image42.emf"/><Relationship Id="rId5" Type="http://schemas.openxmlformats.org/officeDocument/2006/relationships/slideLayout" Target="../slideLayouts/slideLayout180.xml"/><Relationship Id="rId15" Type="http://schemas.openxmlformats.org/officeDocument/2006/relationships/slideLayout" Target="../slideLayouts/slideLayout190.xml"/><Relationship Id="rId23" Type="http://schemas.openxmlformats.org/officeDocument/2006/relationships/slideLayout" Target="../slideLayouts/slideLayout198.xml"/><Relationship Id="rId28" Type="http://schemas.openxmlformats.org/officeDocument/2006/relationships/slideLayout" Target="../slideLayouts/slideLayout203.xml"/><Relationship Id="rId10" Type="http://schemas.openxmlformats.org/officeDocument/2006/relationships/slideLayout" Target="../slideLayouts/slideLayout185.xml"/><Relationship Id="rId19" Type="http://schemas.openxmlformats.org/officeDocument/2006/relationships/slideLayout" Target="../slideLayouts/slideLayout194.xml"/><Relationship Id="rId31" Type="http://schemas.openxmlformats.org/officeDocument/2006/relationships/oleObject" Target="../embeddings/oleObject9.bin"/><Relationship Id="rId4" Type="http://schemas.openxmlformats.org/officeDocument/2006/relationships/slideLayout" Target="../slideLayouts/slideLayout179.xml"/><Relationship Id="rId9" Type="http://schemas.openxmlformats.org/officeDocument/2006/relationships/slideLayout" Target="../slideLayouts/slideLayout184.xml"/><Relationship Id="rId14" Type="http://schemas.openxmlformats.org/officeDocument/2006/relationships/slideLayout" Target="../slideLayouts/slideLayout189.xml"/><Relationship Id="rId22" Type="http://schemas.openxmlformats.org/officeDocument/2006/relationships/slideLayout" Target="../slideLayouts/slideLayout197.xml"/><Relationship Id="rId27" Type="http://schemas.openxmlformats.org/officeDocument/2006/relationships/slideLayout" Target="../slideLayouts/slideLayout202.xml"/><Relationship Id="rId30" Type="http://schemas.openxmlformats.org/officeDocument/2006/relationships/tags" Target="../tags/tag50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4" name="Slide numbe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
        <p:nvSpPr>
          <p:cNvPr id="3" name="Text Placeholder"/>
          <p:cNvSpPr>
            <a:spLocks noGrp="1"/>
          </p:cNvSpPr>
          <p:nvPr userDrawn="1">
            <p:ph type="body" idx="1"/>
          </p:nvPr>
        </p:nvSpPr>
        <p:spPr bwMode="black">
          <a:xfrm>
            <a:off x="504001" y="1548560"/>
            <a:ext cx="11186476" cy="4804615"/>
          </a:xfrm>
          <a:prstGeom prst="rect">
            <a:avLst/>
          </a:prstGeom>
        </p:spPr>
        <p:txBody>
          <a:bodyPr vert="horz" lIns="0" tIns="0" rIns="0" bIns="0" rtlCol="0">
            <a:noAutofit/>
          </a:bodyPr>
          <a:lstStyle/>
          <a:p>
            <a:pPr lvl="0"/>
            <a:r>
              <a:rPr lang="en-US"/>
              <a:t>Start typing to add text</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a:p>
            <a:pPr lvl="0"/>
            <a:endParaRPr lang="en-US" noProof="0"/>
          </a:p>
        </p:txBody>
      </p:sp>
      <p:sp>
        <p:nvSpPr>
          <p:cNvPr id="2" name="Title Placeholder"/>
          <p:cNvSpPr>
            <a:spLocks noGrp="1"/>
          </p:cNvSpPr>
          <p:nvPr userDrawn="1">
            <p:ph type="title"/>
          </p:nvPr>
        </p:nvSpPr>
        <p:spPr bwMode="black">
          <a:xfrm>
            <a:off x="504001" y="504000"/>
            <a:ext cx="11183174" cy="369332"/>
          </a:xfrm>
          <a:prstGeom prst="rect">
            <a:avLst/>
          </a:prstGeom>
        </p:spPr>
        <p:txBody>
          <a:bodyPr vert="horz" wrap="square" lIns="0" tIns="0" rIns="0" bIns="0" rtlCol="0" anchor="t" anchorCtr="0">
            <a:spAutoFit/>
          </a:bodyPr>
          <a:lstStyle/>
          <a:p>
            <a:r>
              <a:rPr lang="en-US" noProof="0"/>
              <a:t>Insert page title (sentence case)</a:t>
            </a:r>
          </a:p>
        </p:txBody>
      </p:sp>
      <p:grpSp>
        <p:nvGrpSpPr>
          <p:cNvPr id="6" name="Harvey 3" hidden="1">
            <a:extLst>
              <a:ext uri="{FF2B5EF4-FFF2-40B4-BE49-F238E27FC236}">
                <a16:creationId xmlns:a16="http://schemas.microsoft.com/office/drawing/2014/main" id="{B3E7C216-6801-4AB8-8D95-E7D60F39B210}"/>
              </a:ext>
            </a:extLst>
          </p:cNvPr>
          <p:cNvGrpSpPr>
            <a:grpSpLocks/>
          </p:cNvGrpSpPr>
          <p:nvPr userDrawn="1">
            <p:custDataLst>
              <p:tags r:id="rId48"/>
            </p:custDataLst>
          </p:nvPr>
        </p:nvGrpSpPr>
        <p:grpSpPr>
          <a:xfrm>
            <a:off x="3938798" y="3978000"/>
            <a:ext cx="1024878" cy="1024878"/>
            <a:chOff x="0" y="0"/>
            <a:chExt cx="914400" cy="914400"/>
          </a:xfrm>
          <a:solidFill>
            <a:schemeClr val="tx2"/>
          </a:solidFill>
        </p:grpSpPr>
        <p:sp>
          <p:nvSpPr>
            <p:cNvPr id="7" name="Harvey 0/3 [0]">
              <a:extLst>
                <a:ext uri="{FF2B5EF4-FFF2-40B4-BE49-F238E27FC236}">
                  <a16:creationId xmlns:a16="http://schemas.microsoft.com/office/drawing/2014/main" id="{FC8CECD5-A3FB-4DD5-A846-DC09FDB6EB04}"/>
                </a:ext>
              </a:extLst>
            </p:cNvPr>
            <p:cNvSpPr>
              <a:spLocks noChangeAspect="1"/>
            </p:cNvSpPr>
            <p:nvPr>
              <p:custDataLst>
                <p:tags r:id="rId167"/>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8" name="Harvey 1/3 [1]">
              <a:extLst>
                <a:ext uri="{FF2B5EF4-FFF2-40B4-BE49-F238E27FC236}">
                  <a16:creationId xmlns:a16="http://schemas.microsoft.com/office/drawing/2014/main" id="{750B853B-8389-4427-AFB9-1CE880FE9BEE}"/>
                </a:ext>
              </a:extLst>
            </p:cNvPr>
            <p:cNvSpPr>
              <a:spLocks noChangeAspect="1"/>
            </p:cNvSpPr>
            <p:nvPr>
              <p:custDataLst>
                <p:tags r:id="rId168"/>
              </p:custDataLst>
            </p:nvPr>
          </p:nvSpPr>
          <p:spPr>
            <a:xfrm>
              <a:off x="0" y="0"/>
              <a:ext cx="914400" cy="914400"/>
            </a:xfrm>
            <a:custGeom>
              <a:avLst/>
              <a:gdLst/>
              <a:ahLst/>
              <a:cxnLst/>
              <a:rect l="l" t="t" r="r" b="b"/>
              <a:pathLst>
                <a:path w="635000" h="635000">
                  <a:moveTo>
                    <a:pt x="317500" y="0"/>
                  </a:moveTo>
                  <a:arcTo wR="317500" hR="317500" stAng="16200000" swAng="7200000"/>
                  <a:lnTo>
                    <a:pt x="317500" y="317500"/>
                  </a:lnTo>
                  <a:close/>
                </a:path>
                <a:path w="635000" h="635000" fill="none">
                  <a:moveTo>
                    <a:pt x="592463" y="476249"/>
                  </a:moveTo>
                  <a:arcTo wR="317500" hR="317500" stAng="1800000" swAng="144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9" name="Harvey 2/3 [2]">
              <a:extLst>
                <a:ext uri="{FF2B5EF4-FFF2-40B4-BE49-F238E27FC236}">
                  <a16:creationId xmlns:a16="http://schemas.microsoft.com/office/drawing/2014/main" id="{0CA9A207-7055-4A72-8ED2-D82605C3D0C8}"/>
                </a:ext>
              </a:extLst>
            </p:cNvPr>
            <p:cNvSpPr>
              <a:spLocks noChangeAspect="1"/>
            </p:cNvSpPr>
            <p:nvPr>
              <p:custDataLst>
                <p:tags r:id="rId169"/>
              </p:custDataLst>
            </p:nvPr>
          </p:nvSpPr>
          <p:spPr>
            <a:xfrm>
              <a:off x="0" y="0"/>
              <a:ext cx="914400" cy="914400"/>
            </a:xfrm>
            <a:custGeom>
              <a:avLst/>
              <a:gdLst/>
              <a:ahLst/>
              <a:cxnLst/>
              <a:rect l="l" t="t" r="r" b="b"/>
              <a:pathLst>
                <a:path w="635000" h="635000">
                  <a:moveTo>
                    <a:pt x="317500" y="0"/>
                  </a:moveTo>
                  <a:arcTo wR="317500" hR="317500" stAng="16200000" swAng="14400000"/>
                  <a:lnTo>
                    <a:pt x="317500" y="317500"/>
                  </a:lnTo>
                  <a:close/>
                </a:path>
                <a:path w="635000" h="635000" fill="none">
                  <a:moveTo>
                    <a:pt x="42536" y="476250"/>
                  </a:moveTo>
                  <a:arcTo wR="317500" hR="317500" stAng="9000000" swAng="72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10" name="Harvey 3/3 [3]">
              <a:extLst>
                <a:ext uri="{FF2B5EF4-FFF2-40B4-BE49-F238E27FC236}">
                  <a16:creationId xmlns:a16="http://schemas.microsoft.com/office/drawing/2014/main" id="{4422C816-875A-41F5-9DC0-8DBAE4C5C6CB}"/>
                </a:ext>
              </a:extLst>
            </p:cNvPr>
            <p:cNvSpPr>
              <a:spLocks noChangeAspect="1"/>
            </p:cNvSpPr>
            <p:nvPr>
              <p:custDataLst>
                <p:tags r:id="rId170"/>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grpSp>
      <p:grpSp>
        <p:nvGrpSpPr>
          <p:cNvPr id="11" name="Harvey 4" hidden="1">
            <a:extLst>
              <a:ext uri="{FF2B5EF4-FFF2-40B4-BE49-F238E27FC236}">
                <a16:creationId xmlns:a16="http://schemas.microsoft.com/office/drawing/2014/main" id="{DDC5C333-7028-4F79-8940-98DC17723588}"/>
              </a:ext>
            </a:extLst>
          </p:cNvPr>
          <p:cNvGrpSpPr>
            <a:grpSpLocks/>
          </p:cNvGrpSpPr>
          <p:nvPr userDrawn="1">
            <p:custDataLst>
              <p:tags r:id="rId49"/>
            </p:custDataLst>
          </p:nvPr>
        </p:nvGrpSpPr>
        <p:grpSpPr>
          <a:xfrm>
            <a:off x="5391506" y="3978000"/>
            <a:ext cx="1024878" cy="1024878"/>
            <a:chOff x="0" y="0"/>
            <a:chExt cx="914400" cy="914400"/>
          </a:xfrm>
          <a:solidFill>
            <a:schemeClr val="tx2"/>
          </a:solidFill>
        </p:grpSpPr>
        <p:sp>
          <p:nvSpPr>
            <p:cNvPr id="13" name="Harvey 0/4 [0]">
              <a:extLst>
                <a:ext uri="{FF2B5EF4-FFF2-40B4-BE49-F238E27FC236}">
                  <a16:creationId xmlns:a16="http://schemas.microsoft.com/office/drawing/2014/main" id="{70B331E2-39A8-4BAF-8DDD-C631B51EB56E}"/>
                </a:ext>
              </a:extLst>
            </p:cNvPr>
            <p:cNvSpPr>
              <a:spLocks noChangeAspect="1"/>
            </p:cNvSpPr>
            <p:nvPr>
              <p:custDataLst>
                <p:tags r:id="rId162"/>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14" name="Harvey 1/4 [1]">
              <a:extLst>
                <a:ext uri="{FF2B5EF4-FFF2-40B4-BE49-F238E27FC236}">
                  <a16:creationId xmlns:a16="http://schemas.microsoft.com/office/drawing/2014/main" id="{47F66FBA-2801-4875-BD13-0BF512FC3C6A}"/>
                </a:ext>
              </a:extLst>
            </p:cNvPr>
            <p:cNvSpPr>
              <a:spLocks noChangeAspect="1"/>
            </p:cNvSpPr>
            <p:nvPr>
              <p:custDataLst>
                <p:tags r:id="rId163"/>
              </p:custDataLst>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15" name="Harvey 2/4 [2]">
              <a:extLst>
                <a:ext uri="{FF2B5EF4-FFF2-40B4-BE49-F238E27FC236}">
                  <a16:creationId xmlns:a16="http://schemas.microsoft.com/office/drawing/2014/main" id="{99673DAB-5272-45DC-B222-CA8CAA9FD2BB}"/>
                </a:ext>
              </a:extLst>
            </p:cNvPr>
            <p:cNvSpPr>
              <a:spLocks noChangeAspect="1"/>
            </p:cNvSpPr>
            <p:nvPr>
              <p:custDataLst>
                <p:tags r:id="rId164"/>
              </p:custDataLst>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16" name="Harvey 3/4 [3]">
              <a:extLst>
                <a:ext uri="{FF2B5EF4-FFF2-40B4-BE49-F238E27FC236}">
                  <a16:creationId xmlns:a16="http://schemas.microsoft.com/office/drawing/2014/main" id="{F9B9444B-C98D-45FC-BA92-881D06827328}"/>
                </a:ext>
              </a:extLst>
            </p:cNvPr>
            <p:cNvSpPr>
              <a:spLocks noChangeAspect="1"/>
            </p:cNvSpPr>
            <p:nvPr>
              <p:custDataLst>
                <p:tags r:id="rId165"/>
              </p:custDataLst>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17" name="Harvey 4/4 [4]">
              <a:extLst>
                <a:ext uri="{FF2B5EF4-FFF2-40B4-BE49-F238E27FC236}">
                  <a16:creationId xmlns:a16="http://schemas.microsoft.com/office/drawing/2014/main" id="{5FFB853D-F550-4F16-8269-A070A19E381C}"/>
                </a:ext>
              </a:extLst>
            </p:cNvPr>
            <p:cNvSpPr>
              <a:spLocks noChangeAspect="1"/>
            </p:cNvSpPr>
            <p:nvPr>
              <p:custDataLst>
                <p:tags r:id="rId166"/>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grpSp>
      <p:grpSp>
        <p:nvGrpSpPr>
          <p:cNvPr id="18" name="Harvey 8" hidden="1">
            <a:extLst>
              <a:ext uri="{FF2B5EF4-FFF2-40B4-BE49-F238E27FC236}">
                <a16:creationId xmlns:a16="http://schemas.microsoft.com/office/drawing/2014/main" id="{0630AB66-7B5F-41CE-A2EB-2EB4C67794AE}"/>
              </a:ext>
            </a:extLst>
          </p:cNvPr>
          <p:cNvGrpSpPr>
            <a:grpSpLocks/>
          </p:cNvGrpSpPr>
          <p:nvPr userDrawn="1">
            <p:custDataLst>
              <p:tags r:id="rId50"/>
            </p:custDataLst>
          </p:nvPr>
        </p:nvGrpSpPr>
        <p:grpSpPr>
          <a:xfrm>
            <a:off x="6844214" y="3978000"/>
            <a:ext cx="1024878" cy="1024878"/>
            <a:chOff x="0" y="0"/>
            <a:chExt cx="914400" cy="914400"/>
          </a:xfrm>
          <a:solidFill>
            <a:schemeClr val="tx2"/>
          </a:solidFill>
        </p:grpSpPr>
        <p:sp>
          <p:nvSpPr>
            <p:cNvPr id="19" name="Harvey 0/8 [0]">
              <a:extLst>
                <a:ext uri="{FF2B5EF4-FFF2-40B4-BE49-F238E27FC236}">
                  <a16:creationId xmlns:a16="http://schemas.microsoft.com/office/drawing/2014/main" id="{051D5678-1EFE-40CF-8563-B5E9EA35A271}"/>
                </a:ext>
              </a:extLst>
            </p:cNvPr>
            <p:cNvSpPr>
              <a:spLocks noChangeAspect="1"/>
            </p:cNvSpPr>
            <p:nvPr>
              <p:custDataLst>
                <p:tags r:id="rId153"/>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0" name="Harvey 1/8 [1]">
              <a:extLst>
                <a:ext uri="{FF2B5EF4-FFF2-40B4-BE49-F238E27FC236}">
                  <a16:creationId xmlns:a16="http://schemas.microsoft.com/office/drawing/2014/main" id="{E5DDEB4B-B8B3-42DA-AF30-4FD0A1770D91}"/>
                </a:ext>
              </a:extLst>
            </p:cNvPr>
            <p:cNvSpPr>
              <a:spLocks noChangeAspect="1"/>
            </p:cNvSpPr>
            <p:nvPr>
              <p:custDataLst>
                <p:tags r:id="rId154"/>
              </p:custDataLst>
            </p:nvPr>
          </p:nvSpPr>
          <p:spPr>
            <a:xfrm>
              <a:off x="0" y="0"/>
              <a:ext cx="914400" cy="914400"/>
            </a:xfrm>
            <a:custGeom>
              <a:avLst/>
              <a:gdLst/>
              <a:ahLst/>
              <a:cxnLst/>
              <a:rect l="l" t="t" r="r" b="b"/>
              <a:pathLst>
                <a:path w="635000" h="635000">
                  <a:moveTo>
                    <a:pt x="317500" y="0"/>
                  </a:moveTo>
                  <a:arcTo wR="317500" hR="317500" stAng="16200000" swAng="2700000"/>
                  <a:lnTo>
                    <a:pt x="317500" y="317500"/>
                  </a:lnTo>
                  <a:close/>
                </a:path>
                <a:path w="635000" h="635000" fill="none">
                  <a:moveTo>
                    <a:pt x="542006" y="92993"/>
                  </a:moveTo>
                  <a:arcTo wR="317500" hR="317500" stAng="-2700000" swAng="189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1" name="Harvey 2/8 [2]">
              <a:extLst>
                <a:ext uri="{FF2B5EF4-FFF2-40B4-BE49-F238E27FC236}">
                  <a16:creationId xmlns:a16="http://schemas.microsoft.com/office/drawing/2014/main" id="{FB9200C4-0418-4CEF-BBB8-18F997AD7CA8}"/>
                </a:ext>
              </a:extLst>
            </p:cNvPr>
            <p:cNvSpPr>
              <a:spLocks noChangeAspect="1"/>
            </p:cNvSpPr>
            <p:nvPr>
              <p:custDataLst>
                <p:tags r:id="rId155"/>
              </p:custDataLst>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2" name="Harvey 3/8 [3]">
              <a:extLst>
                <a:ext uri="{FF2B5EF4-FFF2-40B4-BE49-F238E27FC236}">
                  <a16:creationId xmlns:a16="http://schemas.microsoft.com/office/drawing/2014/main" id="{8E4DE7E8-0809-4E2E-BE6A-E989A6AEBF62}"/>
                </a:ext>
              </a:extLst>
            </p:cNvPr>
            <p:cNvSpPr>
              <a:spLocks noChangeAspect="1"/>
            </p:cNvSpPr>
            <p:nvPr>
              <p:custDataLst>
                <p:tags r:id="rId156"/>
              </p:custDataLst>
            </p:nvPr>
          </p:nvSpPr>
          <p:spPr>
            <a:xfrm>
              <a:off x="0" y="0"/>
              <a:ext cx="914400" cy="914400"/>
            </a:xfrm>
            <a:custGeom>
              <a:avLst/>
              <a:gdLst/>
              <a:ahLst/>
              <a:cxnLst/>
              <a:rect l="l" t="t" r="r" b="b"/>
              <a:pathLst>
                <a:path w="635000" h="635000">
                  <a:moveTo>
                    <a:pt x="317500" y="0"/>
                  </a:moveTo>
                  <a:arcTo wR="317500" hR="317500" stAng="16200000" swAng="8100000"/>
                  <a:lnTo>
                    <a:pt x="317500" y="317500"/>
                  </a:lnTo>
                  <a:close/>
                </a:path>
                <a:path w="635000" h="635000" fill="none">
                  <a:moveTo>
                    <a:pt x="542006" y="542006"/>
                  </a:moveTo>
                  <a:arcTo wR="317500" hR="317500" stAng="2700000" swAng="135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3" name="Harvey 4/8 [4]">
              <a:extLst>
                <a:ext uri="{FF2B5EF4-FFF2-40B4-BE49-F238E27FC236}">
                  <a16:creationId xmlns:a16="http://schemas.microsoft.com/office/drawing/2014/main" id="{F839E6A9-0DED-402B-8F4C-2176769B55CD}"/>
                </a:ext>
              </a:extLst>
            </p:cNvPr>
            <p:cNvSpPr>
              <a:spLocks noChangeAspect="1"/>
            </p:cNvSpPr>
            <p:nvPr>
              <p:custDataLst>
                <p:tags r:id="rId157"/>
              </p:custDataLst>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4" name="Harvey 5/8 [5]">
              <a:extLst>
                <a:ext uri="{FF2B5EF4-FFF2-40B4-BE49-F238E27FC236}">
                  <a16:creationId xmlns:a16="http://schemas.microsoft.com/office/drawing/2014/main" id="{C3EE8663-AD08-4237-8344-6543EC4B688C}"/>
                </a:ext>
              </a:extLst>
            </p:cNvPr>
            <p:cNvSpPr>
              <a:spLocks noChangeAspect="1"/>
            </p:cNvSpPr>
            <p:nvPr>
              <p:custDataLst>
                <p:tags r:id="rId158"/>
              </p:custDataLst>
            </p:nvPr>
          </p:nvSpPr>
          <p:spPr>
            <a:xfrm>
              <a:off x="0" y="0"/>
              <a:ext cx="914400" cy="914400"/>
            </a:xfrm>
            <a:custGeom>
              <a:avLst/>
              <a:gdLst/>
              <a:ahLst/>
              <a:cxnLst/>
              <a:rect l="l" t="t" r="r" b="b"/>
              <a:pathLst>
                <a:path w="635000" h="635000">
                  <a:moveTo>
                    <a:pt x="317500" y="0"/>
                  </a:moveTo>
                  <a:arcTo wR="317500" hR="317500" stAng="16200000" swAng="13500000"/>
                  <a:lnTo>
                    <a:pt x="317500" y="317500"/>
                  </a:lnTo>
                  <a:close/>
                </a:path>
                <a:path w="635000" h="635000" fill="none">
                  <a:moveTo>
                    <a:pt x="92993" y="542006"/>
                  </a:moveTo>
                  <a:arcTo wR="317500" hR="317500" stAng="8100000" swAng="81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5" name="Harvey 6/8 [6]">
              <a:extLst>
                <a:ext uri="{FF2B5EF4-FFF2-40B4-BE49-F238E27FC236}">
                  <a16:creationId xmlns:a16="http://schemas.microsoft.com/office/drawing/2014/main" id="{ADE6F931-D156-4E59-A3ED-0B14B5F0EF7E}"/>
                </a:ext>
              </a:extLst>
            </p:cNvPr>
            <p:cNvSpPr>
              <a:spLocks noChangeAspect="1"/>
            </p:cNvSpPr>
            <p:nvPr>
              <p:custDataLst>
                <p:tags r:id="rId159"/>
              </p:custDataLst>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6" name="Harvey 7/8 [7]">
              <a:extLst>
                <a:ext uri="{FF2B5EF4-FFF2-40B4-BE49-F238E27FC236}">
                  <a16:creationId xmlns:a16="http://schemas.microsoft.com/office/drawing/2014/main" id="{A36821AE-2FF1-4F6E-AAF3-1BEA6AE153B8}"/>
                </a:ext>
              </a:extLst>
            </p:cNvPr>
            <p:cNvSpPr>
              <a:spLocks noChangeAspect="1"/>
            </p:cNvSpPr>
            <p:nvPr>
              <p:custDataLst>
                <p:tags r:id="rId160"/>
              </p:custDataLst>
            </p:nvPr>
          </p:nvSpPr>
          <p:spPr>
            <a:xfrm>
              <a:off x="0" y="0"/>
              <a:ext cx="914400" cy="914400"/>
            </a:xfrm>
            <a:custGeom>
              <a:avLst/>
              <a:gdLst/>
              <a:ahLst/>
              <a:cxnLst/>
              <a:rect l="l" t="t" r="r" b="b"/>
              <a:pathLst>
                <a:path w="635000" h="635000">
                  <a:moveTo>
                    <a:pt x="317500" y="0"/>
                  </a:moveTo>
                  <a:arcTo wR="317500" hR="317500" stAng="16200000" swAng="18900000"/>
                  <a:lnTo>
                    <a:pt x="317500" y="317500"/>
                  </a:lnTo>
                  <a:close/>
                </a:path>
                <a:path w="635000" h="635000" fill="none">
                  <a:moveTo>
                    <a:pt x="92993" y="92993"/>
                  </a:moveTo>
                  <a:arcTo wR="317500" hR="317500" stAng="13500000" swAng="27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7" name="Harvey 8/8 [8]">
              <a:extLst>
                <a:ext uri="{FF2B5EF4-FFF2-40B4-BE49-F238E27FC236}">
                  <a16:creationId xmlns:a16="http://schemas.microsoft.com/office/drawing/2014/main" id="{2D277E47-45D5-4503-8443-BED560C6560A}"/>
                </a:ext>
              </a:extLst>
            </p:cNvPr>
            <p:cNvSpPr>
              <a:spLocks noChangeAspect="1"/>
            </p:cNvSpPr>
            <p:nvPr>
              <p:custDataLst>
                <p:tags r:id="rId161"/>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grpSp>
      <p:grpSp>
        <p:nvGrpSpPr>
          <p:cNvPr id="28" name="Harvey 100" hidden="1">
            <a:extLst>
              <a:ext uri="{FF2B5EF4-FFF2-40B4-BE49-F238E27FC236}">
                <a16:creationId xmlns:a16="http://schemas.microsoft.com/office/drawing/2014/main" id="{6D5D9337-395C-4FE4-97E6-E1CD47A644E9}"/>
              </a:ext>
            </a:extLst>
          </p:cNvPr>
          <p:cNvGrpSpPr/>
          <p:nvPr userDrawn="1">
            <p:custDataLst>
              <p:tags r:id="rId51"/>
            </p:custDataLst>
          </p:nvPr>
        </p:nvGrpSpPr>
        <p:grpSpPr>
          <a:xfrm>
            <a:off x="8296922" y="3978000"/>
            <a:ext cx="1024878" cy="1024878"/>
            <a:chOff x="4334905" y="3282696"/>
            <a:chExt cx="292608" cy="292608"/>
          </a:xfrm>
          <a:solidFill>
            <a:schemeClr val="tx2"/>
          </a:solidFill>
        </p:grpSpPr>
        <p:sp>
          <p:nvSpPr>
            <p:cNvPr id="29" name="Harvey 0/100 [0]">
              <a:extLst>
                <a:ext uri="{FF2B5EF4-FFF2-40B4-BE49-F238E27FC236}">
                  <a16:creationId xmlns:a16="http://schemas.microsoft.com/office/drawing/2014/main" id="{C2D4C837-2D4B-4D6B-81F8-9B001989609B}"/>
                </a:ext>
              </a:extLst>
            </p:cNvPr>
            <p:cNvSpPr>
              <a:spLocks noChangeAspect="1"/>
            </p:cNvSpPr>
            <p:nvPr>
              <p:custDataLst>
                <p:tags r:id="rId52"/>
              </p:custDataLst>
            </p:nvPr>
          </p:nvSpPr>
          <p:spPr>
            <a:xfrm>
              <a:off x="4334905" y="3282696"/>
              <a:ext cx="292608" cy="292608"/>
            </a:xfrm>
            <a:custGeom>
              <a:avLst/>
              <a:gdLst/>
              <a:ahLst/>
              <a:cxnLst/>
              <a:rect l="l" t="t" r="r" b="b"/>
              <a:pathLst>
                <a:path w="635000" h="635000" fill="none">
                  <a:moveTo>
                    <a:pt x="317500" y="0"/>
                  </a:moveTo>
                  <a:arcTo wR="317500" hR="317500" stAng="-5400000" swAng="2160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0" name="Harvey 1/100 [1]">
              <a:extLst>
                <a:ext uri="{FF2B5EF4-FFF2-40B4-BE49-F238E27FC236}">
                  <a16:creationId xmlns:a16="http://schemas.microsoft.com/office/drawing/2014/main" id="{BACD6AAA-4A1C-46BE-B491-9A4A9C7C56F3}"/>
                </a:ext>
              </a:extLst>
            </p:cNvPr>
            <p:cNvSpPr>
              <a:spLocks noChangeAspect="1"/>
            </p:cNvSpPr>
            <p:nvPr>
              <p:custDataLst>
                <p:tags r:id="rId53"/>
              </p:custDataLst>
            </p:nvPr>
          </p:nvSpPr>
          <p:spPr>
            <a:xfrm>
              <a:off x="4334905" y="3282696"/>
              <a:ext cx="292608" cy="292608"/>
            </a:xfrm>
            <a:custGeom>
              <a:avLst/>
              <a:gdLst/>
              <a:ahLst/>
              <a:cxnLst/>
              <a:rect l="l" t="t" r="r" b="b"/>
              <a:pathLst>
                <a:path w="635000" h="635000">
                  <a:moveTo>
                    <a:pt x="317500" y="0"/>
                  </a:moveTo>
                  <a:arcTo wR="317500" hR="317500" stAng="16200000" swAng="216000"/>
                  <a:lnTo>
                    <a:pt x="317500" y="317500"/>
                  </a:lnTo>
                  <a:close/>
                </a:path>
                <a:path w="635000" h="635000" fill="none">
                  <a:moveTo>
                    <a:pt x="337435" y="626"/>
                  </a:moveTo>
                  <a:arcTo wR="317500" hR="317500" stAng="-5184000" swAng="2138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1" name="Harvey 2/100 [2]">
              <a:extLst>
                <a:ext uri="{FF2B5EF4-FFF2-40B4-BE49-F238E27FC236}">
                  <a16:creationId xmlns:a16="http://schemas.microsoft.com/office/drawing/2014/main" id="{701024C3-4DEF-477C-9CFB-100E0303499E}"/>
                </a:ext>
              </a:extLst>
            </p:cNvPr>
            <p:cNvSpPr>
              <a:spLocks noChangeAspect="1"/>
            </p:cNvSpPr>
            <p:nvPr>
              <p:custDataLst>
                <p:tags r:id="rId54"/>
              </p:custDataLst>
            </p:nvPr>
          </p:nvSpPr>
          <p:spPr>
            <a:xfrm>
              <a:off x="4334905" y="3282696"/>
              <a:ext cx="292608" cy="292608"/>
            </a:xfrm>
            <a:custGeom>
              <a:avLst/>
              <a:gdLst/>
              <a:ahLst/>
              <a:cxnLst/>
              <a:rect l="l" t="t" r="r" b="b"/>
              <a:pathLst>
                <a:path w="635000" h="635000">
                  <a:moveTo>
                    <a:pt x="317500" y="0"/>
                  </a:moveTo>
                  <a:arcTo wR="317500" hR="317500" stAng="16200000" swAng="432000"/>
                  <a:lnTo>
                    <a:pt x="317500" y="317500"/>
                  </a:lnTo>
                  <a:close/>
                </a:path>
                <a:path w="635000" h="635000" fill="none">
                  <a:moveTo>
                    <a:pt x="357293" y="2503"/>
                  </a:moveTo>
                  <a:arcTo wR="317500" hR="317500" stAng="-4968000" swAng="2116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2" name="Harvey 3/100 [3]">
              <a:extLst>
                <a:ext uri="{FF2B5EF4-FFF2-40B4-BE49-F238E27FC236}">
                  <a16:creationId xmlns:a16="http://schemas.microsoft.com/office/drawing/2014/main" id="{46A461CD-8D28-4422-AF2A-8267EFA51CAD}"/>
                </a:ext>
              </a:extLst>
            </p:cNvPr>
            <p:cNvSpPr>
              <a:spLocks noChangeAspect="1"/>
            </p:cNvSpPr>
            <p:nvPr>
              <p:custDataLst>
                <p:tags r:id="rId55"/>
              </p:custDataLst>
            </p:nvPr>
          </p:nvSpPr>
          <p:spPr>
            <a:xfrm>
              <a:off x="4334905" y="3282696"/>
              <a:ext cx="292608" cy="292608"/>
            </a:xfrm>
            <a:custGeom>
              <a:avLst/>
              <a:gdLst/>
              <a:ahLst/>
              <a:cxnLst/>
              <a:rect l="l" t="t" r="r" b="b"/>
              <a:pathLst>
                <a:path w="635000" h="635000">
                  <a:moveTo>
                    <a:pt x="317500" y="0"/>
                  </a:moveTo>
                  <a:arcTo wR="317500" hR="317500" stAng="16200000" swAng="647999"/>
                  <a:lnTo>
                    <a:pt x="317500" y="317500"/>
                  </a:lnTo>
                  <a:close/>
                </a:path>
                <a:path w="635000" h="635000" fill="none">
                  <a:moveTo>
                    <a:pt x="376993" y="5623"/>
                  </a:moveTo>
                  <a:arcTo wR="317500" hR="317500" stAng="-4752000" swAng="2095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3" name="Harvey 4/100 [4]">
              <a:extLst>
                <a:ext uri="{FF2B5EF4-FFF2-40B4-BE49-F238E27FC236}">
                  <a16:creationId xmlns:a16="http://schemas.microsoft.com/office/drawing/2014/main" id="{0A337C3A-F021-437D-9E3D-FDE5AF266029}"/>
                </a:ext>
              </a:extLst>
            </p:cNvPr>
            <p:cNvSpPr>
              <a:spLocks noChangeAspect="1"/>
            </p:cNvSpPr>
            <p:nvPr>
              <p:custDataLst>
                <p:tags r:id="rId56"/>
              </p:custDataLst>
            </p:nvPr>
          </p:nvSpPr>
          <p:spPr>
            <a:xfrm>
              <a:off x="4334905" y="3282696"/>
              <a:ext cx="292608" cy="292608"/>
            </a:xfrm>
            <a:custGeom>
              <a:avLst/>
              <a:gdLst/>
              <a:ahLst/>
              <a:cxnLst/>
              <a:rect l="l" t="t" r="r" b="b"/>
              <a:pathLst>
                <a:path w="635000" h="635000">
                  <a:moveTo>
                    <a:pt x="317500" y="0"/>
                  </a:moveTo>
                  <a:arcTo wR="317500" hR="317500" stAng="16200000" swAng="864000"/>
                  <a:lnTo>
                    <a:pt x="317500" y="317500"/>
                  </a:lnTo>
                  <a:close/>
                </a:path>
                <a:path w="635000" h="635000" fill="none">
                  <a:moveTo>
                    <a:pt x="396459" y="9974"/>
                  </a:moveTo>
                  <a:arcTo wR="317500" hR="317500" stAng="-4536000" swAng="20735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5" name="Harvey 5/100 [5]">
              <a:extLst>
                <a:ext uri="{FF2B5EF4-FFF2-40B4-BE49-F238E27FC236}">
                  <a16:creationId xmlns:a16="http://schemas.microsoft.com/office/drawing/2014/main" id="{BDF66AF7-3D75-4118-B7E6-241B2C41B2C9}"/>
                </a:ext>
              </a:extLst>
            </p:cNvPr>
            <p:cNvSpPr>
              <a:spLocks noChangeAspect="1"/>
            </p:cNvSpPr>
            <p:nvPr>
              <p:custDataLst>
                <p:tags r:id="rId57"/>
              </p:custDataLst>
            </p:nvPr>
          </p:nvSpPr>
          <p:spPr>
            <a:xfrm>
              <a:off x="4334905" y="3282696"/>
              <a:ext cx="292608" cy="292608"/>
            </a:xfrm>
            <a:custGeom>
              <a:avLst/>
              <a:gdLst/>
              <a:ahLst/>
              <a:cxnLst/>
              <a:rect l="l" t="t" r="r" b="b"/>
              <a:pathLst>
                <a:path w="635000" h="635000">
                  <a:moveTo>
                    <a:pt x="317500" y="0"/>
                  </a:moveTo>
                  <a:arcTo wR="317500" hR="317500" stAng="16200000" swAng="1080000"/>
                  <a:lnTo>
                    <a:pt x="317500" y="317500"/>
                  </a:lnTo>
                  <a:close/>
                </a:path>
                <a:path w="635000" h="635000" fill="none">
                  <a:moveTo>
                    <a:pt x="415612" y="15539"/>
                  </a:moveTo>
                  <a:arcTo wR="317500" hR="317500" stAng="-4320000" swAng="2052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6" name="Harvey 6/100 [6]">
              <a:extLst>
                <a:ext uri="{FF2B5EF4-FFF2-40B4-BE49-F238E27FC236}">
                  <a16:creationId xmlns:a16="http://schemas.microsoft.com/office/drawing/2014/main" id="{E74E7438-4315-4097-9BA7-F0CE3252AC14}"/>
                </a:ext>
              </a:extLst>
            </p:cNvPr>
            <p:cNvSpPr>
              <a:spLocks noChangeAspect="1"/>
            </p:cNvSpPr>
            <p:nvPr>
              <p:custDataLst>
                <p:tags r:id="rId58"/>
              </p:custDataLst>
            </p:nvPr>
          </p:nvSpPr>
          <p:spPr>
            <a:xfrm>
              <a:off x="4334905" y="3282696"/>
              <a:ext cx="292608" cy="292608"/>
            </a:xfrm>
            <a:custGeom>
              <a:avLst/>
              <a:gdLst/>
              <a:ahLst/>
              <a:cxnLst/>
              <a:rect l="l" t="t" r="r" b="b"/>
              <a:pathLst>
                <a:path w="635000" h="635000">
                  <a:moveTo>
                    <a:pt x="317500" y="0"/>
                  </a:moveTo>
                  <a:arcTo wR="317500" hR="317500" stAng="16200000" swAng="1295999"/>
                  <a:lnTo>
                    <a:pt x="317500" y="317500"/>
                  </a:lnTo>
                  <a:close/>
                </a:path>
                <a:path w="635000" h="635000" fill="none">
                  <a:moveTo>
                    <a:pt x="434379" y="22295"/>
                  </a:moveTo>
                  <a:arcTo wR="317500" hR="317500" stAng="-4104000" swAng="2030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7" name="Harvey 7/100 [7]">
              <a:extLst>
                <a:ext uri="{FF2B5EF4-FFF2-40B4-BE49-F238E27FC236}">
                  <a16:creationId xmlns:a16="http://schemas.microsoft.com/office/drawing/2014/main" id="{FEBA4E91-97BB-4DAC-B193-66FA4828DB26}"/>
                </a:ext>
              </a:extLst>
            </p:cNvPr>
            <p:cNvSpPr>
              <a:spLocks noChangeAspect="1"/>
            </p:cNvSpPr>
            <p:nvPr>
              <p:custDataLst>
                <p:tags r:id="rId59"/>
              </p:custDataLst>
            </p:nvPr>
          </p:nvSpPr>
          <p:spPr>
            <a:xfrm>
              <a:off x="4334905" y="3282696"/>
              <a:ext cx="292608" cy="292608"/>
            </a:xfrm>
            <a:custGeom>
              <a:avLst/>
              <a:gdLst/>
              <a:ahLst/>
              <a:cxnLst/>
              <a:rect l="l" t="t" r="r" b="b"/>
              <a:pathLst>
                <a:path w="635000" h="635000">
                  <a:moveTo>
                    <a:pt x="317500" y="0"/>
                  </a:moveTo>
                  <a:arcTo wR="317500" hR="317500" stAng="16200000" swAng="1512000"/>
                  <a:lnTo>
                    <a:pt x="317500" y="317500"/>
                  </a:lnTo>
                  <a:close/>
                </a:path>
                <a:path w="635000" h="635000" fill="none">
                  <a:moveTo>
                    <a:pt x="452684" y="30217"/>
                  </a:moveTo>
                  <a:arcTo wR="317500" hR="317500" stAng="-3888000" swAng="20087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8" name="Harvey 8/100 [8]">
              <a:extLst>
                <a:ext uri="{FF2B5EF4-FFF2-40B4-BE49-F238E27FC236}">
                  <a16:creationId xmlns:a16="http://schemas.microsoft.com/office/drawing/2014/main" id="{EEB85E02-177B-40CF-B926-A4423CC7C827}"/>
                </a:ext>
              </a:extLst>
            </p:cNvPr>
            <p:cNvSpPr>
              <a:spLocks noChangeAspect="1"/>
            </p:cNvSpPr>
            <p:nvPr>
              <p:custDataLst>
                <p:tags r:id="rId60"/>
              </p:custDataLst>
            </p:nvPr>
          </p:nvSpPr>
          <p:spPr>
            <a:xfrm>
              <a:off x="4334905" y="3282696"/>
              <a:ext cx="292608" cy="292608"/>
            </a:xfrm>
            <a:custGeom>
              <a:avLst/>
              <a:gdLst/>
              <a:ahLst/>
              <a:cxnLst/>
              <a:rect l="l" t="t" r="r" b="b"/>
              <a:pathLst>
                <a:path w="635000" h="635000">
                  <a:moveTo>
                    <a:pt x="317500" y="0"/>
                  </a:moveTo>
                  <a:arcTo wR="317500" hR="317500" stAng="16200000" swAng="1728000"/>
                  <a:lnTo>
                    <a:pt x="317500" y="317500"/>
                  </a:lnTo>
                  <a:close/>
                </a:path>
                <a:path w="635000" h="635000" fill="none">
                  <a:moveTo>
                    <a:pt x="470456" y="39272"/>
                  </a:moveTo>
                  <a:arcTo wR="317500" hR="317500" stAng="-3672000" swAng="1987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9" name="Harvey 9/100 [9]">
              <a:extLst>
                <a:ext uri="{FF2B5EF4-FFF2-40B4-BE49-F238E27FC236}">
                  <a16:creationId xmlns:a16="http://schemas.microsoft.com/office/drawing/2014/main" id="{C133BC7F-B0E3-404F-92D1-BB930C4F3311}"/>
                </a:ext>
              </a:extLst>
            </p:cNvPr>
            <p:cNvSpPr>
              <a:spLocks noChangeAspect="1"/>
            </p:cNvSpPr>
            <p:nvPr>
              <p:custDataLst>
                <p:tags r:id="rId61"/>
              </p:custDataLst>
            </p:nvPr>
          </p:nvSpPr>
          <p:spPr>
            <a:xfrm>
              <a:off x="4334905" y="3282696"/>
              <a:ext cx="292608" cy="292608"/>
            </a:xfrm>
            <a:custGeom>
              <a:avLst/>
              <a:gdLst/>
              <a:ahLst/>
              <a:cxnLst/>
              <a:rect l="l" t="t" r="r" b="b"/>
              <a:pathLst>
                <a:path w="635000" h="635000">
                  <a:moveTo>
                    <a:pt x="317500" y="0"/>
                  </a:moveTo>
                  <a:arcTo wR="317500" hR="317500" stAng="16200000" swAng="1944000"/>
                  <a:lnTo>
                    <a:pt x="317500" y="317500"/>
                  </a:lnTo>
                  <a:close/>
                </a:path>
                <a:path w="635000" h="635000" fill="none">
                  <a:moveTo>
                    <a:pt x="487625" y="49425"/>
                  </a:moveTo>
                  <a:arcTo wR="317500" hR="317500" stAng="-3456000" swAng="1965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0" name="Harvey 10/100 [10]">
              <a:extLst>
                <a:ext uri="{FF2B5EF4-FFF2-40B4-BE49-F238E27FC236}">
                  <a16:creationId xmlns:a16="http://schemas.microsoft.com/office/drawing/2014/main" id="{F2FB72A6-CDF7-48B3-A3B8-5A5FC061802C}"/>
                </a:ext>
              </a:extLst>
            </p:cNvPr>
            <p:cNvSpPr>
              <a:spLocks noChangeAspect="1"/>
            </p:cNvSpPr>
            <p:nvPr>
              <p:custDataLst>
                <p:tags r:id="rId62"/>
              </p:custDataLst>
            </p:nvPr>
          </p:nvSpPr>
          <p:spPr>
            <a:xfrm>
              <a:off x="4334905" y="3282696"/>
              <a:ext cx="292608" cy="292608"/>
            </a:xfrm>
            <a:custGeom>
              <a:avLst/>
              <a:gdLst/>
              <a:ahLst/>
              <a:cxnLst/>
              <a:rect l="l" t="t" r="r" b="b"/>
              <a:pathLst>
                <a:path w="635000" h="635000">
                  <a:moveTo>
                    <a:pt x="317500" y="0"/>
                  </a:moveTo>
                  <a:arcTo wR="317500" hR="317500" stAng="16200000" swAng="2160000"/>
                  <a:lnTo>
                    <a:pt x="317500" y="317500"/>
                  </a:lnTo>
                  <a:close/>
                </a:path>
                <a:path w="635000" h="635000" fill="none">
                  <a:moveTo>
                    <a:pt x="504121" y="60637"/>
                  </a:moveTo>
                  <a:arcTo wR="317500" hR="317500" stAng="-3240000" swAng="1944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1" name="Harvey 11/100 [11]">
              <a:extLst>
                <a:ext uri="{FF2B5EF4-FFF2-40B4-BE49-F238E27FC236}">
                  <a16:creationId xmlns:a16="http://schemas.microsoft.com/office/drawing/2014/main" id="{F3110C8B-1B18-4579-AB3F-0F4A0840CF38}"/>
                </a:ext>
              </a:extLst>
            </p:cNvPr>
            <p:cNvSpPr>
              <a:spLocks noChangeAspect="1"/>
            </p:cNvSpPr>
            <p:nvPr>
              <p:custDataLst>
                <p:tags r:id="rId63"/>
              </p:custDataLst>
            </p:nvPr>
          </p:nvSpPr>
          <p:spPr>
            <a:xfrm>
              <a:off x="4334905" y="3282696"/>
              <a:ext cx="292608" cy="292608"/>
            </a:xfrm>
            <a:custGeom>
              <a:avLst/>
              <a:gdLst/>
              <a:ahLst/>
              <a:cxnLst/>
              <a:rect l="l" t="t" r="r" b="b"/>
              <a:pathLst>
                <a:path w="635000" h="635000">
                  <a:moveTo>
                    <a:pt x="317500" y="0"/>
                  </a:moveTo>
                  <a:arcTo wR="317500" hR="317500" stAng="16200000" swAng="2376000"/>
                  <a:lnTo>
                    <a:pt x="317500" y="317500"/>
                  </a:lnTo>
                  <a:close/>
                </a:path>
                <a:path w="635000" h="635000" fill="none">
                  <a:moveTo>
                    <a:pt x="519882" y="72862"/>
                  </a:moveTo>
                  <a:arcTo wR="317500" hR="317500" stAng="-3024000" swAng="1922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2" name="Harvey 12/100 [12]">
              <a:extLst>
                <a:ext uri="{FF2B5EF4-FFF2-40B4-BE49-F238E27FC236}">
                  <a16:creationId xmlns:a16="http://schemas.microsoft.com/office/drawing/2014/main" id="{84A1B722-E5AC-45F7-9498-7FF502B6FA2B}"/>
                </a:ext>
              </a:extLst>
            </p:cNvPr>
            <p:cNvSpPr>
              <a:spLocks noChangeAspect="1"/>
            </p:cNvSpPr>
            <p:nvPr>
              <p:custDataLst>
                <p:tags r:id="rId64"/>
              </p:custDataLst>
            </p:nvPr>
          </p:nvSpPr>
          <p:spPr>
            <a:xfrm>
              <a:off x="4334905" y="3282696"/>
              <a:ext cx="292608" cy="292608"/>
            </a:xfrm>
            <a:custGeom>
              <a:avLst/>
              <a:gdLst/>
              <a:ahLst/>
              <a:cxnLst/>
              <a:rect l="l" t="t" r="r" b="b"/>
              <a:pathLst>
                <a:path w="635000" h="635000">
                  <a:moveTo>
                    <a:pt x="317500" y="0"/>
                  </a:moveTo>
                  <a:arcTo wR="317500" hR="317500" stAng="16200000" swAng="2591999"/>
                  <a:lnTo>
                    <a:pt x="317500" y="317500"/>
                  </a:lnTo>
                  <a:close/>
                </a:path>
                <a:path w="635000" h="635000" fill="none">
                  <a:moveTo>
                    <a:pt x="534843" y="86052"/>
                  </a:moveTo>
                  <a:arcTo wR="317500" hR="317500" stAng="-2808000" swAng="1900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3" name="Harvey 13/100 [13]">
              <a:extLst>
                <a:ext uri="{FF2B5EF4-FFF2-40B4-BE49-F238E27FC236}">
                  <a16:creationId xmlns:a16="http://schemas.microsoft.com/office/drawing/2014/main" id="{A5599F20-B957-4DF9-8B04-F2B77AAF0BDB}"/>
                </a:ext>
              </a:extLst>
            </p:cNvPr>
            <p:cNvSpPr>
              <a:spLocks noChangeAspect="1"/>
            </p:cNvSpPr>
            <p:nvPr>
              <p:custDataLst>
                <p:tags r:id="rId65"/>
              </p:custDataLst>
            </p:nvPr>
          </p:nvSpPr>
          <p:spPr>
            <a:xfrm>
              <a:off x="4334905" y="3282696"/>
              <a:ext cx="292608" cy="292608"/>
            </a:xfrm>
            <a:custGeom>
              <a:avLst/>
              <a:gdLst/>
              <a:ahLst/>
              <a:cxnLst/>
              <a:rect l="l" t="t" r="r" b="b"/>
              <a:pathLst>
                <a:path w="635000" h="635000">
                  <a:moveTo>
                    <a:pt x="317500" y="0"/>
                  </a:moveTo>
                  <a:arcTo wR="317500" hR="317500" stAng="16200000" swAng="2808000"/>
                  <a:lnTo>
                    <a:pt x="317500" y="317500"/>
                  </a:lnTo>
                  <a:close/>
                </a:path>
                <a:path w="635000" h="635000" fill="none">
                  <a:moveTo>
                    <a:pt x="548947" y="100156"/>
                  </a:moveTo>
                  <a:arcTo wR="317500" hR="317500" stAng="-2591999" swAng="1879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4" name="Harvey 14/100 [14]">
              <a:extLst>
                <a:ext uri="{FF2B5EF4-FFF2-40B4-BE49-F238E27FC236}">
                  <a16:creationId xmlns:a16="http://schemas.microsoft.com/office/drawing/2014/main" id="{F74357FC-EB3D-46C4-B56A-5007C9F4FB84}"/>
                </a:ext>
              </a:extLst>
            </p:cNvPr>
            <p:cNvSpPr>
              <a:spLocks noChangeAspect="1"/>
            </p:cNvSpPr>
            <p:nvPr>
              <p:custDataLst>
                <p:tags r:id="rId66"/>
              </p:custDataLst>
            </p:nvPr>
          </p:nvSpPr>
          <p:spPr>
            <a:xfrm>
              <a:off x="4334905" y="3282696"/>
              <a:ext cx="292608" cy="292608"/>
            </a:xfrm>
            <a:custGeom>
              <a:avLst/>
              <a:gdLst/>
              <a:ahLst/>
              <a:cxnLst/>
              <a:rect l="l" t="t" r="r" b="b"/>
              <a:pathLst>
                <a:path w="635000" h="635000">
                  <a:moveTo>
                    <a:pt x="317500" y="0"/>
                  </a:moveTo>
                  <a:arcTo wR="317500" hR="317500" stAng="16200000" swAng="3024000"/>
                  <a:lnTo>
                    <a:pt x="317500" y="317500"/>
                  </a:lnTo>
                  <a:close/>
                </a:path>
                <a:path w="635000" h="635000" fill="none">
                  <a:moveTo>
                    <a:pt x="562137" y="115117"/>
                  </a:moveTo>
                  <a:arcTo wR="317500" hR="317500" stAng="-2375999" swAng="1857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5" name="Harvey 15/100 [15]">
              <a:extLst>
                <a:ext uri="{FF2B5EF4-FFF2-40B4-BE49-F238E27FC236}">
                  <a16:creationId xmlns:a16="http://schemas.microsoft.com/office/drawing/2014/main" id="{32E8E8F3-9DBC-46F4-9700-CAF071913650}"/>
                </a:ext>
              </a:extLst>
            </p:cNvPr>
            <p:cNvSpPr>
              <a:spLocks noChangeAspect="1"/>
            </p:cNvSpPr>
            <p:nvPr>
              <p:custDataLst>
                <p:tags r:id="rId67"/>
              </p:custDataLst>
            </p:nvPr>
          </p:nvSpPr>
          <p:spPr>
            <a:xfrm>
              <a:off x="4334905" y="3282696"/>
              <a:ext cx="292608" cy="292608"/>
            </a:xfrm>
            <a:custGeom>
              <a:avLst/>
              <a:gdLst/>
              <a:ahLst/>
              <a:cxnLst/>
              <a:rect l="l" t="t" r="r" b="b"/>
              <a:pathLst>
                <a:path w="635000" h="635000">
                  <a:moveTo>
                    <a:pt x="317500" y="0"/>
                  </a:moveTo>
                  <a:arcTo wR="317500" hR="317500" stAng="16200000" swAng="3240000"/>
                  <a:lnTo>
                    <a:pt x="317500" y="317500"/>
                  </a:lnTo>
                  <a:close/>
                </a:path>
                <a:path w="635000" h="635000" fill="none">
                  <a:moveTo>
                    <a:pt x="574362" y="130878"/>
                  </a:moveTo>
                  <a:arcTo wR="317500" hR="317500" stAng="-2160000" swAng="1836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6" name="Harvey 16/100 [16]">
              <a:extLst>
                <a:ext uri="{FF2B5EF4-FFF2-40B4-BE49-F238E27FC236}">
                  <a16:creationId xmlns:a16="http://schemas.microsoft.com/office/drawing/2014/main" id="{71360883-3CF3-4439-9568-E456C60454A8}"/>
                </a:ext>
              </a:extLst>
            </p:cNvPr>
            <p:cNvSpPr>
              <a:spLocks noChangeAspect="1"/>
            </p:cNvSpPr>
            <p:nvPr>
              <p:custDataLst>
                <p:tags r:id="rId68"/>
              </p:custDataLst>
            </p:nvPr>
          </p:nvSpPr>
          <p:spPr>
            <a:xfrm>
              <a:off x="4334905" y="3282696"/>
              <a:ext cx="292608" cy="292608"/>
            </a:xfrm>
            <a:custGeom>
              <a:avLst/>
              <a:gdLst/>
              <a:ahLst/>
              <a:cxnLst/>
              <a:rect l="l" t="t" r="r" b="b"/>
              <a:pathLst>
                <a:path w="635000" h="635000">
                  <a:moveTo>
                    <a:pt x="317500" y="0"/>
                  </a:moveTo>
                  <a:arcTo wR="317500" hR="317500" stAng="16200000" swAng="3456000"/>
                  <a:lnTo>
                    <a:pt x="317500" y="317500"/>
                  </a:lnTo>
                  <a:close/>
                </a:path>
                <a:path w="635000" h="635000" fill="none">
                  <a:moveTo>
                    <a:pt x="585574" y="147374"/>
                  </a:moveTo>
                  <a:arcTo wR="317500" hR="317500" stAng="-1944000" swAng="1814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7" name="Harvey 17/100 [17]">
              <a:extLst>
                <a:ext uri="{FF2B5EF4-FFF2-40B4-BE49-F238E27FC236}">
                  <a16:creationId xmlns:a16="http://schemas.microsoft.com/office/drawing/2014/main" id="{AE88FC9E-FB95-4413-AE3E-B8BF504735B5}"/>
                </a:ext>
              </a:extLst>
            </p:cNvPr>
            <p:cNvSpPr>
              <a:spLocks noChangeAspect="1"/>
            </p:cNvSpPr>
            <p:nvPr>
              <p:custDataLst>
                <p:tags r:id="rId69"/>
              </p:custDataLst>
            </p:nvPr>
          </p:nvSpPr>
          <p:spPr>
            <a:xfrm>
              <a:off x="4334905" y="3282696"/>
              <a:ext cx="292608" cy="292608"/>
            </a:xfrm>
            <a:custGeom>
              <a:avLst/>
              <a:gdLst/>
              <a:ahLst/>
              <a:cxnLst/>
              <a:rect l="l" t="t" r="r" b="b"/>
              <a:pathLst>
                <a:path w="635000" h="635000">
                  <a:moveTo>
                    <a:pt x="317500" y="0"/>
                  </a:moveTo>
                  <a:arcTo wR="317500" hR="317500" stAng="16200000" swAng="3672000"/>
                  <a:lnTo>
                    <a:pt x="317500" y="317500"/>
                  </a:lnTo>
                  <a:close/>
                </a:path>
                <a:path w="635000" h="635000" fill="none">
                  <a:moveTo>
                    <a:pt x="595727" y="164543"/>
                  </a:moveTo>
                  <a:arcTo wR="317500" hR="317500" stAng="-1727999" swAng="1792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8" name="Harvey 18/100 [18]">
              <a:extLst>
                <a:ext uri="{FF2B5EF4-FFF2-40B4-BE49-F238E27FC236}">
                  <a16:creationId xmlns:a16="http://schemas.microsoft.com/office/drawing/2014/main" id="{62593B83-E4BE-4CE8-9B0B-25AF9B7D4254}"/>
                </a:ext>
              </a:extLst>
            </p:cNvPr>
            <p:cNvSpPr>
              <a:spLocks noChangeAspect="1"/>
            </p:cNvSpPr>
            <p:nvPr>
              <p:custDataLst>
                <p:tags r:id="rId70"/>
              </p:custDataLst>
            </p:nvPr>
          </p:nvSpPr>
          <p:spPr>
            <a:xfrm>
              <a:off x="4334905" y="3282696"/>
              <a:ext cx="292608" cy="292608"/>
            </a:xfrm>
            <a:custGeom>
              <a:avLst/>
              <a:gdLst/>
              <a:ahLst/>
              <a:cxnLst/>
              <a:rect l="l" t="t" r="r" b="b"/>
              <a:pathLst>
                <a:path w="635000" h="635000">
                  <a:moveTo>
                    <a:pt x="317500" y="0"/>
                  </a:moveTo>
                  <a:arcTo wR="317500" hR="317500" stAng="16200000" swAng="3888000"/>
                  <a:lnTo>
                    <a:pt x="317500" y="317500"/>
                  </a:lnTo>
                  <a:close/>
                </a:path>
                <a:path w="635000" h="635000" fill="none">
                  <a:moveTo>
                    <a:pt x="604782" y="182315"/>
                  </a:moveTo>
                  <a:arcTo wR="317500" hR="317500" stAng="-1512000" swAng="1771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9" name="Harvey 19/100 [19]">
              <a:extLst>
                <a:ext uri="{FF2B5EF4-FFF2-40B4-BE49-F238E27FC236}">
                  <a16:creationId xmlns:a16="http://schemas.microsoft.com/office/drawing/2014/main" id="{CD41838E-0172-403D-9B68-FD51310F5400}"/>
                </a:ext>
              </a:extLst>
            </p:cNvPr>
            <p:cNvSpPr>
              <a:spLocks noChangeAspect="1"/>
            </p:cNvSpPr>
            <p:nvPr>
              <p:custDataLst>
                <p:tags r:id="rId71"/>
              </p:custDataLst>
            </p:nvPr>
          </p:nvSpPr>
          <p:spPr>
            <a:xfrm>
              <a:off x="4334905" y="3282696"/>
              <a:ext cx="292608" cy="292608"/>
            </a:xfrm>
            <a:custGeom>
              <a:avLst/>
              <a:gdLst/>
              <a:ahLst/>
              <a:cxnLst/>
              <a:rect l="l" t="t" r="r" b="b"/>
              <a:pathLst>
                <a:path w="635000" h="635000">
                  <a:moveTo>
                    <a:pt x="317500" y="0"/>
                  </a:moveTo>
                  <a:arcTo wR="317500" hR="317500" stAng="16200000" swAng="4104000"/>
                  <a:lnTo>
                    <a:pt x="317500" y="317500"/>
                  </a:lnTo>
                  <a:close/>
                </a:path>
                <a:path w="635000" h="635000" fill="none">
                  <a:moveTo>
                    <a:pt x="612704" y="200620"/>
                  </a:moveTo>
                  <a:arcTo wR="317500" hR="317500" stAng="-1295999" swAng="1749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0" name="Harvey 20/100 [20]">
              <a:extLst>
                <a:ext uri="{FF2B5EF4-FFF2-40B4-BE49-F238E27FC236}">
                  <a16:creationId xmlns:a16="http://schemas.microsoft.com/office/drawing/2014/main" id="{EDE3F4CF-CB3E-40C2-B070-AC09F1E8FBD5}"/>
                </a:ext>
              </a:extLst>
            </p:cNvPr>
            <p:cNvSpPr>
              <a:spLocks noChangeAspect="1"/>
            </p:cNvSpPr>
            <p:nvPr>
              <p:custDataLst>
                <p:tags r:id="rId72"/>
              </p:custDataLst>
            </p:nvPr>
          </p:nvSpPr>
          <p:spPr>
            <a:xfrm>
              <a:off x="4334905" y="3282696"/>
              <a:ext cx="292608" cy="292608"/>
            </a:xfrm>
            <a:custGeom>
              <a:avLst/>
              <a:gdLst/>
              <a:ahLst/>
              <a:cxnLst/>
              <a:rect l="l" t="t" r="r" b="b"/>
              <a:pathLst>
                <a:path w="635000" h="635000">
                  <a:moveTo>
                    <a:pt x="317500" y="0"/>
                  </a:moveTo>
                  <a:arcTo wR="317500" hR="317500" stAng="16200000" swAng="4320000"/>
                  <a:lnTo>
                    <a:pt x="317500" y="317500"/>
                  </a:lnTo>
                  <a:close/>
                </a:path>
                <a:path w="635000" h="635000" fill="none">
                  <a:moveTo>
                    <a:pt x="619460" y="219387"/>
                  </a:moveTo>
                  <a:arcTo wR="317500" hR="317500" stAng="-1080000" swAng="1728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1" name="Harvey 21/100 [21]">
              <a:extLst>
                <a:ext uri="{FF2B5EF4-FFF2-40B4-BE49-F238E27FC236}">
                  <a16:creationId xmlns:a16="http://schemas.microsoft.com/office/drawing/2014/main" id="{CD8E25E7-83D2-4F78-92A7-435281704491}"/>
                </a:ext>
              </a:extLst>
            </p:cNvPr>
            <p:cNvSpPr>
              <a:spLocks noChangeAspect="1"/>
            </p:cNvSpPr>
            <p:nvPr>
              <p:custDataLst>
                <p:tags r:id="rId73"/>
              </p:custDataLst>
            </p:nvPr>
          </p:nvSpPr>
          <p:spPr>
            <a:xfrm>
              <a:off x="4334905" y="3282696"/>
              <a:ext cx="292608" cy="292608"/>
            </a:xfrm>
            <a:custGeom>
              <a:avLst/>
              <a:gdLst/>
              <a:ahLst/>
              <a:cxnLst/>
              <a:rect l="l" t="t" r="r" b="b"/>
              <a:pathLst>
                <a:path w="635000" h="635000">
                  <a:moveTo>
                    <a:pt x="317500" y="0"/>
                  </a:moveTo>
                  <a:arcTo wR="317500" hR="317500" stAng="16200000" swAng="4536000"/>
                  <a:lnTo>
                    <a:pt x="317500" y="317500"/>
                  </a:lnTo>
                  <a:close/>
                </a:path>
                <a:path w="635000" h="635000" fill="none">
                  <a:moveTo>
                    <a:pt x="625025" y="238540"/>
                  </a:moveTo>
                  <a:arcTo wR="317500" hR="317500" stAng="-864000" swAng="1706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2" name="Harvey 22/100 [22]">
              <a:extLst>
                <a:ext uri="{FF2B5EF4-FFF2-40B4-BE49-F238E27FC236}">
                  <a16:creationId xmlns:a16="http://schemas.microsoft.com/office/drawing/2014/main" id="{C6A696FB-9EFC-47F6-9860-247C48C1FC3D}"/>
                </a:ext>
              </a:extLst>
            </p:cNvPr>
            <p:cNvSpPr>
              <a:spLocks noChangeAspect="1"/>
            </p:cNvSpPr>
            <p:nvPr>
              <p:custDataLst>
                <p:tags r:id="rId74"/>
              </p:custDataLst>
            </p:nvPr>
          </p:nvSpPr>
          <p:spPr>
            <a:xfrm>
              <a:off x="4334905" y="3282696"/>
              <a:ext cx="292608" cy="292608"/>
            </a:xfrm>
            <a:custGeom>
              <a:avLst/>
              <a:gdLst/>
              <a:ahLst/>
              <a:cxnLst/>
              <a:rect l="l" t="t" r="r" b="b"/>
              <a:pathLst>
                <a:path w="635000" h="635000">
                  <a:moveTo>
                    <a:pt x="317500" y="0"/>
                  </a:moveTo>
                  <a:arcTo wR="317500" hR="317500" stAng="16200000" swAng="4752000"/>
                  <a:lnTo>
                    <a:pt x="317500" y="317500"/>
                  </a:lnTo>
                  <a:close/>
                </a:path>
                <a:path w="635000" h="635000" fill="none">
                  <a:moveTo>
                    <a:pt x="629376" y="258006"/>
                  </a:moveTo>
                  <a:arcTo wR="317500" hR="317500" stAng="-647999" swAng="1684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3" name="Harvey 23/100 [23]">
              <a:extLst>
                <a:ext uri="{FF2B5EF4-FFF2-40B4-BE49-F238E27FC236}">
                  <a16:creationId xmlns:a16="http://schemas.microsoft.com/office/drawing/2014/main" id="{252958D2-EE89-4FBF-BF7B-C8AFAD704413}"/>
                </a:ext>
              </a:extLst>
            </p:cNvPr>
            <p:cNvSpPr>
              <a:spLocks noChangeAspect="1"/>
            </p:cNvSpPr>
            <p:nvPr>
              <p:custDataLst>
                <p:tags r:id="rId75"/>
              </p:custDataLst>
            </p:nvPr>
          </p:nvSpPr>
          <p:spPr>
            <a:xfrm>
              <a:off x="4334905" y="3282696"/>
              <a:ext cx="292608" cy="292608"/>
            </a:xfrm>
            <a:custGeom>
              <a:avLst/>
              <a:gdLst/>
              <a:ahLst/>
              <a:cxnLst/>
              <a:rect l="l" t="t" r="r" b="b"/>
              <a:pathLst>
                <a:path w="635000" h="635000">
                  <a:moveTo>
                    <a:pt x="317500" y="0"/>
                  </a:moveTo>
                  <a:arcTo wR="317500" hR="317500" stAng="16200000" swAng="4968000"/>
                  <a:lnTo>
                    <a:pt x="317500" y="317500"/>
                  </a:lnTo>
                  <a:close/>
                </a:path>
                <a:path w="635000" h="635000" fill="none">
                  <a:moveTo>
                    <a:pt x="632496" y="277706"/>
                  </a:moveTo>
                  <a:arcTo wR="317500" hR="317500" stAng="-432000" swAng="1663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4" name="Harvey 24/100 [24]">
              <a:extLst>
                <a:ext uri="{FF2B5EF4-FFF2-40B4-BE49-F238E27FC236}">
                  <a16:creationId xmlns:a16="http://schemas.microsoft.com/office/drawing/2014/main" id="{314E82DC-04B6-406C-9D65-1115F4D2AA22}"/>
                </a:ext>
              </a:extLst>
            </p:cNvPr>
            <p:cNvSpPr>
              <a:spLocks noChangeAspect="1"/>
            </p:cNvSpPr>
            <p:nvPr>
              <p:custDataLst>
                <p:tags r:id="rId76"/>
              </p:custDataLst>
            </p:nvPr>
          </p:nvSpPr>
          <p:spPr>
            <a:xfrm>
              <a:off x="4334905" y="3282696"/>
              <a:ext cx="292608" cy="292608"/>
            </a:xfrm>
            <a:custGeom>
              <a:avLst/>
              <a:gdLst/>
              <a:ahLst/>
              <a:cxnLst/>
              <a:rect l="l" t="t" r="r" b="b"/>
              <a:pathLst>
                <a:path w="635000" h="635000">
                  <a:moveTo>
                    <a:pt x="317500" y="0"/>
                  </a:moveTo>
                  <a:arcTo wR="317500" hR="317500" stAng="16200000" swAng="5183999"/>
                  <a:lnTo>
                    <a:pt x="317500" y="317500"/>
                  </a:lnTo>
                  <a:close/>
                </a:path>
                <a:path w="635000" h="635000" fill="none">
                  <a:moveTo>
                    <a:pt x="634373" y="297564"/>
                  </a:moveTo>
                  <a:arcTo wR="317500" hR="317500" stAng="-216000" swAng="1641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5" name="Harvey 25/100 [25]">
              <a:extLst>
                <a:ext uri="{FF2B5EF4-FFF2-40B4-BE49-F238E27FC236}">
                  <a16:creationId xmlns:a16="http://schemas.microsoft.com/office/drawing/2014/main" id="{669D1B60-A74F-4296-8610-F3DCDDC15022}"/>
                </a:ext>
              </a:extLst>
            </p:cNvPr>
            <p:cNvSpPr>
              <a:spLocks noChangeAspect="1"/>
            </p:cNvSpPr>
            <p:nvPr>
              <p:custDataLst>
                <p:tags r:id="rId77"/>
              </p:custDataLst>
            </p:nvPr>
          </p:nvSpPr>
          <p:spPr>
            <a:xfrm>
              <a:off x="4334905" y="3282696"/>
              <a:ext cx="292608" cy="292608"/>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6" name="Harvey 26/100 [26]">
              <a:extLst>
                <a:ext uri="{FF2B5EF4-FFF2-40B4-BE49-F238E27FC236}">
                  <a16:creationId xmlns:a16="http://schemas.microsoft.com/office/drawing/2014/main" id="{FF6DD112-04B6-4656-AB9D-1F9950FEE2D9}"/>
                </a:ext>
              </a:extLst>
            </p:cNvPr>
            <p:cNvSpPr>
              <a:spLocks noChangeAspect="1"/>
            </p:cNvSpPr>
            <p:nvPr>
              <p:custDataLst>
                <p:tags r:id="rId78"/>
              </p:custDataLst>
            </p:nvPr>
          </p:nvSpPr>
          <p:spPr>
            <a:xfrm>
              <a:off x="4334905" y="3282696"/>
              <a:ext cx="292608" cy="292608"/>
            </a:xfrm>
            <a:custGeom>
              <a:avLst/>
              <a:gdLst/>
              <a:ahLst/>
              <a:cxnLst/>
              <a:rect l="l" t="t" r="r" b="b"/>
              <a:pathLst>
                <a:path w="635000" h="635000">
                  <a:moveTo>
                    <a:pt x="317500" y="0"/>
                  </a:moveTo>
                  <a:arcTo wR="317500" hR="317500" stAng="16200000" swAng="5616000"/>
                  <a:lnTo>
                    <a:pt x="317500" y="317500"/>
                  </a:lnTo>
                  <a:close/>
                </a:path>
                <a:path w="635000" h="635000" fill="none">
                  <a:moveTo>
                    <a:pt x="634373" y="337435"/>
                  </a:moveTo>
                  <a:arcTo wR="317500" hR="317500" stAng="216000" swAng="1598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7" name="Harvey 27/100 [27]">
              <a:extLst>
                <a:ext uri="{FF2B5EF4-FFF2-40B4-BE49-F238E27FC236}">
                  <a16:creationId xmlns:a16="http://schemas.microsoft.com/office/drawing/2014/main" id="{E2928B53-FC5C-427C-AE65-9286773D84B2}"/>
                </a:ext>
              </a:extLst>
            </p:cNvPr>
            <p:cNvSpPr>
              <a:spLocks noChangeAspect="1"/>
            </p:cNvSpPr>
            <p:nvPr>
              <p:custDataLst>
                <p:tags r:id="rId79"/>
              </p:custDataLst>
            </p:nvPr>
          </p:nvSpPr>
          <p:spPr>
            <a:xfrm>
              <a:off x="4334905" y="3282696"/>
              <a:ext cx="292608" cy="292608"/>
            </a:xfrm>
            <a:custGeom>
              <a:avLst/>
              <a:gdLst/>
              <a:ahLst/>
              <a:cxnLst/>
              <a:rect l="l" t="t" r="r" b="b"/>
              <a:pathLst>
                <a:path w="635000" h="635000">
                  <a:moveTo>
                    <a:pt x="317500" y="0"/>
                  </a:moveTo>
                  <a:arcTo wR="317500" hR="317500" stAng="16200000" swAng="5832000"/>
                  <a:lnTo>
                    <a:pt x="317500" y="317500"/>
                  </a:lnTo>
                  <a:close/>
                </a:path>
                <a:path w="635000" h="635000" fill="none">
                  <a:moveTo>
                    <a:pt x="632496" y="357293"/>
                  </a:moveTo>
                  <a:arcTo wR="317500" hR="317500" stAng="432000" swAng="1576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8" name="Harvey 28/100 [28]">
              <a:extLst>
                <a:ext uri="{FF2B5EF4-FFF2-40B4-BE49-F238E27FC236}">
                  <a16:creationId xmlns:a16="http://schemas.microsoft.com/office/drawing/2014/main" id="{D8CF4F20-8FEC-47FF-9B86-E818143B2C19}"/>
                </a:ext>
              </a:extLst>
            </p:cNvPr>
            <p:cNvSpPr>
              <a:spLocks noChangeAspect="1"/>
            </p:cNvSpPr>
            <p:nvPr>
              <p:custDataLst>
                <p:tags r:id="rId80"/>
              </p:custDataLst>
            </p:nvPr>
          </p:nvSpPr>
          <p:spPr>
            <a:xfrm>
              <a:off x="4334905" y="3282696"/>
              <a:ext cx="292608" cy="292608"/>
            </a:xfrm>
            <a:custGeom>
              <a:avLst/>
              <a:gdLst/>
              <a:ahLst/>
              <a:cxnLst/>
              <a:rect l="l" t="t" r="r" b="b"/>
              <a:pathLst>
                <a:path w="635000" h="635000">
                  <a:moveTo>
                    <a:pt x="317500" y="0"/>
                  </a:moveTo>
                  <a:arcTo wR="317500" hR="317500" stAng="16200000" swAng="6048000"/>
                  <a:lnTo>
                    <a:pt x="317500" y="317500"/>
                  </a:lnTo>
                  <a:close/>
                </a:path>
                <a:path w="635000" h="635000" fill="none">
                  <a:moveTo>
                    <a:pt x="629376" y="376993"/>
                  </a:moveTo>
                  <a:arcTo wR="317500" hR="317500" stAng="648000" swAng="1555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9" name="Harvey 29/100 [29]">
              <a:extLst>
                <a:ext uri="{FF2B5EF4-FFF2-40B4-BE49-F238E27FC236}">
                  <a16:creationId xmlns:a16="http://schemas.microsoft.com/office/drawing/2014/main" id="{E1AF074D-4599-4D0E-8078-66303FEBDE44}"/>
                </a:ext>
              </a:extLst>
            </p:cNvPr>
            <p:cNvSpPr>
              <a:spLocks noChangeAspect="1"/>
            </p:cNvSpPr>
            <p:nvPr>
              <p:custDataLst>
                <p:tags r:id="rId81"/>
              </p:custDataLst>
            </p:nvPr>
          </p:nvSpPr>
          <p:spPr>
            <a:xfrm>
              <a:off x="4334905" y="3282696"/>
              <a:ext cx="292608" cy="292608"/>
            </a:xfrm>
            <a:custGeom>
              <a:avLst/>
              <a:gdLst/>
              <a:ahLst/>
              <a:cxnLst/>
              <a:rect l="l" t="t" r="r" b="b"/>
              <a:pathLst>
                <a:path w="635000" h="635000">
                  <a:moveTo>
                    <a:pt x="317500" y="0"/>
                  </a:moveTo>
                  <a:arcTo wR="317500" hR="317500" stAng="16200000" swAng="6263999"/>
                  <a:lnTo>
                    <a:pt x="317500" y="317500"/>
                  </a:lnTo>
                  <a:close/>
                </a:path>
                <a:path w="635000" h="635000" fill="none">
                  <a:moveTo>
                    <a:pt x="625025" y="396459"/>
                  </a:moveTo>
                  <a:arcTo wR="317500" hR="317500" stAng="863999" swAng="1533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0" name="Harvey 30/100 [30]">
              <a:extLst>
                <a:ext uri="{FF2B5EF4-FFF2-40B4-BE49-F238E27FC236}">
                  <a16:creationId xmlns:a16="http://schemas.microsoft.com/office/drawing/2014/main" id="{2DF9C982-C062-4899-8A5F-20F49AD9E1B5}"/>
                </a:ext>
              </a:extLst>
            </p:cNvPr>
            <p:cNvSpPr>
              <a:spLocks noChangeAspect="1"/>
            </p:cNvSpPr>
            <p:nvPr>
              <p:custDataLst>
                <p:tags r:id="rId82"/>
              </p:custDataLst>
            </p:nvPr>
          </p:nvSpPr>
          <p:spPr>
            <a:xfrm>
              <a:off x="4334905" y="3282696"/>
              <a:ext cx="292608" cy="292608"/>
            </a:xfrm>
            <a:custGeom>
              <a:avLst/>
              <a:gdLst/>
              <a:ahLst/>
              <a:cxnLst/>
              <a:rect l="l" t="t" r="r" b="b"/>
              <a:pathLst>
                <a:path w="635000" h="635000">
                  <a:moveTo>
                    <a:pt x="317500" y="0"/>
                  </a:moveTo>
                  <a:arcTo wR="317500" hR="317500" stAng="16200000" swAng="6480000"/>
                  <a:lnTo>
                    <a:pt x="317500" y="317500"/>
                  </a:lnTo>
                  <a:close/>
                </a:path>
                <a:path w="635000" h="635000" fill="none">
                  <a:moveTo>
                    <a:pt x="619460" y="415612"/>
                  </a:moveTo>
                  <a:arcTo wR="317500" hR="317500" stAng="1080000" swAng="15119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1" name="Harvey 31/100 [31]">
              <a:extLst>
                <a:ext uri="{FF2B5EF4-FFF2-40B4-BE49-F238E27FC236}">
                  <a16:creationId xmlns:a16="http://schemas.microsoft.com/office/drawing/2014/main" id="{E98CD797-9DD9-4143-9058-D1ABF95E7406}"/>
                </a:ext>
              </a:extLst>
            </p:cNvPr>
            <p:cNvSpPr>
              <a:spLocks noChangeAspect="1"/>
            </p:cNvSpPr>
            <p:nvPr>
              <p:custDataLst>
                <p:tags r:id="rId83"/>
              </p:custDataLst>
            </p:nvPr>
          </p:nvSpPr>
          <p:spPr>
            <a:xfrm>
              <a:off x="4334905" y="3282696"/>
              <a:ext cx="292608" cy="292608"/>
            </a:xfrm>
            <a:custGeom>
              <a:avLst/>
              <a:gdLst/>
              <a:ahLst/>
              <a:cxnLst/>
              <a:rect l="l" t="t" r="r" b="b"/>
              <a:pathLst>
                <a:path w="635000" h="635000">
                  <a:moveTo>
                    <a:pt x="317500" y="0"/>
                  </a:moveTo>
                  <a:arcTo wR="317500" hR="317500" stAng="16200000" swAng="6696000"/>
                  <a:lnTo>
                    <a:pt x="317500" y="317500"/>
                  </a:lnTo>
                  <a:close/>
                </a:path>
                <a:path w="635000" h="635000" fill="none">
                  <a:moveTo>
                    <a:pt x="612704" y="434379"/>
                  </a:moveTo>
                  <a:arcTo wR="317500" hR="317500" stAng="1295999" swAng="1490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2" name="Harvey 32/100 [32]">
              <a:extLst>
                <a:ext uri="{FF2B5EF4-FFF2-40B4-BE49-F238E27FC236}">
                  <a16:creationId xmlns:a16="http://schemas.microsoft.com/office/drawing/2014/main" id="{39029FE4-844F-47DA-8FEF-FB68673FF10C}"/>
                </a:ext>
              </a:extLst>
            </p:cNvPr>
            <p:cNvSpPr>
              <a:spLocks noChangeAspect="1"/>
            </p:cNvSpPr>
            <p:nvPr>
              <p:custDataLst>
                <p:tags r:id="rId84"/>
              </p:custDataLst>
            </p:nvPr>
          </p:nvSpPr>
          <p:spPr>
            <a:xfrm>
              <a:off x="4334905" y="3282696"/>
              <a:ext cx="292608" cy="292608"/>
            </a:xfrm>
            <a:custGeom>
              <a:avLst/>
              <a:gdLst/>
              <a:ahLst/>
              <a:cxnLst/>
              <a:rect l="l" t="t" r="r" b="b"/>
              <a:pathLst>
                <a:path w="635000" h="635000">
                  <a:moveTo>
                    <a:pt x="317500" y="0"/>
                  </a:moveTo>
                  <a:arcTo wR="317500" hR="317500" stAng="16200000" swAng="6912000"/>
                  <a:lnTo>
                    <a:pt x="317500" y="317500"/>
                  </a:lnTo>
                  <a:close/>
                </a:path>
                <a:path w="635000" h="635000" fill="none">
                  <a:moveTo>
                    <a:pt x="604782" y="452684"/>
                  </a:moveTo>
                  <a:arcTo wR="317500" hR="317500" stAng="1512000" swAng="14687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3" name="Harvey 33/100 [33]">
              <a:extLst>
                <a:ext uri="{FF2B5EF4-FFF2-40B4-BE49-F238E27FC236}">
                  <a16:creationId xmlns:a16="http://schemas.microsoft.com/office/drawing/2014/main" id="{B99AA4D4-9C74-447B-89EF-8FD268FF95EE}"/>
                </a:ext>
              </a:extLst>
            </p:cNvPr>
            <p:cNvSpPr>
              <a:spLocks noChangeAspect="1"/>
            </p:cNvSpPr>
            <p:nvPr>
              <p:custDataLst>
                <p:tags r:id="rId85"/>
              </p:custDataLst>
            </p:nvPr>
          </p:nvSpPr>
          <p:spPr>
            <a:xfrm>
              <a:off x="4334905" y="3282696"/>
              <a:ext cx="292608" cy="292608"/>
            </a:xfrm>
            <a:custGeom>
              <a:avLst/>
              <a:gdLst/>
              <a:ahLst/>
              <a:cxnLst/>
              <a:rect l="l" t="t" r="r" b="b"/>
              <a:pathLst>
                <a:path w="635000" h="635000">
                  <a:moveTo>
                    <a:pt x="317500" y="0"/>
                  </a:moveTo>
                  <a:arcTo wR="317500" hR="317500" stAng="16200000" swAng="7128000"/>
                  <a:lnTo>
                    <a:pt x="317500" y="317500"/>
                  </a:lnTo>
                  <a:close/>
                </a:path>
                <a:path w="635000" h="635000" fill="none">
                  <a:moveTo>
                    <a:pt x="595727" y="470456"/>
                  </a:moveTo>
                  <a:arcTo wR="317500" hR="317500" stAng="1728000" swAng="1447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4" name="Harvey 34/100 [34]">
              <a:extLst>
                <a:ext uri="{FF2B5EF4-FFF2-40B4-BE49-F238E27FC236}">
                  <a16:creationId xmlns:a16="http://schemas.microsoft.com/office/drawing/2014/main" id="{0880CCDE-4DDE-49A8-AFB2-FDDCE314B4D3}"/>
                </a:ext>
              </a:extLst>
            </p:cNvPr>
            <p:cNvSpPr>
              <a:spLocks noChangeAspect="1"/>
            </p:cNvSpPr>
            <p:nvPr>
              <p:custDataLst>
                <p:tags r:id="rId86"/>
              </p:custDataLst>
            </p:nvPr>
          </p:nvSpPr>
          <p:spPr>
            <a:xfrm>
              <a:off x="4334905" y="3282696"/>
              <a:ext cx="292608" cy="292608"/>
            </a:xfrm>
            <a:custGeom>
              <a:avLst/>
              <a:gdLst/>
              <a:ahLst/>
              <a:cxnLst/>
              <a:rect l="l" t="t" r="r" b="b"/>
              <a:pathLst>
                <a:path w="635000" h="635000">
                  <a:moveTo>
                    <a:pt x="317500" y="0"/>
                  </a:moveTo>
                  <a:arcTo wR="317500" hR="317500" stAng="16200000" swAng="7344000"/>
                  <a:lnTo>
                    <a:pt x="317500" y="317500"/>
                  </a:lnTo>
                  <a:close/>
                </a:path>
                <a:path w="635000" h="635000" fill="none">
                  <a:moveTo>
                    <a:pt x="585574" y="487625"/>
                  </a:moveTo>
                  <a:arcTo wR="317500" hR="317500" stAng="1944000" swAng="14255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5" name="Harvey 35/100 [35]">
              <a:extLst>
                <a:ext uri="{FF2B5EF4-FFF2-40B4-BE49-F238E27FC236}">
                  <a16:creationId xmlns:a16="http://schemas.microsoft.com/office/drawing/2014/main" id="{F37E834A-F9D8-4623-BC85-60359856CCD0}"/>
                </a:ext>
              </a:extLst>
            </p:cNvPr>
            <p:cNvSpPr>
              <a:spLocks noChangeAspect="1"/>
            </p:cNvSpPr>
            <p:nvPr>
              <p:custDataLst>
                <p:tags r:id="rId87"/>
              </p:custDataLst>
            </p:nvPr>
          </p:nvSpPr>
          <p:spPr>
            <a:xfrm>
              <a:off x="4334905" y="3282696"/>
              <a:ext cx="292608" cy="292608"/>
            </a:xfrm>
            <a:custGeom>
              <a:avLst/>
              <a:gdLst/>
              <a:ahLst/>
              <a:cxnLst/>
              <a:rect l="l" t="t" r="r" b="b"/>
              <a:pathLst>
                <a:path w="635000" h="635000">
                  <a:moveTo>
                    <a:pt x="317500" y="0"/>
                  </a:moveTo>
                  <a:arcTo wR="317500" hR="317500" stAng="16200000" swAng="7559999"/>
                  <a:lnTo>
                    <a:pt x="317500" y="317500"/>
                  </a:lnTo>
                  <a:close/>
                </a:path>
                <a:path w="635000" h="635000" fill="none">
                  <a:moveTo>
                    <a:pt x="574362" y="504121"/>
                  </a:moveTo>
                  <a:arcTo wR="317500" hR="317500" stAng="2159999" swAng="1404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6" name="Harvey 36/100 [36]">
              <a:extLst>
                <a:ext uri="{FF2B5EF4-FFF2-40B4-BE49-F238E27FC236}">
                  <a16:creationId xmlns:a16="http://schemas.microsoft.com/office/drawing/2014/main" id="{15163940-B229-4368-B727-3714123C78AB}"/>
                </a:ext>
              </a:extLst>
            </p:cNvPr>
            <p:cNvSpPr>
              <a:spLocks noChangeAspect="1"/>
            </p:cNvSpPr>
            <p:nvPr>
              <p:custDataLst>
                <p:tags r:id="rId88"/>
              </p:custDataLst>
            </p:nvPr>
          </p:nvSpPr>
          <p:spPr>
            <a:xfrm>
              <a:off x="4334905" y="3282696"/>
              <a:ext cx="292608" cy="292608"/>
            </a:xfrm>
            <a:custGeom>
              <a:avLst/>
              <a:gdLst/>
              <a:ahLst/>
              <a:cxnLst/>
              <a:rect l="l" t="t" r="r" b="b"/>
              <a:pathLst>
                <a:path w="635000" h="635000">
                  <a:moveTo>
                    <a:pt x="317500" y="0"/>
                  </a:moveTo>
                  <a:arcTo wR="317500" hR="317500" stAng="16200000" swAng="7776000"/>
                  <a:lnTo>
                    <a:pt x="317500" y="317500"/>
                  </a:lnTo>
                  <a:close/>
                </a:path>
                <a:path w="635000" h="635000" fill="none">
                  <a:moveTo>
                    <a:pt x="562137" y="519882"/>
                  </a:moveTo>
                  <a:arcTo wR="317500" hR="317500" stAng="2375999" swAng="1382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7" name="Harvey 37/100 [37]">
              <a:extLst>
                <a:ext uri="{FF2B5EF4-FFF2-40B4-BE49-F238E27FC236}">
                  <a16:creationId xmlns:a16="http://schemas.microsoft.com/office/drawing/2014/main" id="{64BAECDC-27C7-4333-B9D8-59DE42A1B1AA}"/>
                </a:ext>
              </a:extLst>
            </p:cNvPr>
            <p:cNvSpPr>
              <a:spLocks noChangeAspect="1"/>
            </p:cNvSpPr>
            <p:nvPr>
              <p:custDataLst>
                <p:tags r:id="rId89"/>
              </p:custDataLst>
            </p:nvPr>
          </p:nvSpPr>
          <p:spPr>
            <a:xfrm>
              <a:off x="4334905" y="3282696"/>
              <a:ext cx="292608" cy="292608"/>
            </a:xfrm>
            <a:custGeom>
              <a:avLst/>
              <a:gdLst/>
              <a:ahLst/>
              <a:cxnLst/>
              <a:rect l="l" t="t" r="r" b="b"/>
              <a:pathLst>
                <a:path w="635000" h="635000">
                  <a:moveTo>
                    <a:pt x="317500" y="0"/>
                  </a:moveTo>
                  <a:arcTo wR="317500" hR="317500" stAng="16200000" swAng="7991999"/>
                  <a:lnTo>
                    <a:pt x="317500" y="317500"/>
                  </a:lnTo>
                  <a:close/>
                </a:path>
                <a:path w="635000" h="635000" fill="none">
                  <a:moveTo>
                    <a:pt x="548947" y="534843"/>
                  </a:moveTo>
                  <a:arcTo wR="317500" hR="317500" stAng="2591999" swAng="1360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8" name="Harvey 38/100 [38]">
              <a:extLst>
                <a:ext uri="{FF2B5EF4-FFF2-40B4-BE49-F238E27FC236}">
                  <a16:creationId xmlns:a16="http://schemas.microsoft.com/office/drawing/2014/main" id="{4F018A0A-A74A-4E47-BC47-203679D4F8C0}"/>
                </a:ext>
              </a:extLst>
            </p:cNvPr>
            <p:cNvSpPr>
              <a:spLocks noChangeAspect="1"/>
            </p:cNvSpPr>
            <p:nvPr>
              <p:custDataLst>
                <p:tags r:id="rId90"/>
              </p:custDataLst>
            </p:nvPr>
          </p:nvSpPr>
          <p:spPr>
            <a:xfrm>
              <a:off x="4334905" y="3282696"/>
              <a:ext cx="292608" cy="292608"/>
            </a:xfrm>
            <a:custGeom>
              <a:avLst/>
              <a:gdLst/>
              <a:ahLst/>
              <a:cxnLst/>
              <a:rect l="l" t="t" r="r" b="b"/>
              <a:pathLst>
                <a:path w="635000" h="635000">
                  <a:moveTo>
                    <a:pt x="317500" y="0"/>
                  </a:moveTo>
                  <a:arcTo wR="317500" hR="317500" stAng="16200000" swAng="8208000"/>
                  <a:lnTo>
                    <a:pt x="317500" y="317500"/>
                  </a:lnTo>
                  <a:close/>
                </a:path>
                <a:path w="635000" h="635000" fill="none">
                  <a:moveTo>
                    <a:pt x="534843" y="548947"/>
                  </a:moveTo>
                  <a:arcTo wR="317500" hR="317500" stAng="2808000" swAng="1339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9" name="Harvey 39/100 [39]">
              <a:extLst>
                <a:ext uri="{FF2B5EF4-FFF2-40B4-BE49-F238E27FC236}">
                  <a16:creationId xmlns:a16="http://schemas.microsoft.com/office/drawing/2014/main" id="{ACA75957-9FDB-46A2-82EC-77103CBEAC52}"/>
                </a:ext>
              </a:extLst>
            </p:cNvPr>
            <p:cNvSpPr>
              <a:spLocks noChangeAspect="1"/>
            </p:cNvSpPr>
            <p:nvPr>
              <p:custDataLst>
                <p:tags r:id="rId91"/>
              </p:custDataLst>
            </p:nvPr>
          </p:nvSpPr>
          <p:spPr>
            <a:xfrm>
              <a:off x="4334905" y="3282696"/>
              <a:ext cx="292608" cy="292608"/>
            </a:xfrm>
            <a:custGeom>
              <a:avLst/>
              <a:gdLst/>
              <a:ahLst/>
              <a:cxnLst/>
              <a:rect l="l" t="t" r="r" b="b"/>
              <a:pathLst>
                <a:path w="635000" h="635000">
                  <a:moveTo>
                    <a:pt x="317500" y="0"/>
                  </a:moveTo>
                  <a:arcTo wR="317500" hR="317500" stAng="16200000" swAng="8424000"/>
                  <a:lnTo>
                    <a:pt x="317500" y="317500"/>
                  </a:lnTo>
                  <a:close/>
                </a:path>
                <a:path w="635000" h="635000" fill="none">
                  <a:moveTo>
                    <a:pt x="519882" y="562137"/>
                  </a:moveTo>
                  <a:arcTo wR="317500" hR="317500" stAng="3024000" swAng="1317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0" name="Harvey 40/100 [40]">
              <a:extLst>
                <a:ext uri="{FF2B5EF4-FFF2-40B4-BE49-F238E27FC236}">
                  <a16:creationId xmlns:a16="http://schemas.microsoft.com/office/drawing/2014/main" id="{025DFA7F-A073-422A-8D20-E27D1ABE4342}"/>
                </a:ext>
              </a:extLst>
            </p:cNvPr>
            <p:cNvSpPr>
              <a:spLocks noChangeAspect="1"/>
            </p:cNvSpPr>
            <p:nvPr>
              <p:custDataLst>
                <p:tags r:id="rId92"/>
              </p:custDataLst>
            </p:nvPr>
          </p:nvSpPr>
          <p:spPr>
            <a:xfrm>
              <a:off x="4334905" y="3282696"/>
              <a:ext cx="292608" cy="292608"/>
            </a:xfrm>
            <a:custGeom>
              <a:avLst/>
              <a:gdLst/>
              <a:ahLst/>
              <a:cxnLst/>
              <a:rect l="l" t="t" r="r" b="b"/>
              <a:pathLst>
                <a:path w="635000" h="635000">
                  <a:moveTo>
                    <a:pt x="317500" y="0"/>
                  </a:moveTo>
                  <a:arcTo wR="317500" hR="317500" stAng="16200000" swAng="8640000"/>
                  <a:lnTo>
                    <a:pt x="317500" y="317500"/>
                  </a:lnTo>
                  <a:close/>
                </a:path>
                <a:path w="635000" h="635000" fill="none">
                  <a:moveTo>
                    <a:pt x="504121" y="574362"/>
                  </a:moveTo>
                  <a:arcTo wR="317500" hR="317500" stAng="3240000" swAng="1296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1" name="Harvey 41/100 [41]">
              <a:extLst>
                <a:ext uri="{FF2B5EF4-FFF2-40B4-BE49-F238E27FC236}">
                  <a16:creationId xmlns:a16="http://schemas.microsoft.com/office/drawing/2014/main" id="{BF311CE9-A4CB-4965-8F0F-5B6811E9FB20}"/>
                </a:ext>
              </a:extLst>
            </p:cNvPr>
            <p:cNvSpPr>
              <a:spLocks noChangeAspect="1"/>
            </p:cNvSpPr>
            <p:nvPr>
              <p:custDataLst>
                <p:tags r:id="rId93"/>
              </p:custDataLst>
            </p:nvPr>
          </p:nvSpPr>
          <p:spPr>
            <a:xfrm>
              <a:off x="4334905" y="3282696"/>
              <a:ext cx="292608" cy="292608"/>
            </a:xfrm>
            <a:custGeom>
              <a:avLst/>
              <a:gdLst/>
              <a:ahLst/>
              <a:cxnLst/>
              <a:rect l="l" t="t" r="r" b="b"/>
              <a:pathLst>
                <a:path w="635000" h="635000">
                  <a:moveTo>
                    <a:pt x="317500" y="0"/>
                  </a:moveTo>
                  <a:arcTo wR="317500" hR="317500" stAng="16200000" swAng="8856000"/>
                  <a:lnTo>
                    <a:pt x="317500" y="317500"/>
                  </a:lnTo>
                  <a:close/>
                </a:path>
                <a:path w="635000" h="635000" fill="none">
                  <a:moveTo>
                    <a:pt x="487625" y="585574"/>
                  </a:moveTo>
                  <a:arcTo wR="317500" hR="317500" stAng="3455999" swAng="1274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2" name="Harvey 42/100 [42]">
              <a:extLst>
                <a:ext uri="{FF2B5EF4-FFF2-40B4-BE49-F238E27FC236}">
                  <a16:creationId xmlns:a16="http://schemas.microsoft.com/office/drawing/2014/main" id="{1B415A3D-1E85-4E6A-8BAB-3BB56600BA4F}"/>
                </a:ext>
              </a:extLst>
            </p:cNvPr>
            <p:cNvSpPr>
              <a:spLocks noChangeAspect="1"/>
            </p:cNvSpPr>
            <p:nvPr>
              <p:custDataLst>
                <p:tags r:id="rId94"/>
              </p:custDataLst>
            </p:nvPr>
          </p:nvSpPr>
          <p:spPr>
            <a:xfrm>
              <a:off x="4334905" y="3282696"/>
              <a:ext cx="292608" cy="292608"/>
            </a:xfrm>
            <a:custGeom>
              <a:avLst/>
              <a:gdLst/>
              <a:ahLst/>
              <a:cxnLst/>
              <a:rect l="l" t="t" r="r" b="b"/>
              <a:pathLst>
                <a:path w="635000" h="635000">
                  <a:moveTo>
                    <a:pt x="317500" y="0"/>
                  </a:moveTo>
                  <a:arcTo wR="317500" hR="317500" stAng="16200000" swAng="9072000"/>
                  <a:lnTo>
                    <a:pt x="317500" y="317500"/>
                  </a:lnTo>
                  <a:close/>
                </a:path>
                <a:path w="635000" h="635000" fill="none">
                  <a:moveTo>
                    <a:pt x="470456" y="595727"/>
                  </a:moveTo>
                  <a:arcTo wR="317500" hR="317500" stAng="3671999" swAng="1252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3" name="Harvey 43/100 [43]">
              <a:extLst>
                <a:ext uri="{FF2B5EF4-FFF2-40B4-BE49-F238E27FC236}">
                  <a16:creationId xmlns:a16="http://schemas.microsoft.com/office/drawing/2014/main" id="{7EAD6077-4487-4E7D-846D-445E65B5291C}"/>
                </a:ext>
              </a:extLst>
            </p:cNvPr>
            <p:cNvSpPr>
              <a:spLocks noChangeAspect="1"/>
            </p:cNvSpPr>
            <p:nvPr>
              <p:custDataLst>
                <p:tags r:id="rId95"/>
              </p:custDataLst>
            </p:nvPr>
          </p:nvSpPr>
          <p:spPr>
            <a:xfrm>
              <a:off x="4334905" y="3282696"/>
              <a:ext cx="292608" cy="292608"/>
            </a:xfrm>
            <a:custGeom>
              <a:avLst/>
              <a:gdLst/>
              <a:ahLst/>
              <a:cxnLst/>
              <a:rect l="l" t="t" r="r" b="b"/>
              <a:pathLst>
                <a:path w="635000" h="635000">
                  <a:moveTo>
                    <a:pt x="317500" y="0"/>
                  </a:moveTo>
                  <a:arcTo wR="317500" hR="317500" stAng="16200000" swAng="9288000"/>
                  <a:lnTo>
                    <a:pt x="317500" y="317500"/>
                  </a:lnTo>
                  <a:close/>
                </a:path>
                <a:path w="635000" h="635000" fill="none">
                  <a:moveTo>
                    <a:pt x="452684" y="604782"/>
                  </a:moveTo>
                  <a:arcTo wR="317500" hR="317500" stAng="3888000" swAng="1231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4" name="Harvey 44/100 [44]">
              <a:extLst>
                <a:ext uri="{FF2B5EF4-FFF2-40B4-BE49-F238E27FC236}">
                  <a16:creationId xmlns:a16="http://schemas.microsoft.com/office/drawing/2014/main" id="{4B57ADAF-4A83-4CB4-8920-E2B9F994E83E}"/>
                </a:ext>
              </a:extLst>
            </p:cNvPr>
            <p:cNvSpPr>
              <a:spLocks noChangeAspect="1"/>
            </p:cNvSpPr>
            <p:nvPr>
              <p:custDataLst>
                <p:tags r:id="rId96"/>
              </p:custDataLst>
            </p:nvPr>
          </p:nvSpPr>
          <p:spPr>
            <a:xfrm>
              <a:off x="4334905" y="3282696"/>
              <a:ext cx="292608" cy="292608"/>
            </a:xfrm>
            <a:custGeom>
              <a:avLst/>
              <a:gdLst/>
              <a:ahLst/>
              <a:cxnLst/>
              <a:rect l="l" t="t" r="r" b="b"/>
              <a:pathLst>
                <a:path w="635000" h="635000">
                  <a:moveTo>
                    <a:pt x="317500" y="0"/>
                  </a:moveTo>
                  <a:arcTo wR="317500" hR="317500" stAng="16200000" swAng="9504000"/>
                  <a:lnTo>
                    <a:pt x="317500" y="317500"/>
                  </a:lnTo>
                  <a:close/>
                </a:path>
                <a:path w="635000" h="635000" fill="none">
                  <a:moveTo>
                    <a:pt x="434379" y="612704"/>
                  </a:moveTo>
                  <a:arcTo wR="317500" hR="317500" stAng="4104000" swAng="1209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5" name="Harvey 45/100 [45]">
              <a:extLst>
                <a:ext uri="{FF2B5EF4-FFF2-40B4-BE49-F238E27FC236}">
                  <a16:creationId xmlns:a16="http://schemas.microsoft.com/office/drawing/2014/main" id="{FF3E5416-AC43-4CBB-A32A-A966ED03106F}"/>
                </a:ext>
              </a:extLst>
            </p:cNvPr>
            <p:cNvSpPr>
              <a:spLocks noChangeAspect="1"/>
            </p:cNvSpPr>
            <p:nvPr>
              <p:custDataLst>
                <p:tags r:id="rId97"/>
              </p:custDataLst>
            </p:nvPr>
          </p:nvSpPr>
          <p:spPr>
            <a:xfrm>
              <a:off x="4334905" y="3282696"/>
              <a:ext cx="292608" cy="292608"/>
            </a:xfrm>
            <a:custGeom>
              <a:avLst/>
              <a:gdLst/>
              <a:ahLst/>
              <a:cxnLst/>
              <a:rect l="l" t="t" r="r" b="b"/>
              <a:pathLst>
                <a:path w="635000" h="635000">
                  <a:moveTo>
                    <a:pt x="317500" y="0"/>
                  </a:moveTo>
                  <a:arcTo wR="317500" hR="317500" stAng="16200000" swAng="9720000"/>
                  <a:lnTo>
                    <a:pt x="317500" y="317500"/>
                  </a:lnTo>
                  <a:close/>
                </a:path>
                <a:path w="635000" h="635000" fill="none">
                  <a:moveTo>
                    <a:pt x="415612" y="619460"/>
                  </a:moveTo>
                  <a:arcTo wR="317500" hR="317500" stAng="4320000" swAng="1188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6" name="Harvey 46/100 [46]">
              <a:extLst>
                <a:ext uri="{FF2B5EF4-FFF2-40B4-BE49-F238E27FC236}">
                  <a16:creationId xmlns:a16="http://schemas.microsoft.com/office/drawing/2014/main" id="{49AFF9C1-C19A-487C-A4C1-47DA87277C3B}"/>
                </a:ext>
              </a:extLst>
            </p:cNvPr>
            <p:cNvSpPr>
              <a:spLocks noChangeAspect="1"/>
            </p:cNvSpPr>
            <p:nvPr>
              <p:custDataLst>
                <p:tags r:id="rId98"/>
              </p:custDataLst>
            </p:nvPr>
          </p:nvSpPr>
          <p:spPr>
            <a:xfrm>
              <a:off x="4334905" y="3282696"/>
              <a:ext cx="292608" cy="292608"/>
            </a:xfrm>
            <a:custGeom>
              <a:avLst/>
              <a:gdLst/>
              <a:ahLst/>
              <a:cxnLst/>
              <a:rect l="l" t="t" r="r" b="b"/>
              <a:pathLst>
                <a:path w="635000" h="635000">
                  <a:moveTo>
                    <a:pt x="317500" y="0"/>
                  </a:moveTo>
                  <a:arcTo wR="317500" hR="317500" stAng="16200000" swAng="9936000"/>
                  <a:lnTo>
                    <a:pt x="317500" y="317500"/>
                  </a:lnTo>
                  <a:close/>
                </a:path>
                <a:path w="635000" h="635000" fill="none">
                  <a:moveTo>
                    <a:pt x="396459" y="625025"/>
                  </a:moveTo>
                  <a:arcTo wR="317500" hR="317500" stAng="4536000" swAng="1166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7" name="Harvey 47/100 [47]">
              <a:extLst>
                <a:ext uri="{FF2B5EF4-FFF2-40B4-BE49-F238E27FC236}">
                  <a16:creationId xmlns:a16="http://schemas.microsoft.com/office/drawing/2014/main" id="{F35AEE09-D82F-438F-9D01-96C6876241F1}"/>
                </a:ext>
              </a:extLst>
            </p:cNvPr>
            <p:cNvSpPr>
              <a:spLocks noChangeAspect="1"/>
            </p:cNvSpPr>
            <p:nvPr>
              <p:custDataLst>
                <p:tags r:id="rId99"/>
              </p:custDataLst>
            </p:nvPr>
          </p:nvSpPr>
          <p:spPr>
            <a:xfrm>
              <a:off x="4334905" y="3282696"/>
              <a:ext cx="292608" cy="292608"/>
            </a:xfrm>
            <a:custGeom>
              <a:avLst/>
              <a:gdLst/>
              <a:ahLst/>
              <a:cxnLst/>
              <a:rect l="l" t="t" r="r" b="b"/>
              <a:pathLst>
                <a:path w="635000" h="635000">
                  <a:moveTo>
                    <a:pt x="317500" y="0"/>
                  </a:moveTo>
                  <a:arcTo wR="317500" hR="317500" stAng="16200000" swAng="10152000"/>
                  <a:lnTo>
                    <a:pt x="317500" y="317500"/>
                  </a:lnTo>
                  <a:close/>
                </a:path>
                <a:path w="635000" h="635000" fill="none">
                  <a:moveTo>
                    <a:pt x="376993" y="629376"/>
                  </a:moveTo>
                  <a:arcTo wR="317500" hR="317500" stAng="4751999" swAng="1144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8" name="Harvey 48/100 [48]">
              <a:extLst>
                <a:ext uri="{FF2B5EF4-FFF2-40B4-BE49-F238E27FC236}">
                  <a16:creationId xmlns:a16="http://schemas.microsoft.com/office/drawing/2014/main" id="{4FC3325B-EEB2-4420-9715-1149CEACE9AC}"/>
                </a:ext>
              </a:extLst>
            </p:cNvPr>
            <p:cNvSpPr>
              <a:spLocks noChangeAspect="1"/>
            </p:cNvSpPr>
            <p:nvPr>
              <p:custDataLst>
                <p:tags r:id="rId100"/>
              </p:custDataLst>
            </p:nvPr>
          </p:nvSpPr>
          <p:spPr>
            <a:xfrm>
              <a:off x="4334905" y="3282696"/>
              <a:ext cx="292608" cy="292608"/>
            </a:xfrm>
            <a:custGeom>
              <a:avLst/>
              <a:gdLst/>
              <a:ahLst/>
              <a:cxnLst/>
              <a:rect l="l" t="t" r="r" b="b"/>
              <a:pathLst>
                <a:path w="635000" h="635000">
                  <a:moveTo>
                    <a:pt x="317500" y="0"/>
                  </a:moveTo>
                  <a:arcTo wR="317500" hR="317500" stAng="16200000" swAng="10367999"/>
                  <a:lnTo>
                    <a:pt x="317500" y="317500"/>
                  </a:lnTo>
                  <a:close/>
                </a:path>
                <a:path w="635000" h="635000" fill="none">
                  <a:moveTo>
                    <a:pt x="357293" y="632496"/>
                  </a:moveTo>
                  <a:arcTo wR="317500" hR="317500" stAng="4967999" swAng="1123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9" name="Harvey 49/100 [49]">
              <a:extLst>
                <a:ext uri="{FF2B5EF4-FFF2-40B4-BE49-F238E27FC236}">
                  <a16:creationId xmlns:a16="http://schemas.microsoft.com/office/drawing/2014/main" id="{3BE00D50-8FCE-4E11-AA24-10B621732F20}"/>
                </a:ext>
              </a:extLst>
            </p:cNvPr>
            <p:cNvSpPr>
              <a:spLocks noChangeAspect="1"/>
            </p:cNvSpPr>
            <p:nvPr>
              <p:custDataLst>
                <p:tags r:id="rId101"/>
              </p:custDataLst>
            </p:nvPr>
          </p:nvSpPr>
          <p:spPr>
            <a:xfrm>
              <a:off x="4334905" y="3282696"/>
              <a:ext cx="292608" cy="292608"/>
            </a:xfrm>
            <a:custGeom>
              <a:avLst/>
              <a:gdLst/>
              <a:ahLst/>
              <a:cxnLst/>
              <a:rect l="l" t="t" r="r" b="b"/>
              <a:pathLst>
                <a:path w="635000" h="635000">
                  <a:moveTo>
                    <a:pt x="317500" y="0"/>
                  </a:moveTo>
                  <a:arcTo wR="317500" hR="317500" stAng="16200000" swAng="10584000"/>
                  <a:lnTo>
                    <a:pt x="317500" y="317500"/>
                  </a:lnTo>
                  <a:close/>
                </a:path>
                <a:path w="635000" h="635000" fill="none">
                  <a:moveTo>
                    <a:pt x="337435" y="634373"/>
                  </a:moveTo>
                  <a:arcTo wR="317500" hR="317500" stAng="5184000" swAng="1101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0" name="Harvey 50/100 [50]">
              <a:extLst>
                <a:ext uri="{FF2B5EF4-FFF2-40B4-BE49-F238E27FC236}">
                  <a16:creationId xmlns:a16="http://schemas.microsoft.com/office/drawing/2014/main" id="{97083993-8BFD-443F-A3A3-D28EF389CE2B}"/>
                </a:ext>
              </a:extLst>
            </p:cNvPr>
            <p:cNvSpPr>
              <a:spLocks noChangeAspect="1"/>
            </p:cNvSpPr>
            <p:nvPr>
              <p:custDataLst>
                <p:tags r:id="rId102"/>
              </p:custDataLst>
            </p:nvPr>
          </p:nvSpPr>
          <p:spPr>
            <a:xfrm>
              <a:off x="4334905" y="3282696"/>
              <a:ext cx="292608" cy="292608"/>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1" name="Harvey 51/100 [51]">
              <a:extLst>
                <a:ext uri="{FF2B5EF4-FFF2-40B4-BE49-F238E27FC236}">
                  <a16:creationId xmlns:a16="http://schemas.microsoft.com/office/drawing/2014/main" id="{BDE38762-18E9-47FF-895E-325F5976ECAA}"/>
                </a:ext>
              </a:extLst>
            </p:cNvPr>
            <p:cNvSpPr>
              <a:spLocks noChangeAspect="1"/>
            </p:cNvSpPr>
            <p:nvPr>
              <p:custDataLst>
                <p:tags r:id="rId103"/>
              </p:custDataLst>
            </p:nvPr>
          </p:nvSpPr>
          <p:spPr>
            <a:xfrm>
              <a:off x="4334905" y="3282696"/>
              <a:ext cx="292608" cy="292608"/>
            </a:xfrm>
            <a:custGeom>
              <a:avLst/>
              <a:gdLst/>
              <a:ahLst/>
              <a:cxnLst/>
              <a:rect l="l" t="t" r="r" b="b"/>
              <a:pathLst>
                <a:path w="635000" h="635000">
                  <a:moveTo>
                    <a:pt x="317500" y="0"/>
                  </a:moveTo>
                  <a:arcTo wR="317500" hR="317500" stAng="16200000" swAng="11016000"/>
                  <a:lnTo>
                    <a:pt x="317500" y="317500"/>
                  </a:lnTo>
                  <a:close/>
                </a:path>
                <a:path w="635000" h="635000" fill="none">
                  <a:moveTo>
                    <a:pt x="297564" y="634373"/>
                  </a:moveTo>
                  <a:arcTo wR="317500" hR="317500" stAng="5616000" swAng="1058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2" name="Harvey 52/100 [52]">
              <a:extLst>
                <a:ext uri="{FF2B5EF4-FFF2-40B4-BE49-F238E27FC236}">
                  <a16:creationId xmlns:a16="http://schemas.microsoft.com/office/drawing/2014/main" id="{785EAA21-FBCD-46DC-8430-7AB12F5A66AF}"/>
                </a:ext>
              </a:extLst>
            </p:cNvPr>
            <p:cNvSpPr>
              <a:spLocks noChangeAspect="1"/>
            </p:cNvSpPr>
            <p:nvPr>
              <p:custDataLst>
                <p:tags r:id="rId104"/>
              </p:custDataLst>
            </p:nvPr>
          </p:nvSpPr>
          <p:spPr>
            <a:xfrm>
              <a:off x="4334905" y="3282696"/>
              <a:ext cx="292608" cy="292608"/>
            </a:xfrm>
            <a:custGeom>
              <a:avLst/>
              <a:gdLst/>
              <a:ahLst/>
              <a:cxnLst/>
              <a:rect l="l" t="t" r="r" b="b"/>
              <a:pathLst>
                <a:path w="635000" h="635000">
                  <a:moveTo>
                    <a:pt x="317500" y="0"/>
                  </a:moveTo>
                  <a:arcTo wR="317500" hR="317500" stAng="16200000" swAng="11232000"/>
                  <a:lnTo>
                    <a:pt x="317500" y="317500"/>
                  </a:lnTo>
                  <a:close/>
                </a:path>
                <a:path w="635000" h="635000" fill="none">
                  <a:moveTo>
                    <a:pt x="277706" y="632496"/>
                  </a:moveTo>
                  <a:arcTo wR="317500" hR="317500" stAng="5832000" swAng="10367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3" name="Harvey 53/100 [53]">
              <a:extLst>
                <a:ext uri="{FF2B5EF4-FFF2-40B4-BE49-F238E27FC236}">
                  <a16:creationId xmlns:a16="http://schemas.microsoft.com/office/drawing/2014/main" id="{858D54BA-F4A5-4C67-830E-E85FF6EE735D}"/>
                </a:ext>
              </a:extLst>
            </p:cNvPr>
            <p:cNvSpPr>
              <a:spLocks noChangeAspect="1"/>
            </p:cNvSpPr>
            <p:nvPr>
              <p:custDataLst>
                <p:tags r:id="rId105"/>
              </p:custDataLst>
            </p:nvPr>
          </p:nvSpPr>
          <p:spPr>
            <a:xfrm>
              <a:off x="4334905" y="3282696"/>
              <a:ext cx="292608" cy="292608"/>
            </a:xfrm>
            <a:custGeom>
              <a:avLst/>
              <a:gdLst/>
              <a:ahLst/>
              <a:cxnLst/>
              <a:rect l="l" t="t" r="r" b="b"/>
              <a:pathLst>
                <a:path w="635000" h="635000">
                  <a:moveTo>
                    <a:pt x="317500" y="0"/>
                  </a:moveTo>
                  <a:arcTo wR="317500" hR="317500" stAng="16200000" swAng="11448000"/>
                  <a:lnTo>
                    <a:pt x="317500" y="317500"/>
                  </a:lnTo>
                  <a:close/>
                </a:path>
                <a:path w="635000" h="635000" fill="none">
                  <a:moveTo>
                    <a:pt x="258006" y="629376"/>
                  </a:moveTo>
                  <a:arcTo wR="317500" hR="317500" stAng="6048000" swAng="1015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4" name="Harvey 54/100 [54]">
              <a:extLst>
                <a:ext uri="{FF2B5EF4-FFF2-40B4-BE49-F238E27FC236}">
                  <a16:creationId xmlns:a16="http://schemas.microsoft.com/office/drawing/2014/main" id="{AC41BD7B-E1FA-4AED-B11C-E03936A672E6}"/>
                </a:ext>
              </a:extLst>
            </p:cNvPr>
            <p:cNvSpPr>
              <a:spLocks noChangeAspect="1"/>
            </p:cNvSpPr>
            <p:nvPr>
              <p:custDataLst>
                <p:tags r:id="rId106"/>
              </p:custDataLst>
            </p:nvPr>
          </p:nvSpPr>
          <p:spPr>
            <a:xfrm>
              <a:off x="4334905" y="3282696"/>
              <a:ext cx="292608" cy="292608"/>
            </a:xfrm>
            <a:custGeom>
              <a:avLst/>
              <a:gdLst/>
              <a:ahLst/>
              <a:cxnLst/>
              <a:rect l="l" t="t" r="r" b="b"/>
              <a:pathLst>
                <a:path w="635000" h="635000">
                  <a:moveTo>
                    <a:pt x="317500" y="0"/>
                  </a:moveTo>
                  <a:arcTo wR="317500" hR="317500" stAng="16200000" swAng="11664000"/>
                  <a:lnTo>
                    <a:pt x="317500" y="317500"/>
                  </a:lnTo>
                  <a:close/>
                </a:path>
                <a:path w="635000" h="635000" fill="none">
                  <a:moveTo>
                    <a:pt x="238540" y="625025"/>
                  </a:moveTo>
                  <a:arcTo wR="317500" hR="317500" stAng="6264000" swAng="993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5" name="Harvey 55/100 [55]">
              <a:extLst>
                <a:ext uri="{FF2B5EF4-FFF2-40B4-BE49-F238E27FC236}">
                  <a16:creationId xmlns:a16="http://schemas.microsoft.com/office/drawing/2014/main" id="{BAF901A0-5FD1-4B29-9AF9-DB8B19412429}"/>
                </a:ext>
              </a:extLst>
            </p:cNvPr>
            <p:cNvSpPr>
              <a:spLocks noChangeAspect="1"/>
            </p:cNvSpPr>
            <p:nvPr>
              <p:custDataLst>
                <p:tags r:id="rId107"/>
              </p:custDataLst>
            </p:nvPr>
          </p:nvSpPr>
          <p:spPr>
            <a:xfrm>
              <a:off x="4334905" y="3282696"/>
              <a:ext cx="292608" cy="292608"/>
            </a:xfrm>
            <a:custGeom>
              <a:avLst/>
              <a:gdLst/>
              <a:ahLst/>
              <a:cxnLst/>
              <a:rect l="l" t="t" r="r" b="b"/>
              <a:pathLst>
                <a:path w="635000" h="635000">
                  <a:moveTo>
                    <a:pt x="317500" y="0"/>
                  </a:moveTo>
                  <a:arcTo wR="317500" hR="317500" stAng="16200000" swAng="11880000"/>
                  <a:lnTo>
                    <a:pt x="317500" y="317500"/>
                  </a:lnTo>
                  <a:close/>
                </a:path>
                <a:path w="635000" h="635000" fill="none">
                  <a:moveTo>
                    <a:pt x="219387" y="619460"/>
                  </a:moveTo>
                  <a:arcTo wR="317500" hR="317500" stAng="6480000" swAng="9719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6" name="Harvey 56/100 [56]">
              <a:extLst>
                <a:ext uri="{FF2B5EF4-FFF2-40B4-BE49-F238E27FC236}">
                  <a16:creationId xmlns:a16="http://schemas.microsoft.com/office/drawing/2014/main" id="{3EFF555D-6B7F-481F-ADC2-746953BA7F97}"/>
                </a:ext>
              </a:extLst>
            </p:cNvPr>
            <p:cNvSpPr>
              <a:spLocks noChangeAspect="1"/>
            </p:cNvSpPr>
            <p:nvPr>
              <p:custDataLst>
                <p:tags r:id="rId108"/>
              </p:custDataLst>
            </p:nvPr>
          </p:nvSpPr>
          <p:spPr>
            <a:xfrm>
              <a:off x="4334905" y="3282696"/>
              <a:ext cx="292608" cy="292608"/>
            </a:xfrm>
            <a:custGeom>
              <a:avLst/>
              <a:gdLst/>
              <a:ahLst/>
              <a:cxnLst/>
              <a:rect l="l" t="t" r="r" b="b"/>
              <a:pathLst>
                <a:path w="635000" h="635000">
                  <a:moveTo>
                    <a:pt x="317500" y="0"/>
                  </a:moveTo>
                  <a:arcTo wR="317500" hR="317500" stAng="16200000" swAng="12096000"/>
                  <a:lnTo>
                    <a:pt x="317500" y="317500"/>
                  </a:lnTo>
                  <a:close/>
                </a:path>
                <a:path w="635000" h="635000" fill="none">
                  <a:moveTo>
                    <a:pt x="200620" y="612704"/>
                  </a:moveTo>
                  <a:arcTo wR="317500" hR="317500" stAng="6696000" swAng="950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7" name="Harvey 57/100 [57]">
              <a:extLst>
                <a:ext uri="{FF2B5EF4-FFF2-40B4-BE49-F238E27FC236}">
                  <a16:creationId xmlns:a16="http://schemas.microsoft.com/office/drawing/2014/main" id="{A4D3BE31-8C07-4912-AB8B-8331A665C238}"/>
                </a:ext>
              </a:extLst>
            </p:cNvPr>
            <p:cNvSpPr>
              <a:spLocks noChangeAspect="1"/>
            </p:cNvSpPr>
            <p:nvPr>
              <p:custDataLst>
                <p:tags r:id="rId109"/>
              </p:custDataLst>
            </p:nvPr>
          </p:nvSpPr>
          <p:spPr>
            <a:xfrm>
              <a:off x="4334905" y="3282696"/>
              <a:ext cx="292608" cy="292608"/>
            </a:xfrm>
            <a:custGeom>
              <a:avLst/>
              <a:gdLst/>
              <a:ahLst/>
              <a:cxnLst/>
              <a:rect l="l" t="t" r="r" b="b"/>
              <a:pathLst>
                <a:path w="635000" h="635000">
                  <a:moveTo>
                    <a:pt x="317500" y="0"/>
                  </a:moveTo>
                  <a:arcTo wR="317500" hR="317500" stAng="16200000" swAng="12312000"/>
                  <a:lnTo>
                    <a:pt x="317500" y="317500"/>
                  </a:lnTo>
                  <a:close/>
                </a:path>
                <a:path w="635000" h="635000" fill="none">
                  <a:moveTo>
                    <a:pt x="182315" y="604782"/>
                  </a:moveTo>
                  <a:arcTo wR="317500" hR="317500" stAng="6911999" swAng="928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8" name="Harvey 58/100 [58]">
              <a:extLst>
                <a:ext uri="{FF2B5EF4-FFF2-40B4-BE49-F238E27FC236}">
                  <a16:creationId xmlns:a16="http://schemas.microsoft.com/office/drawing/2014/main" id="{E7B5A5D9-6DD2-4B0A-9557-7A7AF774103E}"/>
                </a:ext>
              </a:extLst>
            </p:cNvPr>
            <p:cNvSpPr>
              <a:spLocks noChangeAspect="1"/>
            </p:cNvSpPr>
            <p:nvPr>
              <p:custDataLst>
                <p:tags r:id="rId110"/>
              </p:custDataLst>
            </p:nvPr>
          </p:nvSpPr>
          <p:spPr>
            <a:xfrm>
              <a:off x="4334905" y="3282696"/>
              <a:ext cx="292608" cy="292608"/>
            </a:xfrm>
            <a:custGeom>
              <a:avLst/>
              <a:gdLst/>
              <a:ahLst/>
              <a:cxnLst/>
              <a:rect l="l" t="t" r="r" b="b"/>
              <a:pathLst>
                <a:path w="635000" h="635000">
                  <a:moveTo>
                    <a:pt x="317500" y="0"/>
                  </a:moveTo>
                  <a:arcTo wR="317500" hR="317500" stAng="16200000" swAng="12527999"/>
                  <a:lnTo>
                    <a:pt x="317500" y="317500"/>
                  </a:lnTo>
                  <a:close/>
                </a:path>
                <a:path w="635000" h="635000" fill="none">
                  <a:moveTo>
                    <a:pt x="164543" y="595727"/>
                  </a:moveTo>
                  <a:arcTo wR="317500" hR="317500" stAng="7127999" swAng="907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9" name="Harvey 59/100 [59]">
              <a:extLst>
                <a:ext uri="{FF2B5EF4-FFF2-40B4-BE49-F238E27FC236}">
                  <a16:creationId xmlns:a16="http://schemas.microsoft.com/office/drawing/2014/main" id="{88458C0E-D234-4C86-A6CC-B8CD6C445F00}"/>
                </a:ext>
              </a:extLst>
            </p:cNvPr>
            <p:cNvSpPr>
              <a:spLocks noChangeAspect="1"/>
            </p:cNvSpPr>
            <p:nvPr>
              <p:custDataLst>
                <p:tags r:id="rId111"/>
              </p:custDataLst>
            </p:nvPr>
          </p:nvSpPr>
          <p:spPr>
            <a:xfrm>
              <a:off x="4334905" y="3282696"/>
              <a:ext cx="292608" cy="292608"/>
            </a:xfrm>
            <a:custGeom>
              <a:avLst/>
              <a:gdLst/>
              <a:ahLst/>
              <a:cxnLst/>
              <a:rect l="l" t="t" r="r" b="b"/>
              <a:pathLst>
                <a:path w="635000" h="635000">
                  <a:moveTo>
                    <a:pt x="317500" y="0"/>
                  </a:moveTo>
                  <a:arcTo wR="317500" hR="317500" stAng="16200000" swAng="12743999"/>
                  <a:lnTo>
                    <a:pt x="317500" y="317500"/>
                  </a:lnTo>
                  <a:close/>
                </a:path>
                <a:path w="635000" h="635000" fill="none">
                  <a:moveTo>
                    <a:pt x="147374" y="585574"/>
                  </a:moveTo>
                  <a:arcTo wR="317500" hR="317500" stAng="7343999" swAng="885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0" name="Harvey 60/100 [60]">
              <a:extLst>
                <a:ext uri="{FF2B5EF4-FFF2-40B4-BE49-F238E27FC236}">
                  <a16:creationId xmlns:a16="http://schemas.microsoft.com/office/drawing/2014/main" id="{0924D2C6-D224-49FD-A4B8-312AFD605E78}"/>
                </a:ext>
              </a:extLst>
            </p:cNvPr>
            <p:cNvSpPr>
              <a:spLocks noChangeAspect="1"/>
            </p:cNvSpPr>
            <p:nvPr>
              <p:custDataLst>
                <p:tags r:id="rId112"/>
              </p:custDataLst>
            </p:nvPr>
          </p:nvSpPr>
          <p:spPr>
            <a:xfrm>
              <a:off x="4334905" y="3282696"/>
              <a:ext cx="292608" cy="292608"/>
            </a:xfrm>
            <a:custGeom>
              <a:avLst/>
              <a:gdLst/>
              <a:ahLst/>
              <a:cxnLst/>
              <a:rect l="l" t="t" r="r" b="b"/>
              <a:pathLst>
                <a:path w="635000" h="635000">
                  <a:moveTo>
                    <a:pt x="317500" y="0"/>
                  </a:moveTo>
                  <a:arcTo wR="317500" hR="317500" stAng="16200000" swAng="12960000"/>
                  <a:lnTo>
                    <a:pt x="317500" y="317500"/>
                  </a:lnTo>
                  <a:close/>
                </a:path>
                <a:path w="635000" h="635000" fill="none">
                  <a:moveTo>
                    <a:pt x="130878" y="574362"/>
                  </a:moveTo>
                  <a:arcTo wR="317500" hR="317500" stAng="7560000" swAng="864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1" name="Harvey 61/100 [61]">
              <a:extLst>
                <a:ext uri="{FF2B5EF4-FFF2-40B4-BE49-F238E27FC236}">
                  <a16:creationId xmlns:a16="http://schemas.microsoft.com/office/drawing/2014/main" id="{F9FB23C2-D568-49AC-B8FD-0480EB019739}"/>
                </a:ext>
              </a:extLst>
            </p:cNvPr>
            <p:cNvSpPr>
              <a:spLocks noChangeAspect="1"/>
            </p:cNvSpPr>
            <p:nvPr>
              <p:custDataLst>
                <p:tags r:id="rId113"/>
              </p:custDataLst>
            </p:nvPr>
          </p:nvSpPr>
          <p:spPr>
            <a:xfrm>
              <a:off x="4334905" y="3282696"/>
              <a:ext cx="292608" cy="292608"/>
            </a:xfrm>
            <a:custGeom>
              <a:avLst/>
              <a:gdLst/>
              <a:ahLst/>
              <a:cxnLst/>
              <a:rect l="l" t="t" r="r" b="b"/>
              <a:pathLst>
                <a:path w="635000" h="635000">
                  <a:moveTo>
                    <a:pt x="317500" y="0"/>
                  </a:moveTo>
                  <a:arcTo wR="317500" hR="317500" stAng="16200000" swAng="13176000"/>
                  <a:lnTo>
                    <a:pt x="317500" y="317500"/>
                  </a:lnTo>
                  <a:close/>
                </a:path>
                <a:path w="635000" h="635000" fill="none">
                  <a:moveTo>
                    <a:pt x="115117" y="562137"/>
                  </a:moveTo>
                  <a:arcTo wR="317500" hR="317500" stAng="7776000" swAng="842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2" name="Harvey 62/100 [62]">
              <a:extLst>
                <a:ext uri="{FF2B5EF4-FFF2-40B4-BE49-F238E27FC236}">
                  <a16:creationId xmlns:a16="http://schemas.microsoft.com/office/drawing/2014/main" id="{9EF3159D-F4FB-4032-BCCB-55E6ED5EEFC7}"/>
                </a:ext>
              </a:extLst>
            </p:cNvPr>
            <p:cNvSpPr>
              <a:spLocks noChangeAspect="1"/>
            </p:cNvSpPr>
            <p:nvPr>
              <p:custDataLst>
                <p:tags r:id="rId114"/>
              </p:custDataLst>
            </p:nvPr>
          </p:nvSpPr>
          <p:spPr>
            <a:xfrm>
              <a:off x="4334905" y="3282696"/>
              <a:ext cx="292608" cy="292608"/>
            </a:xfrm>
            <a:custGeom>
              <a:avLst/>
              <a:gdLst/>
              <a:ahLst/>
              <a:cxnLst/>
              <a:rect l="l" t="t" r="r" b="b"/>
              <a:pathLst>
                <a:path w="635000" h="635000">
                  <a:moveTo>
                    <a:pt x="317500" y="0"/>
                  </a:moveTo>
                  <a:arcTo wR="317500" hR="317500" stAng="16200000" swAng="13392000"/>
                  <a:lnTo>
                    <a:pt x="317500" y="317500"/>
                  </a:lnTo>
                  <a:close/>
                </a:path>
                <a:path w="635000" h="635000" fill="none">
                  <a:moveTo>
                    <a:pt x="100156" y="548947"/>
                  </a:moveTo>
                  <a:arcTo wR="317500" hR="317500" stAng="7991999" swAng="820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3" name="Harvey 63/100 [63]">
              <a:extLst>
                <a:ext uri="{FF2B5EF4-FFF2-40B4-BE49-F238E27FC236}">
                  <a16:creationId xmlns:a16="http://schemas.microsoft.com/office/drawing/2014/main" id="{9362C8EA-6D15-4E0C-8AE9-B1B50EB297B8}"/>
                </a:ext>
              </a:extLst>
            </p:cNvPr>
            <p:cNvSpPr>
              <a:spLocks noChangeAspect="1"/>
            </p:cNvSpPr>
            <p:nvPr>
              <p:custDataLst>
                <p:tags r:id="rId115"/>
              </p:custDataLst>
            </p:nvPr>
          </p:nvSpPr>
          <p:spPr>
            <a:xfrm>
              <a:off x="4334905" y="3282696"/>
              <a:ext cx="292608" cy="292608"/>
            </a:xfrm>
            <a:custGeom>
              <a:avLst/>
              <a:gdLst/>
              <a:ahLst/>
              <a:cxnLst/>
              <a:rect l="l" t="t" r="r" b="b"/>
              <a:pathLst>
                <a:path w="635000" h="635000">
                  <a:moveTo>
                    <a:pt x="317500" y="0"/>
                  </a:moveTo>
                  <a:arcTo wR="317500" hR="317500" stAng="16200000" swAng="13608000"/>
                  <a:lnTo>
                    <a:pt x="317500" y="317500"/>
                  </a:lnTo>
                  <a:close/>
                </a:path>
                <a:path w="635000" h="635000" fill="none">
                  <a:moveTo>
                    <a:pt x="86052" y="534843"/>
                  </a:moveTo>
                  <a:arcTo wR="317500" hR="317500" stAng="8208000" swAng="7991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4" name="Harvey 64/100 [64]">
              <a:extLst>
                <a:ext uri="{FF2B5EF4-FFF2-40B4-BE49-F238E27FC236}">
                  <a16:creationId xmlns:a16="http://schemas.microsoft.com/office/drawing/2014/main" id="{91EB375D-1444-4BE3-A696-66272A1564CD}"/>
                </a:ext>
              </a:extLst>
            </p:cNvPr>
            <p:cNvSpPr>
              <a:spLocks noChangeAspect="1"/>
            </p:cNvSpPr>
            <p:nvPr>
              <p:custDataLst>
                <p:tags r:id="rId116"/>
              </p:custDataLst>
            </p:nvPr>
          </p:nvSpPr>
          <p:spPr>
            <a:xfrm>
              <a:off x="4334905" y="3282696"/>
              <a:ext cx="292608" cy="292608"/>
            </a:xfrm>
            <a:custGeom>
              <a:avLst/>
              <a:gdLst/>
              <a:ahLst/>
              <a:cxnLst/>
              <a:rect l="l" t="t" r="r" b="b"/>
              <a:pathLst>
                <a:path w="635000" h="635000">
                  <a:moveTo>
                    <a:pt x="317500" y="0"/>
                  </a:moveTo>
                  <a:arcTo wR="317500" hR="317500" stAng="16200000" swAng="13824000"/>
                  <a:lnTo>
                    <a:pt x="317500" y="317500"/>
                  </a:lnTo>
                  <a:close/>
                </a:path>
                <a:path w="635000" h="635000" fill="none">
                  <a:moveTo>
                    <a:pt x="72862" y="519882"/>
                  </a:moveTo>
                  <a:arcTo wR="317500" hR="317500" stAng="8424000" swAng="777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5" name="Harvey 65/100 [65]">
              <a:extLst>
                <a:ext uri="{FF2B5EF4-FFF2-40B4-BE49-F238E27FC236}">
                  <a16:creationId xmlns:a16="http://schemas.microsoft.com/office/drawing/2014/main" id="{9A3002B1-5D17-4BCB-9A44-B2FB4025D02F}"/>
                </a:ext>
              </a:extLst>
            </p:cNvPr>
            <p:cNvSpPr>
              <a:spLocks noChangeAspect="1"/>
            </p:cNvSpPr>
            <p:nvPr>
              <p:custDataLst>
                <p:tags r:id="rId117"/>
              </p:custDataLst>
            </p:nvPr>
          </p:nvSpPr>
          <p:spPr>
            <a:xfrm>
              <a:off x="4334905" y="3282696"/>
              <a:ext cx="292608" cy="292608"/>
            </a:xfrm>
            <a:custGeom>
              <a:avLst/>
              <a:gdLst/>
              <a:ahLst/>
              <a:cxnLst/>
              <a:rect l="l" t="t" r="r" b="b"/>
              <a:pathLst>
                <a:path w="635000" h="635000">
                  <a:moveTo>
                    <a:pt x="317500" y="0"/>
                  </a:moveTo>
                  <a:arcTo wR="317500" hR="317500" stAng="16200000" swAng="14040000"/>
                  <a:lnTo>
                    <a:pt x="317500" y="317500"/>
                  </a:lnTo>
                  <a:close/>
                </a:path>
                <a:path w="635000" h="635000" fill="none">
                  <a:moveTo>
                    <a:pt x="60637" y="504121"/>
                  </a:moveTo>
                  <a:arcTo wR="317500" hR="317500" stAng="8640000" swAng="7559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6" name="Harvey 66/100 [66]">
              <a:extLst>
                <a:ext uri="{FF2B5EF4-FFF2-40B4-BE49-F238E27FC236}">
                  <a16:creationId xmlns:a16="http://schemas.microsoft.com/office/drawing/2014/main" id="{E5F2FDE4-04B2-4A45-A685-14E0C51883A5}"/>
                </a:ext>
              </a:extLst>
            </p:cNvPr>
            <p:cNvSpPr>
              <a:spLocks noChangeAspect="1"/>
            </p:cNvSpPr>
            <p:nvPr>
              <p:custDataLst>
                <p:tags r:id="rId118"/>
              </p:custDataLst>
            </p:nvPr>
          </p:nvSpPr>
          <p:spPr>
            <a:xfrm>
              <a:off x="4334905" y="3282696"/>
              <a:ext cx="292608" cy="292608"/>
            </a:xfrm>
            <a:custGeom>
              <a:avLst/>
              <a:gdLst/>
              <a:ahLst/>
              <a:cxnLst/>
              <a:rect l="l" t="t" r="r" b="b"/>
              <a:pathLst>
                <a:path w="635000" h="635000">
                  <a:moveTo>
                    <a:pt x="317500" y="0"/>
                  </a:moveTo>
                  <a:arcTo wR="317500" hR="317500" stAng="16200000" swAng="14256000"/>
                  <a:lnTo>
                    <a:pt x="317500" y="317500"/>
                  </a:lnTo>
                  <a:close/>
                </a:path>
                <a:path w="635000" h="635000" fill="none">
                  <a:moveTo>
                    <a:pt x="49425" y="487625"/>
                  </a:moveTo>
                  <a:arcTo wR="317500" hR="317500" stAng="8856000" swAng="734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7" name="Harvey 67/100 [67]">
              <a:extLst>
                <a:ext uri="{FF2B5EF4-FFF2-40B4-BE49-F238E27FC236}">
                  <a16:creationId xmlns:a16="http://schemas.microsoft.com/office/drawing/2014/main" id="{D399A169-3845-4CD5-A62C-F4586F1FAFE8}"/>
                </a:ext>
              </a:extLst>
            </p:cNvPr>
            <p:cNvSpPr>
              <a:spLocks noChangeAspect="1"/>
            </p:cNvSpPr>
            <p:nvPr>
              <p:custDataLst>
                <p:tags r:id="rId119"/>
              </p:custDataLst>
            </p:nvPr>
          </p:nvSpPr>
          <p:spPr>
            <a:xfrm>
              <a:off x="4334905" y="3282696"/>
              <a:ext cx="292608" cy="292608"/>
            </a:xfrm>
            <a:custGeom>
              <a:avLst/>
              <a:gdLst/>
              <a:ahLst/>
              <a:cxnLst/>
              <a:rect l="l" t="t" r="r" b="b"/>
              <a:pathLst>
                <a:path w="635000" h="635000">
                  <a:moveTo>
                    <a:pt x="317500" y="0"/>
                  </a:moveTo>
                  <a:arcTo wR="317500" hR="317500" stAng="16200000" swAng="14472000"/>
                  <a:lnTo>
                    <a:pt x="317500" y="317500"/>
                  </a:lnTo>
                  <a:close/>
                </a:path>
                <a:path w="635000" h="635000" fill="none">
                  <a:moveTo>
                    <a:pt x="39272" y="470456"/>
                  </a:moveTo>
                  <a:arcTo wR="317500" hR="317500" stAng="9072000" swAng="7127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8" name="Harvey 68/100 [68]">
              <a:extLst>
                <a:ext uri="{FF2B5EF4-FFF2-40B4-BE49-F238E27FC236}">
                  <a16:creationId xmlns:a16="http://schemas.microsoft.com/office/drawing/2014/main" id="{E12F5173-9960-47F5-9A91-B043294E14CB}"/>
                </a:ext>
              </a:extLst>
            </p:cNvPr>
            <p:cNvSpPr>
              <a:spLocks noChangeAspect="1"/>
            </p:cNvSpPr>
            <p:nvPr>
              <p:custDataLst>
                <p:tags r:id="rId120"/>
              </p:custDataLst>
            </p:nvPr>
          </p:nvSpPr>
          <p:spPr>
            <a:xfrm>
              <a:off x="4334905" y="3282696"/>
              <a:ext cx="292608" cy="292608"/>
            </a:xfrm>
            <a:custGeom>
              <a:avLst/>
              <a:gdLst/>
              <a:ahLst/>
              <a:cxnLst/>
              <a:rect l="l" t="t" r="r" b="b"/>
              <a:pathLst>
                <a:path w="635000" h="635000">
                  <a:moveTo>
                    <a:pt x="317500" y="0"/>
                  </a:moveTo>
                  <a:arcTo wR="317500" hR="317500" stAng="16200000" swAng="14688000"/>
                  <a:lnTo>
                    <a:pt x="317500" y="317500"/>
                  </a:lnTo>
                  <a:close/>
                </a:path>
                <a:path w="635000" h="635000" fill="none">
                  <a:moveTo>
                    <a:pt x="30217" y="452684"/>
                  </a:moveTo>
                  <a:arcTo wR="317500" hR="317500" stAng="9288000" swAng="6911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9" name="Harvey 69/100 [69]">
              <a:extLst>
                <a:ext uri="{FF2B5EF4-FFF2-40B4-BE49-F238E27FC236}">
                  <a16:creationId xmlns:a16="http://schemas.microsoft.com/office/drawing/2014/main" id="{DD9B9229-3D3A-4706-BEEC-04C19A30C5C3}"/>
                </a:ext>
              </a:extLst>
            </p:cNvPr>
            <p:cNvSpPr>
              <a:spLocks noChangeAspect="1"/>
            </p:cNvSpPr>
            <p:nvPr>
              <p:custDataLst>
                <p:tags r:id="rId121"/>
              </p:custDataLst>
            </p:nvPr>
          </p:nvSpPr>
          <p:spPr>
            <a:xfrm>
              <a:off x="4334905" y="3282696"/>
              <a:ext cx="292608" cy="292608"/>
            </a:xfrm>
            <a:custGeom>
              <a:avLst/>
              <a:gdLst/>
              <a:ahLst/>
              <a:cxnLst/>
              <a:rect l="l" t="t" r="r" b="b"/>
              <a:pathLst>
                <a:path w="635000" h="635000">
                  <a:moveTo>
                    <a:pt x="317500" y="0"/>
                  </a:moveTo>
                  <a:arcTo wR="317500" hR="317500" stAng="16200000" swAng="14903999"/>
                  <a:lnTo>
                    <a:pt x="317500" y="317500"/>
                  </a:lnTo>
                  <a:close/>
                </a:path>
                <a:path w="635000" h="635000" fill="none">
                  <a:moveTo>
                    <a:pt x="22295" y="434379"/>
                  </a:moveTo>
                  <a:arcTo wR="317500" hR="317500" stAng="9503999" swAng="669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0" name="Harvey 70/100 [70]">
              <a:extLst>
                <a:ext uri="{FF2B5EF4-FFF2-40B4-BE49-F238E27FC236}">
                  <a16:creationId xmlns:a16="http://schemas.microsoft.com/office/drawing/2014/main" id="{795A4CC8-0C08-491C-8D7F-95EC8E0E25B8}"/>
                </a:ext>
              </a:extLst>
            </p:cNvPr>
            <p:cNvSpPr>
              <a:spLocks noChangeAspect="1"/>
            </p:cNvSpPr>
            <p:nvPr>
              <p:custDataLst>
                <p:tags r:id="rId122"/>
              </p:custDataLst>
            </p:nvPr>
          </p:nvSpPr>
          <p:spPr>
            <a:xfrm>
              <a:off x="4334905" y="3282696"/>
              <a:ext cx="292608" cy="292608"/>
            </a:xfrm>
            <a:custGeom>
              <a:avLst/>
              <a:gdLst/>
              <a:ahLst/>
              <a:cxnLst/>
              <a:rect l="l" t="t" r="r" b="b"/>
              <a:pathLst>
                <a:path w="635000" h="635000">
                  <a:moveTo>
                    <a:pt x="317500" y="0"/>
                  </a:moveTo>
                  <a:arcTo wR="317500" hR="317500" stAng="16200000" swAng="15119999"/>
                  <a:lnTo>
                    <a:pt x="317500" y="317500"/>
                  </a:lnTo>
                  <a:close/>
                </a:path>
                <a:path w="635000" h="635000" fill="none">
                  <a:moveTo>
                    <a:pt x="15539" y="415612"/>
                  </a:moveTo>
                  <a:arcTo wR="317500" hR="317500" stAng="9719999" swAng="648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1" name="Harvey 71/100 [71]">
              <a:extLst>
                <a:ext uri="{FF2B5EF4-FFF2-40B4-BE49-F238E27FC236}">
                  <a16:creationId xmlns:a16="http://schemas.microsoft.com/office/drawing/2014/main" id="{91862A76-5FCC-4C25-9A3F-A10651AC7725}"/>
                </a:ext>
              </a:extLst>
            </p:cNvPr>
            <p:cNvSpPr>
              <a:spLocks noChangeAspect="1"/>
            </p:cNvSpPr>
            <p:nvPr>
              <p:custDataLst>
                <p:tags r:id="rId123"/>
              </p:custDataLst>
            </p:nvPr>
          </p:nvSpPr>
          <p:spPr>
            <a:xfrm>
              <a:off x="4334905" y="3282696"/>
              <a:ext cx="292608" cy="292608"/>
            </a:xfrm>
            <a:custGeom>
              <a:avLst/>
              <a:gdLst/>
              <a:ahLst/>
              <a:cxnLst/>
              <a:rect l="l" t="t" r="r" b="b"/>
              <a:pathLst>
                <a:path w="635000" h="635000">
                  <a:moveTo>
                    <a:pt x="317500" y="0"/>
                  </a:moveTo>
                  <a:arcTo wR="317500" hR="317500" stAng="16200000" swAng="15336000"/>
                  <a:lnTo>
                    <a:pt x="317500" y="317500"/>
                  </a:lnTo>
                  <a:close/>
                </a:path>
                <a:path w="635000" h="635000" fill="none">
                  <a:moveTo>
                    <a:pt x="9974" y="396459"/>
                  </a:moveTo>
                  <a:arcTo wR="317500" hR="317500" stAng="9936000" swAng="626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2" name="Harvey 72/100 [72]">
              <a:extLst>
                <a:ext uri="{FF2B5EF4-FFF2-40B4-BE49-F238E27FC236}">
                  <a16:creationId xmlns:a16="http://schemas.microsoft.com/office/drawing/2014/main" id="{46969644-17D9-45C9-A88A-9A88622DCE45}"/>
                </a:ext>
              </a:extLst>
            </p:cNvPr>
            <p:cNvSpPr>
              <a:spLocks noChangeAspect="1"/>
            </p:cNvSpPr>
            <p:nvPr>
              <p:custDataLst>
                <p:tags r:id="rId124"/>
              </p:custDataLst>
            </p:nvPr>
          </p:nvSpPr>
          <p:spPr>
            <a:xfrm>
              <a:off x="4334905" y="3282696"/>
              <a:ext cx="292608" cy="292608"/>
            </a:xfrm>
            <a:custGeom>
              <a:avLst/>
              <a:gdLst/>
              <a:ahLst/>
              <a:cxnLst/>
              <a:rect l="l" t="t" r="r" b="b"/>
              <a:pathLst>
                <a:path w="635000" h="635000">
                  <a:moveTo>
                    <a:pt x="317500" y="0"/>
                  </a:moveTo>
                  <a:arcTo wR="317500" hR="317500" stAng="16200000" swAng="15552000"/>
                  <a:lnTo>
                    <a:pt x="317500" y="317500"/>
                  </a:lnTo>
                  <a:close/>
                </a:path>
                <a:path w="635000" h="635000" fill="none">
                  <a:moveTo>
                    <a:pt x="5623" y="376993"/>
                  </a:moveTo>
                  <a:arcTo wR="317500" hR="317500" stAng="10152000" swAng="604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3" name="Harvey 73/100 [73]">
              <a:extLst>
                <a:ext uri="{FF2B5EF4-FFF2-40B4-BE49-F238E27FC236}">
                  <a16:creationId xmlns:a16="http://schemas.microsoft.com/office/drawing/2014/main" id="{F89621F9-3ABB-450D-913E-7B467F289A9B}"/>
                </a:ext>
              </a:extLst>
            </p:cNvPr>
            <p:cNvSpPr>
              <a:spLocks noChangeAspect="1"/>
            </p:cNvSpPr>
            <p:nvPr>
              <p:custDataLst>
                <p:tags r:id="rId125"/>
              </p:custDataLst>
            </p:nvPr>
          </p:nvSpPr>
          <p:spPr>
            <a:xfrm>
              <a:off x="4334905" y="3282696"/>
              <a:ext cx="292608" cy="292608"/>
            </a:xfrm>
            <a:custGeom>
              <a:avLst/>
              <a:gdLst/>
              <a:ahLst/>
              <a:cxnLst/>
              <a:rect l="l" t="t" r="r" b="b"/>
              <a:pathLst>
                <a:path w="635000" h="635000">
                  <a:moveTo>
                    <a:pt x="317500" y="0"/>
                  </a:moveTo>
                  <a:arcTo wR="317500" hR="317500" stAng="16200000" swAng="15768000"/>
                  <a:lnTo>
                    <a:pt x="317500" y="317500"/>
                  </a:lnTo>
                  <a:close/>
                </a:path>
                <a:path w="635000" h="635000" fill="none">
                  <a:moveTo>
                    <a:pt x="2503" y="357293"/>
                  </a:moveTo>
                  <a:arcTo wR="317500" hR="317500" stAng="10368000" swAng="583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4" name="Harvey 74/100 [74]">
              <a:extLst>
                <a:ext uri="{FF2B5EF4-FFF2-40B4-BE49-F238E27FC236}">
                  <a16:creationId xmlns:a16="http://schemas.microsoft.com/office/drawing/2014/main" id="{89EE4B1F-E703-471D-8307-BFB9EDEDB9F7}"/>
                </a:ext>
              </a:extLst>
            </p:cNvPr>
            <p:cNvSpPr>
              <a:spLocks noChangeAspect="1"/>
            </p:cNvSpPr>
            <p:nvPr>
              <p:custDataLst>
                <p:tags r:id="rId126"/>
              </p:custDataLst>
            </p:nvPr>
          </p:nvSpPr>
          <p:spPr>
            <a:xfrm>
              <a:off x="4334905" y="3282696"/>
              <a:ext cx="292608" cy="292608"/>
            </a:xfrm>
            <a:custGeom>
              <a:avLst/>
              <a:gdLst/>
              <a:ahLst/>
              <a:cxnLst/>
              <a:rect l="l" t="t" r="r" b="b"/>
              <a:pathLst>
                <a:path w="635000" h="635000">
                  <a:moveTo>
                    <a:pt x="317500" y="0"/>
                  </a:moveTo>
                  <a:arcTo wR="317500" hR="317500" stAng="16200000" swAng="15983999"/>
                  <a:lnTo>
                    <a:pt x="317500" y="317500"/>
                  </a:lnTo>
                  <a:close/>
                </a:path>
                <a:path w="635000" h="635000" fill="none">
                  <a:moveTo>
                    <a:pt x="626" y="337435"/>
                  </a:moveTo>
                  <a:arcTo wR="317500" hR="317500" stAng="10583999" swAng="561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5" name="Harvey 75/100 [75]">
              <a:extLst>
                <a:ext uri="{FF2B5EF4-FFF2-40B4-BE49-F238E27FC236}">
                  <a16:creationId xmlns:a16="http://schemas.microsoft.com/office/drawing/2014/main" id="{8AB2EEA8-04AC-4B6C-8D90-28093DB647E6}"/>
                </a:ext>
              </a:extLst>
            </p:cNvPr>
            <p:cNvSpPr>
              <a:spLocks noChangeAspect="1"/>
            </p:cNvSpPr>
            <p:nvPr>
              <p:custDataLst>
                <p:tags r:id="rId127"/>
              </p:custDataLst>
            </p:nvPr>
          </p:nvSpPr>
          <p:spPr>
            <a:xfrm>
              <a:off x="4334905" y="3282696"/>
              <a:ext cx="292608" cy="292608"/>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6" name="Harvey 76/100 [76]">
              <a:extLst>
                <a:ext uri="{FF2B5EF4-FFF2-40B4-BE49-F238E27FC236}">
                  <a16:creationId xmlns:a16="http://schemas.microsoft.com/office/drawing/2014/main" id="{6F4E00F2-EA6F-4809-B2FD-4CE3ABE8C480}"/>
                </a:ext>
              </a:extLst>
            </p:cNvPr>
            <p:cNvSpPr>
              <a:spLocks noChangeAspect="1"/>
            </p:cNvSpPr>
            <p:nvPr>
              <p:custDataLst>
                <p:tags r:id="rId128"/>
              </p:custDataLst>
            </p:nvPr>
          </p:nvSpPr>
          <p:spPr>
            <a:xfrm>
              <a:off x="4334905" y="3282696"/>
              <a:ext cx="292608" cy="292608"/>
            </a:xfrm>
            <a:custGeom>
              <a:avLst/>
              <a:gdLst/>
              <a:ahLst/>
              <a:cxnLst/>
              <a:rect l="l" t="t" r="r" b="b"/>
              <a:pathLst>
                <a:path w="635000" h="635000">
                  <a:moveTo>
                    <a:pt x="317500" y="0"/>
                  </a:moveTo>
                  <a:arcTo wR="317500" hR="317500" stAng="16200000" swAng="16416000"/>
                  <a:lnTo>
                    <a:pt x="317500" y="317500"/>
                  </a:lnTo>
                  <a:close/>
                </a:path>
                <a:path w="635000" h="635000" fill="none">
                  <a:moveTo>
                    <a:pt x="626" y="297564"/>
                  </a:moveTo>
                  <a:arcTo wR="317500" hR="317500" stAng="11016000" swAng="518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7" name="Harvey 77/100 [77]">
              <a:extLst>
                <a:ext uri="{FF2B5EF4-FFF2-40B4-BE49-F238E27FC236}">
                  <a16:creationId xmlns:a16="http://schemas.microsoft.com/office/drawing/2014/main" id="{CF5CA593-7B87-4492-9B35-2255514CB496}"/>
                </a:ext>
              </a:extLst>
            </p:cNvPr>
            <p:cNvSpPr>
              <a:spLocks noChangeAspect="1"/>
            </p:cNvSpPr>
            <p:nvPr>
              <p:custDataLst>
                <p:tags r:id="rId129"/>
              </p:custDataLst>
            </p:nvPr>
          </p:nvSpPr>
          <p:spPr>
            <a:xfrm>
              <a:off x="4334905" y="3282696"/>
              <a:ext cx="292608" cy="292608"/>
            </a:xfrm>
            <a:custGeom>
              <a:avLst/>
              <a:gdLst/>
              <a:ahLst/>
              <a:cxnLst/>
              <a:rect l="l" t="t" r="r" b="b"/>
              <a:pathLst>
                <a:path w="635000" h="635000">
                  <a:moveTo>
                    <a:pt x="317500" y="0"/>
                  </a:moveTo>
                  <a:arcTo wR="317500" hR="317500" stAng="16200000" swAng="16632000"/>
                  <a:lnTo>
                    <a:pt x="317500" y="317500"/>
                  </a:lnTo>
                  <a:close/>
                </a:path>
                <a:path w="635000" h="635000" fill="none">
                  <a:moveTo>
                    <a:pt x="2503" y="277706"/>
                  </a:moveTo>
                  <a:arcTo wR="317500" hR="317500" stAng="11232000" swAng="496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8" name="Harvey 78/100 [78]">
              <a:extLst>
                <a:ext uri="{FF2B5EF4-FFF2-40B4-BE49-F238E27FC236}">
                  <a16:creationId xmlns:a16="http://schemas.microsoft.com/office/drawing/2014/main" id="{8C036464-458E-48D4-BAC8-84819F820C60}"/>
                </a:ext>
              </a:extLst>
            </p:cNvPr>
            <p:cNvSpPr>
              <a:spLocks noChangeAspect="1"/>
            </p:cNvSpPr>
            <p:nvPr>
              <p:custDataLst>
                <p:tags r:id="rId130"/>
              </p:custDataLst>
            </p:nvPr>
          </p:nvSpPr>
          <p:spPr>
            <a:xfrm>
              <a:off x="4334905" y="3282696"/>
              <a:ext cx="292608" cy="292608"/>
            </a:xfrm>
            <a:custGeom>
              <a:avLst/>
              <a:gdLst/>
              <a:ahLst/>
              <a:cxnLst/>
              <a:rect l="l" t="t" r="r" b="b"/>
              <a:pathLst>
                <a:path w="635000" h="635000">
                  <a:moveTo>
                    <a:pt x="317500" y="0"/>
                  </a:moveTo>
                  <a:arcTo wR="317500" hR="317500" stAng="16200000" swAng="16848000"/>
                  <a:lnTo>
                    <a:pt x="317500" y="317500"/>
                  </a:lnTo>
                  <a:close/>
                </a:path>
                <a:path w="635000" h="635000" fill="none">
                  <a:moveTo>
                    <a:pt x="5623" y="258006"/>
                  </a:moveTo>
                  <a:arcTo wR="317500" hR="317500" stAng="11448000" swAng="4751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9" name="Harvey 79/100 [79]">
              <a:extLst>
                <a:ext uri="{FF2B5EF4-FFF2-40B4-BE49-F238E27FC236}">
                  <a16:creationId xmlns:a16="http://schemas.microsoft.com/office/drawing/2014/main" id="{6FD5AC00-8293-447C-B728-B963DD67B1C2}"/>
                </a:ext>
              </a:extLst>
            </p:cNvPr>
            <p:cNvSpPr>
              <a:spLocks noChangeAspect="1"/>
            </p:cNvSpPr>
            <p:nvPr>
              <p:custDataLst>
                <p:tags r:id="rId131"/>
              </p:custDataLst>
            </p:nvPr>
          </p:nvSpPr>
          <p:spPr>
            <a:xfrm>
              <a:off x="4334905" y="3282696"/>
              <a:ext cx="292608" cy="292608"/>
            </a:xfrm>
            <a:custGeom>
              <a:avLst/>
              <a:gdLst/>
              <a:ahLst/>
              <a:cxnLst/>
              <a:rect l="l" t="t" r="r" b="b"/>
              <a:pathLst>
                <a:path w="635000" h="635000">
                  <a:moveTo>
                    <a:pt x="317500" y="0"/>
                  </a:moveTo>
                  <a:arcTo wR="317500" hR="317500" stAng="16200000" swAng="17064000"/>
                  <a:lnTo>
                    <a:pt x="317500" y="317500"/>
                  </a:lnTo>
                  <a:close/>
                </a:path>
                <a:path w="635000" h="635000" fill="none">
                  <a:moveTo>
                    <a:pt x="9974" y="238540"/>
                  </a:moveTo>
                  <a:arcTo wR="317500" hR="317500" stAng="11664000" swAng="453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0" name="Harvey 80/100 [80]">
              <a:extLst>
                <a:ext uri="{FF2B5EF4-FFF2-40B4-BE49-F238E27FC236}">
                  <a16:creationId xmlns:a16="http://schemas.microsoft.com/office/drawing/2014/main" id="{29C0F859-BC49-430F-8C59-C0B9109E47A3}"/>
                </a:ext>
              </a:extLst>
            </p:cNvPr>
            <p:cNvSpPr>
              <a:spLocks noChangeAspect="1"/>
            </p:cNvSpPr>
            <p:nvPr>
              <p:custDataLst>
                <p:tags r:id="rId132"/>
              </p:custDataLst>
            </p:nvPr>
          </p:nvSpPr>
          <p:spPr>
            <a:xfrm>
              <a:off x="4334905" y="3282696"/>
              <a:ext cx="292608" cy="292608"/>
            </a:xfrm>
            <a:custGeom>
              <a:avLst/>
              <a:gdLst/>
              <a:ahLst/>
              <a:cxnLst/>
              <a:rect l="l" t="t" r="r" b="b"/>
              <a:pathLst>
                <a:path w="635000" h="635000">
                  <a:moveTo>
                    <a:pt x="317500" y="0"/>
                  </a:moveTo>
                  <a:arcTo wR="317500" hR="317500" stAng="16200000" swAng="17280000"/>
                  <a:lnTo>
                    <a:pt x="317500" y="317500"/>
                  </a:lnTo>
                  <a:close/>
                </a:path>
                <a:path w="635000" h="635000" fill="none">
                  <a:moveTo>
                    <a:pt x="15539" y="219387"/>
                  </a:moveTo>
                  <a:arcTo wR="317500" hR="317500" stAng="11880000" swAng="4319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1" name="Harvey 81/100 [81]">
              <a:extLst>
                <a:ext uri="{FF2B5EF4-FFF2-40B4-BE49-F238E27FC236}">
                  <a16:creationId xmlns:a16="http://schemas.microsoft.com/office/drawing/2014/main" id="{F78719E3-0417-4867-B70D-21538B3AC36E}"/>
                </a:ext>
              </a:extLst>
            </p:cNvPr>
            <p:cNvSpPr>
              <a:spLocks noChangeAspect="1"/>
            </p:cNvSpPr>
            <p:nvPr>
              <p:custDataLst>
                <p:tags r:id="rId133"/>
              </p:custDataLst>
            </p:nvPr>
          </p:nvSpPr>
          <p:spPr>
            <a:xfrm>
              <a:off x="4334905" y="3282696"/>
              <a:ext cx="292608" cy="292608"/>
            </a:xfrm>
            <a:custGeom>
              <a:avLst/>
              <a:gdLst/>
              <a:ahLst/>
              <a:cxnLst/>
              <a:rect l="l" t="t" r="r" b="b"/>
              <a:pathLst>
                <a:path w="635000" h="635000">
                  <a:moveTo>
                    <a:pt x="317500" y="0"/>
                  </a:moveTo>
                  <a:arcTo wR="317500" hR="317500" stAng="16200000" swAng="17496000"/>
                  <a:lnTo>
                    <a:pt x="317500" y="317500"/>
                  </a:lnTo>
                  <a:close/>
                </a:path>
                <a:path w="635000" h="635000" fill="none">
                  <a:moveTo>
                    <a:pt x="22295" y="200620"/>
                  </a:moveTo>
                  <a:arcTo wR="317500" hR="317500" stAng="12096000" swAng="410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2" name="Harvey 82/100 [82]">
              <a:extLst>
                <a:ext uri="{FF2B5EF4-FFF2-40B4-BE49-F238E27FC236}">
                  <a16:creationId xmlns:a16="http://schemas.microsoft.com/office/drawing/2014/main" id="{9C5D0905-7412-4C75-BC20-E51105CA783D}"/>
                </a:ext>
              </a:extLst>
            </p:cNvPr>
            <p:cNvSpPr>
              <a:spLocks noChangeAspect="1"/>
            </p:cNvSpPr>
            <p:nvPr>
              <p:custDataLst>
                <p:tags r:id="rId134"/>
              </p:custDataLst>
            </p:nvPr>
          </p:nvSpPr>
          <p:spPr>
            <a:xfrm>
              <a:off x="4334905" y="3282696"/>
              <a:ext cx="292608" cy="292608"/>
            </a:xfrm>
            <a:custGeom>
              <a:avLst/>
              <a:gdLst/>
              <a:ahLst/>
              <a:cxnLst/>
              <a:rect l="l" t="t" r="r" b="b"/>
              <a:pathLst>
                <a:path w="635000" h="635000">
                  <a:moveTo>
                    <a:pt x="317500" y="0"/>
                  </a:moveTo>
                  <a:arcTo wR="317500" hR="317500" stAng="16200000" swAng="17712000"/>
                  <a:lnTo>
                    <a:pt x="317500" y="317500"/>
                  </a:lnTo>
                  <a:close/>
                </a:path>
                <a:path w="635000" h="635000" fill="none">
                  <a:moveTo>
                    <a:pt x="30217" y="182315"/>
                  </a:moveTo>
                  <a:arcTo wR="317500" hR="317500" stAng="12312000" swAng="388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3" name="Harvey 83/100 [83]">
              <a:extLst>
                <a:ext uri="{FF2B5EF4-FFF2-40B4-BE49-F238E27FC236}">
                  <a16:creationId xmlns:a16="http://schemas.microsoft.com/office/drawing/2014/main" id="{96AA2E20-CC65-4632-B3D4-93E962B59D4C}"/>
                </a:ext>
              </a:extLst>
            </p:cNvPr>
            <p:cNvSpPr>
              <a:spLocks noChangeAspect="1"/>
            </p:cNvSpPr>
            <p:nvPr>
              <p:custDataLst>
                <p:tags r:id="rId135"/>
              </p:custDataLst>
            </p:nvPr>
          </p:nvSpPr>
          <p:spPr>
            <a:xfrm>
              <a:off x="4334905" y="3282696"/>
              <a:ext cx="292608" cy="292608"/>
            </a:xfrm>
            <a:custGeom>
              <a:avLst/>
              <a:gdLst/>
              <a:ahLst/>
              <a:cxnLst/>
              <a:rect l="l" t="t" r="r" b="b"/>
              <a:pathLst>
                <a:path w="635000" h="635000">
                  <a:moveTo>
                    <a:pt x="317500" y="0"/>
                  </a:moveTo>
                  <a:arcTo wR="317500" hR="317500" stAng="16200000" swAng="17928000"/>
                  <a:lnTo>
                    <a:pt x="317500" y="317500"/>
                  </a:lnTo>
                  <a:close/>
                </a:path>
                <a:path w="635000" h="635000" fill="none">
                  <a:moveTo>
                    <a:pt x="39272" y="164543"/>
                  </a:moveTo>
                  <a:arcTo wR="317500" hR="317500" stAng="12528000" swAng="367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4" name="Harvey 84/100 [84]">
              <a:extLst>
                <a:ext uri="{FF2B5EF4-FFF2-40B4-BE49-F238E27FC236}">
                  <a16:creationId xmlns:a16="http://schemas.microsoft.com/office/drawing/2014/main" id="{9B4360A3-E0B2-48F7-B5A8-D24513748A82}"/>
                </a:ext>
              </a:extLst>
            </p:cNvPr>
            <p:cNvSpPr>
              <a:spLocks noChangeAspect="1"/>
            </p:cNvSpPr>
            <p:nvPr>
              <p:custDataLst>
                <p:tags r:id="rId136"/>
              </p:custDataLst>
            </p:nvPr>
          </p:nvSpPr>
          <p:spPr>
            <a:xfrm>
              <a:off x="4334905" y="3282696"/>
              <a:ext cx="292608" cy="292608"/>
            </a:xfrm>
            <a:custGeom>
              <a:avLst/>
              <a:gdLst/>
              <a:ahLst/>
              <a:cxnLst/>
              <a:rect l="l" t="t" r="r" b="b"/>
              <a:pathLst>
                <a:path w="635000" h="635000">
                  <a:moveTo>
                    <a:pt x="317500" y="0"/>
                  </a:moveTo>
                  <a:arcTo wR="317500" hR="317500" stAng="16200000" swAng="18144000"/>
                  <a:lnTo>
                    <a:pt x="317500" y="317500"/>
                  </a:lnTo>
                  <a:close/>
                </a:path>
                <a:path w="635000" h="635000" fill="none">
                  <a:moveTo>
                    <a:pt x="49425" y="147374"/>
                  </a:moveTo>
                  <a:arcTo wR="317500" hR="317500" stAng="12743999" swAng="345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5" name="Harvey 85/100 [85]">
              <a:extLst>
                <a:ext uri="{FF2B5EF4-FFF2-40B4-BE49-F238E27FC236}">
                  <a16:creationId xmlns:a16="http://schemas.microsoft.com/office/drawing/2014/main" id="{D694B21E-EEA0-48FA-A35C-7B6570B3F861}"/>
                </a:ext>
              </a:extLst>
            </p:cNvPr>
            <p:cNvSpPr>
              <a:spLocks noChangeAspect="1"/>
            </p:cNvSpPr>
            <p:nvPr>
              <p:custDataLst>
                <p:tags r:id="rId137"/>
              </p:custDataLst>
            </p:nvPr>
          </p:nvSpPr>
          <p:spPr>
            <a:xfrm>
              <a:off x="4334905" y="3282696"/>
              <a:ext cx="292608" cy="292608"/>
            </a:xfrm>
            <a:custGeom>
              <a:avLst/>
              <a:gdLst/>
              <a:ahLst/>
              <a:cxnLst/>
              <a:rect l="l" t="t" r="r" b="b"/>
              <a:pathLst>
                <a:path w="635000" h="635000">
                  <a:moveTo>
                    <a:pt x="317500" y="0"/>
                  </a:moveTo>
                  <a:arcTo wR="317500" hR="317500" stAng="16200000" swAng="18360000"/>
                  <a:lnTo>
                    <a:pt x="317500" y="317500"/>
                  </a:lnTo>
                  <a:close/>
                </a:path>
                <a:path w="635000" h="635000" fill="none">
                  <a:moveTo>
                    <a:pt x="60637" y="130878"/>
                  </a:moveTo>
                  <a:arcTo wR="317500" hR="317500" stAng="12960000" swAng="324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6" name="Harvey 86/100 [86]">
              <a:extLst>
                <a:ext uri="{FF2B5EF4-FFF2-40B4-BE49-F238E27FC236}">
                  <a16:creationId xmlns:a16="http://schemas.microsoft.com/office/drawing/2014/main" id="{85E1AF41-C21D-4514-B37E-CC830BC09C0A}"/>
                </a:ext>
              </a:extLst>
            </p:cNvPr>
            <p:cNvSpPr>
              <a:spLocks noChangeAspect="1"/>
            </p:cNvSpPr>
            <p:nvPr>
              <p:custDataLst>
                <p:tags r:id="rId138"/>
              </p:custDataLst>
            </p:nvPr>
          </p:nvSpPr>
          <p:spPr>
            <a:xfrm>
              <a:off x="4334905" y="3282696"/>
              <a:ext cx="292608" cy="292608"/>
            </a:xfrm>
            <a:custGeom>
              <a:avLst/>
              <a:gdLst/>
              <a:ahLst/>
              <a:cxnLst/>
              <a:rect l="l" t="t" r="r" b="b"/>
              <a:pathLst>
                <a:path w="635000" h="635000">
                  <a:moveTo>
                    <a:pt x="317500" y="0"/>
                  </a:moveTo>
                  <a:arcTo wR="317500" hR="317500" stAng="16200000" swAng="18576000"/>
                  <a:lnTo>
                    <a:pt x="317500" y="317500"/>
                  </a:lnTo>
                  <a:close/>
                </a:path>
                <a:path w="635000" h="635000" fill="none">
                  <a:moveTo>
                    <a:pt x="72862" y="115117"/>
                  </a:moveTo>
                  <a:arcTo wR="317500" hR="317500" stAng="13176000" swAng="302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7" name="Harvey 87/100 [87]">
              <a:extLst>
                <a:ext uri="{FF2B5EF4-FFF2-40B4-BE49-F238E27FC236}">
                  <a16:creationId xmlns:a16="http://schemas.microsoft.com/office/drawing/2014/main" id="{E3948F2E-FD5F-4107-B122-9AC75FE0CD9E}"/>
                </a:ext>
              </a:extLst>
            </p:cNvPr>
            <p:cNvSpPr>
              <a:spLocks noChangeAspect="1"/>
            </p:cNvSpPr>
            <p:nvPr>
              <p:custDataLst>
                <p:tags r:id="rId139"/>
              </p:custDataLst>
            </p:nvPr>
          </p:nvSpPr>
          <p:spPr>
            <a:xfrm>
              <a:off x="4334905" y="3282696"/>
              <a:ext cx="292608" cy="292608"/>
            </a:xfrm>
            <a:custGeom>
              <a:avLst/>
              <a:gdLst/>
              <a:ahLst/>
              <a:cxnLst/>
              <a:rect l="l" t="t" r="r" b="b"/>
              <a:pathLst>
                <a:path w="635000" h="635000">
                  <a:moveTo>
                    <a:pt x="317500" y="0"/>
                  </a:moveTo>
                  <a:arcTo wR="317500" hR="317500" stAng="16200000" swAng="18792000"/>
                  <a:lnTo>
                    <a:pt x="317500" y="317500"/>
                  </a:lnTo>
                  <a:close/>
                </a:path>
                <a:path w="635000" h="635000" fill="none">
                  <a:moveTo>
                    <a:pt x="86052" y="100156"/>
                  </a:moveTo>
                  <a:arcTo wR="317500" hR="317500" stAng="13392000" swAng="280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8" name="Harvey 88/100 [88]">
              <a:extLst>
                <a:ext uri="{FF2B5EF4-FFF2-40B4-BE49-F238E27FC236}">
                  <a16:creationId xmlns:a16="http://schemas.microsoft.com/office/drawing/2014/main" id="{744E57ED-019F-4A8B-A06E-9FB965FEBB23}"/>
                </a:ext>
              </a:extLst>
            </p:cNvPr>
            <p:cNvSpPr>
              <a:spLocks noChangeAspect="1"/>
            </p:cNvSpPr>
            <p:nvPr>
              <p:custDataLst>
                <p:tags r:id="rId140"/>
              </p:custDataLst>
            </p:nvPr>
          </p:nvSpPr>
          <p:spPr>
            <a:xfrm>
              <a:off x="4334905" y="3282696"/>
              <a:ext cx="292608" cy="292608"/>
            </a:xfrm>
            <a:custGeom>
              <a:avLst/>
              <a:gdLst/>
              <a:ahLst/>
              <a:cxnLst/>
              <a:rect l="l" t="t" r="r" b="b"/>
              <a:pathLst>
                <a:path w="635000" h="635000">
                  <a:moveTo>
                    <a:pt x="317500" y="0"/>
                  </a:moveTo>
                  <a:arcTo wR="317500" hR="317500" stAng="16200000" swAng="19008000"/>
                  <a:lnTo>
                    <a:pt x="317500" y="317500"/>
                  </a:lnTo>
                  <a:close/>
                </a:path>
                <a:path w="635000" h="635000" fill="none">
                  <a:moveTo>
                    <a:pt x="100156" y="86052"/>
                  </a:moveTo>
                  <a:arcTo wR="317500" hR="317500" stAng="13608000" swAng="2591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9" name="Harvey 89/100 [89]">
              <a:extLst>
                <a:ext uri="{FF2B5EF4-FFF2-40B4-BE49-F238E27FC236}">
                  <a16:creationId xmlns:a16="http://schemas.microsoft.com/office/drawing/2014/main" id="{5567719B-31CA-4A86-801E-E0531122E504}"/>
                </a:ext>
              </a:extLst>
            </p:cNvPr>
            <p:cNvSpPr>
              <a:spLocks noChangeAspect="1"/>
            </p:cNvSpPr>
            <p:nvPr>
              <p:custDataLst>
                <p:tags r:id="rId141"/>
              </p:custDataLst>
            </p:nvPr>
          </p:nvSpPr>
          <p:spPr>
            <a:xfrm>
              <a:off x="4334905" y="3282696"/>
              <a:ext cx="292608" cy="292608"/>
            </a:xfrm>
            <a:custGeom>
              <a:avLst/>
              <a:gdLst/>
              <a:ahLst/>
              <a:cxnLst/>
              <a:rect l="l" t="t" r="r" b="b"/>
              <a:pathLst>
                <a:path w="635000" h="635000">
                  <a:moveTo>
                    <a:pt x="317500" y="0"/>
                  </a:moveTo>
                  <a:arcTo wR="317500" hR="317500" stAng="16200000" swAng="19224000"/>
                  <a:lnTo>
                    <a:pt x="317500" y="317500"/>
                  </a:lnTo>
                  <a:close/>
                </a:path>
                <a:path w="635000" h="635000" fill="none">
                  <a:moveTo>
                    <a:pt x="115117" y="72862"/>
                  </a:moveTo>
                  <a:arcTo wR="317500" hR="317500" stAng="13823999" swAng="2375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0" name="Harvey 90/100 [90]">
              <a:extLst>
                <a:ext uri="{FF2B5EF4-FFF2-40B4-BE49-F238E27FC236}">
                  <a16:creationId xmlns:a16="http://schemas.microsoft.com/office/drawing/2014/main" id="{2CD4B3A1-B882-43A6-A4CA-C9FCA394B28B}"/>
                </a:ext>
              </a:extLst>
            </p:cNvPr>
            <p:cNvSpPr>
              <a:spLocks noChangeAspect="1"/>
            </p:cNvSpPr>
            <p:nvPr>
              <p:custDataLst>
                <p:tags r:id="rId142"/>
              </p:custDataLst>
            </p:nvPr>
          </p:nvSpPr>
          <p:spPr>
            <a:xfrm>
              <a:off x="4334905" y="3282696"/>
              <a:ext cx="292608" cy="292608"/>
            </a:xfrm>
            <a:custGeom>
              <a:avLst/>
              <a:gdLst/>
              <a:ahLst/>
              <a:cxnLst/>
              <a:rect l="l" t="t" r="r" b="b"/>
              <a:pathLst>
                <a:path w="635000" h="635000">
                  <a:moveTo>
                    <a:pt x="317500" y="0"/>
                  </a:moveTo>
                  <a:arcTo wR="317500" hR="317500" stAng="16200000" swAng="19440000"/>
                  <a:lnTo>
                    <a:pt x="317500" y="317500"/>
                  </a:lnTo>
                  <a:close/>
                </a:path>
                <a:path w="635000" h="635000" fill="none">
                  <a:moveTo>
                    <a:pt x="130878" y="60637"/>
                  </a:moveTo>
                  <a:arcTo wR="317500" hR="317500" stAng="14040000" swAng="2159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1" name="Harvey 91/100 [91]">
              <a:extLst>
                <a:ext uri="{FF2B5EF4-FFF2-40B4-BE49-F238E27FC236}">
                  <a16:creationId xmlns:a16="http://schemas.microsoft.com/office/drawing/2014/main" id="{68606D93-5175-4900-AD89-6D0710AFE75F}"/>
                </a:ext>
              </a:extLst>
            </p:cNvPr>
            <p:cNvSpPr>
              <a:spLocks noChangeAspect="1"/>
            </p:cNvSpPr>
            <p:nvPr>
              <p:custDataLst>
                <p:tags r:id="rId143"/>
              </p:custDataLst>
            </p:nvPr>
          </p:nvSpPr>
          <p:spPr>
            <a:xfrm>
              <a:off x="4334905" y="3282696"/>
              <a:ext cx="292608" cy="292608"/>
            </a:xfrm>
            <a:custGeom>
              <a:avLst/>
              <a:gdLst/>
              <a:ahLst/>
              <a:cxnLst/>
              <a:rect l="l" t="t" r="r" b="b"/>
              <a:pathLst>
                <a:path w="635000" h="635000">
                  <a:moveTo>
                    <a:pt x="317500" y="0"/>
                  </a:moveTo>
                  <a:arcTo wR="317500" hR="317500" stAng="16200000" swAng="19656000"/>
                  <a:lnTo>
                    <a:pt x="317500" y="317500"/>
                  </a:lnTo>
                  <a:close/>
                </a:path>
                <a:path w="635000" h="635000" fill="none">
                  <a:moveTo>
                    <a:pt x="147374" y="49425"/>
                  </a:moveTo>
                  <a:arcTo wR="317500" hR="317500" stAng="14256000" swAng="194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2" name="Harvey 92/100 [92]">
              <a:extLst>
                <a:ext uri="{FF2B5EF4-FFF2-40B4-BE49-F238E27FC236}">
                  <a16:creationId xmlns:a16="http://schemas.microsoft.com/office/drawing/2014/main" id="{7EE30864-DDCC-4BBA-B70A-48810E224581}"/>
                </a:ext>
              </a:extLst>
            </p:cNvPr>
            <p:cNvSpPr>
              <a:spLocks noChangeAspect="1"/>
            </p:cNvSpPr>
            <p:nvPr>
              <p:custDataLst>
                <p:tags r:id="rId144"/>
              </p:custDataLst>
            </p:nvPr>
          </p:nvSpPr>
          <p:spPr>
            <a:xfrm>
              <a:off x="4334905" y="3282696"/>
              <a:ext cx="292608" cy="292608"/>
            </a:xfrm>
            <a:custGeom>
              <a:avLst/>
              <a:gdLst/>
              <a:ahLst/>
              <a:cxnLst/>
              <a:rect l="l" t="t" r="r" b="b"/>
              <a:pathLst>
                <a:path w="635000" h="635000">
                  <a:moveTo>
                    <a:pt x="317500" y="0"/>
                  </a:moveTo>
                  <a:arcTo wR="317500" hR="317500" stAng="16200000" swAng="19872000"/>
                  <a:lnTo>
                    <a:pt x="317500" y="317500"/>
                  </a:lnTo>
                  <a:close/>
                </a:path>
                <a:path w="635000" h="635000" fill="none">
                  <a:moveTo>
                    <a:pt x="164543" y="39272"/>
                  </a:moveTo>
                  <a:arcTo wR="317500" hR="317500" stAng="14472000" swAng="1727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3" name="Harvey 93/100 [93]">
              <a:extLst>
                <a:ext uri="{FF2B5EF4-FFF2-40B4-BE49-F238E27FC236}">
                  <a16:creationId xmlns:a16="http://schemas.microsoft.com/office/drawing/2014/main" id="{608CA488-A707-4C7A-9287-9DA9A38ED3D4}"/>
                </a:ext>
              </a:extLst>
            </p:cNvPr>
            <p:cNvSpPr>
              <a:spLocks noChangeAspect="1"/>
            </p:cNvSpPr>
            <p:nvPr>
              <p:custDataLst>
                <p:tags r:id="rId145"/>
              </p:custDataLst>
            </p:nvPr>
          </p:nvSpPr>
          <p:spPr>
            <a:xfrm>
              <a:off x="4334905" y="3282696"/>
              <a:ext cx="292608" cy="292608"/>
            </a:xfrm>
            <a:custGeom>
              <a:avLst/>
              <a:gdLst/>
              <a:ahLst/>
              <a:cxnLst/>
              <a:rect l="l" t="t" r="r" b="b"/>
              <a:pathLst>
                <a:path w="635000" h="635000">
                  <a:moveTo>
                    <a:pt x="317500" y="0"/>
                  </a:moveTo>
                  <a:arcTo wR="317500" hR="317500" stAng="16200000" swAng="20088000"/>
                  <a:lnTo>
                    <a:pt x="317500" y="317500"/>
                  </a:lnTo>
                  <a:close/>
                </a:path>
                <a:path w="635000" h="635000" fill="none">
                  <a:moveTo>
                    <a:pt x="182315" y="30217"/>
                  </a:moveTo>
                  <a:arcTo wR="317500" hR="317500" stAng="14688000" swAng="1511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4" name="Harvey 94/100 [94]">
              <a:extLst>
                <a:ext uri="{FF2B5EF4-FFF2-40B4-BE49-F238E27FC236}">
                  <a16:creationId xmlns:a16="http://schemas.microsoft.com/office/drawing/2014/main" id="{FE1836A9-F92A-4F07-BBB8-2274E290E952}"/>
                </a:ext>
              </a:extLst>
            </p:cNvPr>
            <p:cNvSpPr>
              <a:spLocks noChangeAspect="1"/>
            </p:cNvSpPr>
            <p:nvPr>
              <p:custDataLst>
                <p:tags r:id="rId146"/>
              </p:custDataLst>
            </p:nvPr>
          </p:nvSpPr>
          <p:spPr>
            <a:xfrm>
              <a:off x="4334905" y="3282696"/>
              <a:ext cx="292608" cy="292608"/>
            </a:xfrm>
            <a:custGeom>
              <a:avLst/>
              <a:gdLst/>
              <a:ahLst/>
              <a:cxnLst/>
              <a:rect l="l" t="t" r="r" b="b"/>
              <a:pathLst>
                <a:path w="635000" h="635000">
                  <a:moveTo>
                    <a:pt x="317500" y="0"/>
                  </a:moveTo>
                  <a:arcTo wR="317500" hR="317500" stAng="16200000" swAng="20304000"/>
                  <a:lnTo>
                    <a:pt x="317500" y="317500"/>
                  </a:lnTo>
                  <a:close/>
                </a:path>
                <a:path w="635000" h="635000" fill="none">
                  <a:moveTo>
                    <a:pt x="200620" y="22295"/>
                  </a:moveTo>
                  <a:arcTo wR="317500" hR="317500" stAng="14903999" swAng="129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5" name="Harvey 95/100 [95]">
              <a:extLst>
                <a:ext uri="{FF2B5EF4-FFF2-40B4-BE49-F238E27FC236}">
                  <a16:creationId xmlns:a16="http://schemas.microsoft.com/office/drawing/2014/main" id="{3169BE73-7F99-46E3-BDA9-D9BB85BE343E}"/>
                </a:ext>
              </a:extLst>
            </p:cNvPr>
            <p:cNvSpPr>
              <a:spLocks noChangeAspect="1"/>
            </p:cNvSpPr>
            <p:nvPr>
              <p:custDataLst>
                <p:tags r:id="rId147"/>
              </p:custDataLst>
            </p:nvPr>
          </p:nvSpPr>
          <p:spPr>
            <a:xfrm>
              <a:off x="4334905" y="3282696"/>
              <a:ext cx="292608" cy="292608"/>
            </a:xfrm>
            <a:custGeom>
              <a:avLst/>
              <a:gdLst/>
              <a:ahLst/>
              <a:cxnLst/>
              <a:rect l="l" t="t" r="r" b="b"/>
              <a:pathLst>
                <a:path w="635000" h="635000">
                  <a:moveTo>
                    <a:pt x="317500" y="0"/>
                  </a:moveTo>
                  <a:arcTo wR="317500" hR="317500" stAng="16200000" swAng="20520000"/>
                  <a:lnTo>
                    <a:pt x="317500" y="317500"/>
                  </a:lnTo>
                  <a:close/>
                </a:path>
                <a:path w="635000" h="635000" fill="none">
                  <a:moveTo>
                    <a:pt x="219387" y="15539"/>
                  </a:moveTo>
                  <a:arcTo wR="317500" hR="317500" stAng="15120000" swAng="108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6" name="Harvey 96/100 [96]">
              <a:extLst>
                <a:ext uri="{FF2B5EF4-FFF2-40B4-BE49-F238E27FC236}">
                  <a16:creationId xmlns:a16="http://schemas.microsoft.com/office/drawing/2014/main" id="{12E3B5ED-B1AB-4A99-BD20-FF638135BE37}"/>
                </a:ext>
              </a:extLst>
            </p:cNvPr>
            <p:cNvSpPr>
              <a:spLocks noChangeAspect="1"/>
            </p:cNvSpPr>
            <p:nvPr>
              <p:custDataLst>
                <p:tags r:id="rId148"/>
              </p:custDataLst>
            </p:nvPr>
          </p:nvSpPr>
          <p:spPr>
            <a:xfrm>
              <a:off x="4334905" y="3282696"/>
              <a:ext cx="292608" cy="292608"/>
            </a:xfrm>
            <a:custGeom>
              <a:avLst/>
              <a:gdLst/>
              <a:ahLst/>
              <a:cxnLst/>
              <a:rect l="l" t="t" r="r" b="b"/>
              <a:pathLst>
                <a:path w="635000" h="635000">
                  <a:moveTo>
                    <a:pt x="317500" y="0"/>
                  </a:moveTo>
                  <a:arcTo wR="317500" hR="317500" stAng="16200000" swAng="20735999"/>
                  <a:lnTo>
                    <a:pt x="317500" y="317500"/>
                  </a:lnTo>
                  <a:close/>
                </a:path>
                <a:path w="635000" h="635000" fill="none">
                  <a:moveTo>
                    <a:pt x="238540" y="9974"/>
                  </a:moveTo>
                  <a:arcTo wR="317500" hR="317500" stAng="15335999" swAng="86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7" name="Harvey 97/100 [97]">
              <a:extLst>
                <a:ext uri="{FF2B5EF4-FFF2-40B4-BE49-F238E27FC236}">
                  <a16:creationId xmlns:a16="http://schemas.microsoft.com/office/drawing/2014/main" id="{75A7FEAD-6C4B-4F7A-BB60-3A68D96114DE}"/>
                </a:ext>
              </a:extLst>
            </p:cNvPr>
            <p:cNvSpPr>
              <a:spLocks noChangeAspect="1"/>
            </p:cNvSpPr>
            <p:nvPr>
              <p:custDataLst>
                <p:tags r:id="rId149"/>
              </p:custDataLst>
            </p:nvPr>
          </p:nvSpPr>
          <p:spPr>
            <a:xfrm>
              <a:off x="4334905" y="3282696"/>
              <a:ext cx="292608" cy="292608"/>
            </a:xfrm>
            <a:custGeom>
              <a:avLst/>
              <a:gdLst/>
              <a:ahLst/>
              <a:cxnLst/>
              <a:rect l="l" t="t" r="r" b="b"/>
              <a:pathLst>
                <a:path w="635000" h="635000">
                  <a:moveTo>
                    <a:pt x="317500" y="0"/>
                  </a:moveTo>
                  <a:arcTo wR="317500" hR="317500" stAng="16200000" swAng="20952000"/>
                  <a:lnTo>
                    <a:pt x="317500" y="317500"/>
                  </a:lnTo>
                  <a:close/>
                </a:path>
                <a:path w="635000" h="635000" fill="none">
                  <a:moveTo>
                    <a:pt x="258006" y="5623"/>
                  </a:moveTo>
                  <a:arcTo wR="317500" hR="317500" stAng="15552000" swAng="64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8" name="Harvey 98/100 [98]">
              <a:extLst>
                <a:ext uri="{FF2B5EF4-FFF2-40B4-BE49-F238E27FC236}">
                  <a16:creationId xmlns:a16="http://schemas.microsoft.com/office/drawing/2014/main" id="{C4B5128E-9380-4C38-A1EB-CB12E7401609}"/>
                </a:ext>
              </a:extLst>
            </p:cNvPr>
            <p:cNvSpPr>
              <a:spLocks noChangeAspect="1"/>
            </p:cNvSpPr>
            <p:nvPr>
              <p:custDataLst>
                <p:tags r:id="rId150"/>
              </p:custDataLst>
            </p:nvPr>
          </p:nvSpPr>
          <p:spPr>
            <a:xfrm>
              <a:off x="4334905" y="3282696"/>
              <a:ext cx="292608" cy="292608"/>
            </a:xfrm>
            <a:custGeom>
              <a:avLst/>
              <a:gdLst/>
              <a:ahLst/>
              <a:cxnLst/>
              <a:rect l="l" t="t" r="r" b="b"/>
              <a:pathLst>
                <a:path w="635000" h="635000">
                  <a:moveTo>
                    <a:pt x="317500" y="0"/>
                  </a:moveTo>
                  <a:arcTo wR="317500" hR="317500" stAng="16200000" swAng="21168000"/>
                  <a:lnTo>
                    <a:pt x="317500" y="317500"/>
                  </a:lnTo>
                  <a:close/>
                </a:path>
                <a:path w="635000" h="635000" fill="none">
                  <a:moveTo>
                    <a:pt x="277706" y="2503"/>
                  </a:moveTo>
                  <a:arcTo wR="317500" hR="317500" stAng="15768000" swAng="43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9" name="Harvey 99/100 [99]">
              <a:extLst>
                <a:ext uri="{FF2B5EF4-FFF2-40B4-BE49-F238E27FC236}">
                  <a16:creationId xmlns:a16="http://schemas.microsoft.com/office/drawing/2014/main" id="{50F634E4-E5B9-4DA6-9F91-8AF5B6ACF1FB}"/>
                </a:ext>
              </a:extLst>
            </p:cNvPr>
            <p:cNvSpPr>
              <a:spLocks noChangeAspect="1"/>
            </p:cNvSpPr>
            <p:nvPr>
              <p:custDataLst>
                <p:tags r:id="rId151"/>
              </p:custDataLst>
            </p:nvPr>
          </p:nvSpPr>
          <p:spPr>
            <a:xfrm>
              <a:off x="4334905" y="3282696"/>
              <a:ext cx="292608" cy="292608"/>
            </a:xfrm>
            <a:custGeom>
              <a:avLst/>
              <a:gdLst/>
              <a:ahLst/>
              <a:cxnLst/>
              <a:rect l="l" t="t" r="r" b="b"/>
              <a:pathLst>
                <a:path w="635000" h="635000">
                  <a:moveTo>
                    <a:pt x="317500" y="0"/>
                  </a:moveTo>
                  <a:arcTo wR="317500" hR="317500" stAng="16200000" swAng="21384000"/>
                  <a:lnTo>
                    <a:pt x="317500" y="317500"/>
                  </a:lnTo>
                  <a:close/>
                </a:path>
                <a:path w="635000" h="635000" fill="none">
                  <a:moveTo>
                    <a:pt x="297564" y="626"/>
                  </a:moveTo>
                  <a:arcTo wR="317500" hR="317500" stAng="15983999" swAng="21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30" name="Harvey 100/100 [100]">
              <a:extLst>
                <a:ext uri="{FF2B5EF4-FFF2-40B4-BE49-F238E27FC236}">
                  <a16:creationId xmlns:a16="http://schemas.microsoft.com/office/drawing/2014/main" id="{94AA53CD-8233-470E-AFEE-0BCC721BFAE9}"/>
                </a:ext>
              </a:extLst>
            </p:cNvPr>
            <p:cNvSpPr>
              <a:spLocks noChangeAspect="1"/>
            </p:cNvSpPr>
            <p:nvPr>
              <p:custDataLst>
                <p:tags r:id="rId152"/>
              </p:custDataLst>
            </p:nvPr>
          </p:nvSpPr>
          <p:spPr>
            <a:xfrm>
              <a:off x="4334905" y="3282696"/>
              <a:ext cx="292608" cy="292608"/>
            </a:xfrm>
            <a:custGeom>
              <a:avLst/>
              <a:gdLst/>
              <a:ahLst/>
              <a:cxnLst/>
              <a:rect l="l" t="t" r="r" b="b"/>
              <a:pathLst>
                <a:path w="635000" h="635000">
                  <a:moveTo>
                    <a:pt x="317500" y="0"/>
                  </a:moveTo>
                  <a:arcTo wR="317500" hR="317500" stAng="16200000" swAng="21600000"/>
                  <a:close/>
                </a:path>
              </a:pathLst>
            </a:custGeom>
            <a:grpFill/>
            <a:ln w="19050" cmpd="sng">
              <a:solidFill>
                <a:schemeClr val="tx2"/>
              </a:solidFill>
            </a:ln>
          </p:spPr>
          <p:txBody>
            <a:bodyPr/>
            <a:lstStyle/>
            <a:p>
              <a:endParaRPr lang="en-GB" b="0" i="0">
                <a:latin typeface="72 Brand" panose="020B0504030603020204" pitchFamily="34" charset="0"/>
              </a:endParaRPr>
            </a:p>
          </p:txBody>
        </p:sp>
      </p:grpSp>
      <p:sp>
        <p:nvSpPr>
          <p:cNvPr id="131" name="Footnote [Placeholder]" hidden="1">
            <a:extLst>
              <a:ext uri="{FF2B5EF4-FFF2-40B4-BE49-F238E27FC236}">
                <a16:creationId xmlns:a16="http://schemas.microsoft.com/office/drawing/2014/main" id="{1B41FB17-6D57-4EE1-9C4C-9C305D5D6BEC}"/>
              </a:ext>
            </a:extLst>
          </p:cNvPr>
          <p:cNvSpPr txBox="1"/>
          <p:nvPr userDrawn="1"/>
        </p:nvSpPr>
        <p:spPr>
          <a:xfrm>
            <a:off x="503238" y="5984668"/>
            <a:ext cx="10188208" cy="138499"/>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en-US" sz="900" b="0" i="0" kern="0">
                <a:latin typeface="72 Brand" panose="020B0504030603020204" pitchFamily="34" charset="0"/>
                <a:ea typeface="72 Brand" pitchFamily="34" charset="-128"/>
                <a:cs typeface="72 Brand" pitchFamily="34" charset="-128"/>
              </a:rPr>
              <a:t>(r) Footnote</a:t>
            </a:r>
          </a:p>
        </p:txBody>
      </p:sp>
      <p:sp>
        <p:nvSpPr>
          <p:cNvPr id="5" name="Draft [Sticker]" hidden="1">
            <a:extLst>
              <a:ext uri="{FF2B5EF4-FFF2-40B4-BE49-F238E27FC236}">
                <a16:creationId xmlns:a16="http://schemas.microsoft.com/office/drawing/2014/main" id="{4ED4653C-0BEF-C53F-2F44-0F4FC1038B4E}"/>
              </a:ext>
            </a:extLst>
          </p:cNvPr>
          <p:cNvSpPr/>
          <p:nvPr userDrawn="1"/>
        </p:nvSpPr>
        <p:spPr bwMode="gray">
          <a:xfrm rot="18900000">
            <a:off x="4491456" y="3089731"/>
            <a:ext cx="3211564" cy="1219077"/>
          </a:xfrm>
          <a:prstGeom prst="rect">
            <a:avLst/>
          </a:prstGeom>
          <a:no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5400" b="0" i="0" u="none" strike="noStrike" kern="0" cap="none" spc="0" normalizeH="0" baseline="0" noProof="0">
                <a:ln>
                  <a:noFill/>
                </a:ln>
                <a:solidFill>
                  <a:schemeClr val="tx2"/>
                </a:solidFill>
                <a:effectLst/>
                <a:uLnTx/>
                <a:uFillTx/>
                <a:latin typeface="72 Brand" panose="020B0504030603020204" pitchFamily="34" charset="0"/>
                <a:ea typeface="Arial" pitchFamily="34" charset="0"/>
                <a:cs typeface="Arial" pitchFamily="34" charset="0"/>
              </a:rPr>
              <a:t>DRAFT</a:t>
            </a:r>
          </a:p>
        </p:txBody>
      </p:sp>
      <p:sp>
        <p:nvSpPr>
          <p:cNvPr id="142" name="Content [Comment]" hidden="1">
            <a:extLst>
              <a:ext uri="{FF2B5EF4-FFF2-40B4-BE49-F238E27FC236}">
                <a16:creationId xmlns:a16="http://schemas.microsoft.com/office/drawing/2014/main" id="{D6760A1A-5249-0361-7543-4100DC0D89C0}"/>
              </a:ext>
            </a:extLst>
          </p:cNvPr>
          <p:cNvSpPr>
            <a:spLocks/>
          </p:cNvSpPr>
          <p:nvPr userDrawn="1"/>
        </p:nvSpPr>
        <p:spPr>
          <a:xfrm>
            <a:off x="10620496" y="1126713"/>
            <a:ext cx="1322679" cy="1287398"/>
          </a:xfrm>
          <a:prstGeom prst="wedgeRectCallout">
            <a:avLst>
              <a:gd name="adj1" fmla="val 33379"/>
              <a:gd name="adj2" fmla="val 65105"/>
            </a:avLst>
          </a:prstGeom>
          <a:solidFill>
            <a:srgbClr val="FFF3B8"/>
          </a:solidFill>
          <a:ln w="12700" cap="flat" cmpd="sng" algn="ctr">
            <a:noFill/>
            <a:prstDash val="solid"/>
            <a:miter lim="800000"/>
          </a:ln>
          <a:effectLst/>
        </p:spPr>
        <p:txBody>
          <a:bodyPr lIns="36000" tIns="36000" rIns="36000" bIns="36000"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A0A0A"/>
                </a:solidFill>
                <a:effectLst/>
                <a:uLnTx/>
                <a:uFillTx/>
                <a:latin typeface="72 Brand" panose="020B0504030603020204" pitchFamily="34" charset="0"/>
              </a:rPr>
              <a:t>&lt;initials&gt; &lt;date&gt;</a:t>
            </a:r>
            <a:r>
              <a:rPr kumimoji="0" lang="en-US" sz="800" b="0" i="0" u="none" strike="noStrike" kern="0" cap="none" spc="0" normalizeH="0" baseline="0" noProof="0" err="1">
                <a:ln>
                  <a:noFill/>
                </a:ln>
                <a:solidFill>
                  <a:srgbClr val="0A0A0A"/>
                </a:solidFill>
                <a:effectLst/>
                <a:uLnTx/>
                <a:uFillTx/>
                <a:latin typeface="72 Brand" panose="020B0504030603020204" pitchFamily="34" charset="0"/>
              </a:rPr>
              <a:t>yyyy</a:t>
            </a:r>
            <a:r>
              <a:rPr kumimoji="0" lang="en-US" sz="800" b="0" i="0" u="none" strike="noStrike" kern="0" cap="none" spc="0" normalizeH="0" baseline="0" noProof="0">
                <a:ln>
                  <a:noFill/>
                </a:ln>
                <a:solidFill>
                  <a:srgbClr val="0A0A0A"/>
                </a:solidFill>
                <a:effectLst/>
                <a:uLnTx/>
                <a:uFillTx/>
                <a:latin typeface="72 Brand" panose="020B0504030603020204" pitchFamily="34" charset="0"/>
              </a:rPr>
              <a:t>-MM-dd </a:t>
            </a:r>
            <a:r>
              <a:rPr kumimoji="0" lang="en-US" sz="800" b="0" i="0" u="none" strike="noStrike" kern="0" cap="none" spc="0" normalizeH="0" baseline="0" noProof="0" err="1">
                <a:ln>
                  <a:noFill/>
                </a:ln>
                <a:solidFill>
                  <a:srgbClr val="0A0A0A"/>
                </a:solidFill>
                <a:effectLst/>
                <a:uLnTx/>
                <a:uFillTx/>
                <a:latin typeface="72 Brand" panose="020B0504030603020204" pitchFamily="34" charset="0"/>
              </a:rPr>
              <a:t>hh:mm</a:t>
            </a:r>
            <a:r>
              <a:rPr kumimoji="0" lang="en-US" sz="800" b="0" i="0" u="none" strike="noStrike" kern="0" cap="none" spc="0" normalizeH="0" baseline="0" noProof="0">
                <a:ln>
                  <a:noFill/>
                </a:ln>
                <a:solidFill>
                  <a:srgbClr val="0A0A0A"/>
                </a:solidFill>
                <a:effectLst/>
                <a:uLnTx/>
                <a:uFillTx/>
                <a:latin typeface="72 Brand" panose="020B0504030603020204" pitchFamily="34" charset="0"/>
              </a:rPr>
              <a:t>&lt;/date&gt;: </a:t>
            </a:r>
          </a:p>
        </p:txBody>
      </p:sp>
      <p:sp>
        <p:nvSpPr>
          <p:cNvPr id="143" name="Formatting [Comment]" hidden="1">
            <a:extLst>
              <a:ext uri="{FF2B5EF4-FFF2-40B4-BE49-F238E27FC236}">
                <a16:creationId xmlns:a16="http://schemas.microsoft.com/office/drawing/2014/main" id="{31370255-4446-E2E0-D475-0E9332BBA969}"/>
              </a:ext>
            </a:extLst>
          </p:cNvPr>
          <p:cNvSpPr>
            <a:spLocks/>
          </p:cNvSpPr>
          <p:nvPr userDrawn="1"/>
        </p:nvSpPr>
        <p:spPr>
          <a:xfrm>
            <a:off x="10620496" y="1126713"/>
            <a:ext cx="1322679" cy="1287398"/>
          </a:xfrm>
          <a:prstGeom prst="wedgeRectCallout">
            <a:avLst>
              <a:gd name="adj1" fmla="val 33379"/>
              <a:gd name="adj2" fmla="val 65105"/>
            </a:avLst>
          </a:prstGeom>
          <a:solidFill>
            <a:srgbClr val="FFF3B8"/>
          </a:solidFill>
          <a:ln w="12700" cap="flat" cmpd="sng" algn="ctr">
            <a:noFill/>
            <a:prstDash val="solid"/>
            <a:miter lim="800000"/>
          </a:ln>
          <a:effectLst/>
        </p:spPr>
        <p:txBody>
          <a:bodyPr lIns="36000" tIns="36000" rIns="36000" bIns="36000"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A0A0A"/>
                </a:solidFill>
                <a:effectLst/>
                <a:uLnTx/>
                <a:uFillTx/>
                <a:latin typeface="72 Brand" panose="020B0504030603020204" pitchFamily="34" charset="0"/>
              </a:rPr>
              <a:t>&lt;initials&gt; &lt;date&gt;</a:t>
            </a:r>
            <a:r>
              <a:rPr kumimoji="0" lang="en-US" sz="800" b="0" i="0" u="none" strike="noStrike" kern="0" cap="none" spc="0" normalizeH="0" baseline="0" noProof="0" err="1">
                <a:ln>
                  <a:noFill/>
                </a:ln>
                <a:solidFill>
                  <a:srgbClr val="0A0A0A"/>
                </a:solidFill>
                <a:effectLst/>
                <a:uLnTx/>
                <a:uFillTx/>
                <a:latin typeface="72 Brand" panose="020B0504030603020204" pitchFamily="34" charset="0"/>
              </a:rPr>
              <a:t>yyyy</a:t>
            </a:r>
            <a:r>
              <a:rPr kumimoji="0" lang="en-US" sz="800" b="0" i="0" u="none" strike="noStrike" kern="0" cap="none" spc="0" normalizeH="0" baseline="0" noProof="0">
                <a:ln>
                  <a:noFill/>
                </a:ln>
                <a:solidFill>
                  <a:srgbClr val="0A0A0A"/>
                </a:solidFill>
                <a:effectLst/>
                <a:uLnTx/>
                <a:uFillTx/>
                <a:latin typeface="72 Brand" panose="020B0504030603020204" pitchFamily="34" charset="0"/>
              </a:rPr>
              <a:t>-MM-dd </a:t>
            </a:r>
            <a:r>
              <a:rPr kumimoji="0" lang="en-US" sz="800" b="0" i="0" u="none" strike="noStrike" kern="0" cap="none" spc="0" normalizeH="0" baseline="0" noProof="0" err="1">
                <a:ln>
                  <a:noFill/>
                </a:ln>
                <a:solidFill>
                  <a:srgbClr val="0A0A0A"/>
                </a:solidFill>
                <a:effectLst/>
                <a:uLnTx/>
                <a:uFillTx/>
                <a:latin typeface="72 Brand" panose="020B0504030603020204" pitchFamily="34" charset="0"/>
              </a:rPr>
              <a:t>hh:mm</a:t>
            </a:r>
            <a:r>
              <a:rPr kumimoji="0" lang="en-US" sz="800" b="0" i="0" u="none" strike="noStrike" kern="0" cap="none" spc="0" normalizeH="0" baseline="0" noProof="0">
                <a:ln>
                  <a:noFill/>
                </a:ln>
                <a:solidFill>
                  <a:srgbClr val="0A0A0A"/>
                </a:solidFill>
                <a:effectLst/>
                <a:uLnTx/>
                <a:uFillTx/>
                <a:latin typeface="72 Brand" panose="020B0504030603020204" pitchFamily="34" charset="0"/>
              </a:rPr>
              <a:t>&lt;/date&gt;: </a:t>
            </a:r>
          </a:p>
        </p:txBody>
      </p:sp>
      <p:sp>
        <p:nvSpPr>
          <p:cNvPr id="132" name="Final [Sticker]" hidden="1">
            <a:extLst>
              <a:ext uri="{FF2B5EF4-FFF2-40B4-BE49-F238E27FC236}">
                <a16:creationId xmlns:a16="http://schemas.microsoft.com/office/drawing/2014/main" id="{5402B19A-2F1E-0983-9BF4-848C4B7F0B87}"/>
              </a:ext>
            </a:extLst>
          </p:cNvPr>
          <p:cNvSpPr>
            <a:spLocks/>
          </p:cNvSpPr>
          <p:nvPr userDrawn="1"/>
        </p:nvSpPr>
        <p:spPr>
          <a:xfrm>
            <a:off x="10983300" y="210784"/>
            <a:ext cx="707050" cy="173117"/>
          </a:xfrm>
          <a:prstGeom prst="roundRect">
            <a:avLst>
              <a:gd name="adj" fmla="val 50000"/>
            </a:avLst>
          </a:prstGeom>
          <a:gradFill>
            <a:gsLst>
              <a:gs pos="0">
                <a:schemeClr val="tx2"/>
              </a:gs>
              <a:gs pos="100000">
                <a:schemeClr val="tx2"/>
              </a:gs>
            </a:gsLst>
            <a:lin ang="5400000" scaled="1"/>
          </a:gradFill>
          <a:ln w="19050" cap="flat" cmpd="sng" algn="ctr">
            <a:noFill/>
            <a:prstDash val="solid"/>
          </a:ln>
          <a:effectLst/>
        </p:spPr>
        <p:txBody>
          <a:bodyPr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i="0" u="none" strike="noStrike" kern="0" cap="none" spc="0" normalizeH="0" baseline="0" noProof="0">
                <a:ln>
                  <a:noFill/>
                </a:ln>
                <a:solidFill>
                  <a:srgbClr val="FFFFFF"/>
                </a:solidFill>
                <a:effectLst/>
                <a:uLnTx/>
                <a:uFillTx/>
                <a:latin typeface="+mn-lt"/>
                <a:ea typeface="+mn-ea"/>
                <a:cs typeface="+mn-cs"/>
              </a:rPr>
              <a:t>FINAL SLIDE</a:t>
            </a:r>
          </a:p>
        </p:txBody>
      </p:sp>
      <p:sp>
        <p:nvSpPr>
          <p:cNvPr id="148" name="Internal [Sticker]" hidden="1">
            <a:extLst>
              <a:ext uri="{FF2B5EF4-FFF2-40B4-BE49-F238E27FC236}">
                <a16:creationId xmlns:a16="http://schemas.microsoft.com/office/drawing/2014/main" id="{28223912-D0A4-A620-A34F-518BD869E53F}"/>
              </a:ext>
            </a:extLst>
          </p:cNvPr>
          <p:cNvSpPr>
            <a:spLocks/>
          </p:cNvSpPr>
          <p:nvPr userDrawn="1"/>
        </p:nvSpPr>
        <p:spPr>
          <a:xfrm>
            <a:off x="10033000" y="210784"/>
            <a:ext cx="1657350" cy="173117"/>
          </a:xfrm>
          <a:prstGeom prst="roundRect">
            <a:avLst>
              <a:gd name="adj" fmla="val 50000"/>
            </a:avLst>
          </a:prstGeom>
          <a:gradFill>
            <a:gsLst>
              <a:gs pos="0">
                <a:schemeClr val="tx2"/>
              </a:gs>
              <a:gs pos="100000">
                <a:schemeClr val="tx2"/>
              </a:gs>
            </a:gsLst>
            <a:lin ang="5400000" scaled="1"/>
          </a:gradFill>
          <a:ln w="19050" cap="flat" cmpd="sng" algn="ctr">
            <a:noFill/>
            <a:prstDash val="solid"/>
          </a:ln>
          <a:effectLst/>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i="0" u="none" strike="noStrike" kern="0" cap="none" spc="0" normalizeH="0" baseline="0" noProof="0">
                <a:ln>
                  <a:noFill/>
                </a:ln>
                <a:solidFill>
                  <a:srgbClr val="FFFFFF"/>
                </a:solidFill>
                <a:effectLst/>
                <a:uLnTx/>
                <a:uFillTx/>
                <a:latin typeface="+mn-lt"/>
                <a:ea typeface="+mn-ea"/>
                <a:cs typeface="+mn-cs"/>
              </a:rPr>
              <a:t>INTERNAL USE ONLY</a:t>
            </a:r>
          </a:p>
        </p:txBody>
      </p:sp>
      <p:sp>
        <p:nvSpPr>
          <p:cNvPr id="149" name="Discussion [Sticker]" hidden="1">
            <a:extLst>
              <a:ext uri="{FF2B5EF4-FFF2-40B4-BE49-F238E27FC236}">
                <a16:creationId xmlns:a16="http://schemas.microsoft.com/office/drawing/2014/main" id="{D9D83DF6-771C-4C0C-6C7A-3A59B82BAD4A}"/>
              </a:ext>
            </a:extLst>
          </p:cNvPr>
          <p:cNvSpPr>
            <a:spLocks/>
          </p:cNvSpPr>
          <p:nvPr userDrawn="1"/>
        </p:nvSpPr>
        <p:spPr>
          <a:xfrm>
            <a:off x="10734674" y="210784"/>
            <a:ext cx="955676" cy="173117"/>
          </a:xfrm>
          <a:prstGeom prst="roundRect">
            <a:avLst>
              <a:gd name="adj" fmla="val 50000"/>
            </a:avLst>
          </a:prstGeom>
          <a:gradFill>
            <a:gsLst>
              <a:gs pos="0">
                <a:schemeClr val="tx2"/>
              </a:gs>
              <a:gs pos="100000">
                <a:schemeClr val="tx2"/>
              </a:gs>
            </a:gsLst>
            <a:lin ang="5400000" scaled="1"/>
          </a:gradFill>
          <a:ln w="19050" cap="flat" cmpd="sng" algn="ctr">
            <a:noFill/>
            <a:prstDash val="solid"/>
          </a:ln>
          <a:effectLst/>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i="0" u="none" strike="noStrike" kern="0" cap="none" spc="0" normalizeH="0" baseline="0" noProof="0">
                <a:ln>
                  <a:noFill/>
                </a:ln>
                <a:solidFill>
                  <a:srgbClr val="FFFFFF"/>
                </a:solidFill>
                <a:effectLst/>
                <a:uLnTx/>
                <a:uFillTx/>
                <a:latin typeface="+mn-lt"/>
                <a:ea typeface="+mn-ea"/>
                <a:cs typeface="+mn-cs"/>
              </a:rPr>
              <a:t>FOR DISCUSSION</a:t>
            </a:r>
          </a:p>
        </p:txBody>
      </p:sp>
      <p:sp>
        <p:nvSpPr>
          <p:cNvPr id="145" name="Dummy [Sticker]" hidden="1">
            <a:extLst>
              <a:ext uri="{FF2B5EF4-FFF2-40B4-BE49-F238E27FC236}">
                <a16:creationId xmlns:a16="http://schemas.microsoft.com/office/drawing/2014/main" id="{85BE85F9-1C84-5D9C-577F-40BFD680420C}"/>
              </a:ext>
            </a:extLst>
          </p:cNvPr>
          <p:cNvSpPr>
            <a:spLocks/>
          </p:cNvSpPr>
          <p:nvPr userDrawn="1"/>
        </p:nvSpPr>
        <p:spPr>
          <a:xfrm>
            <a:off x="10734674" y="210784"/>
            <a:ext cx="955675" cy="173117"/>
          </a:xfrm>
          <a:prstGeom prst="roundRect">
            <a:avLst>
              <a:gd name="adj" fmla="val 50000"/>
            </a:avLst>
          </a:prstGeom>
          <a:gradFill>
            <a:gsLst>
              <a:gs pos="0">
                <a:schemeClr val="tx2"/>
              </a:gs>
              <a:gs pos="100000">
                <a:schemeClr val="tx2"/>
              </a:gs>
            </a:gsLst>
            <a:lin ang="5400000" scaled="1"/>
          </a:gradFill>
          <a:ln w="19050" cap="flat" cmpd="sng" algn="ctr">
            <a:noFill/>
            <a:prstDash val="solid"/>
          </a:ln>
          <a:effectLst/>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i="0" u="none" strike="noStrike" kern="0" cap="none" spc="0" normalizeH="0" baseline="0" noProof="0">
                <a:ln>
                  <a:noFill/>
                </a:ln>
                <a:solidFill>
                  <a:srgbClr val="FFFFFF"/>
                </a:solidFill>
                <a:effectLst/>
                <a:uLnTx/>
                <a:uFillTx/>
                <a:latin typeface="+mn-lt"/>
                <a:ea typeface="+mn-ea"/>
                <a:cs typeface="+mn-cs"/>
              </a:rPr>
              <a:t>DUMMY DATA</a:t>
            </a:r>
          </a:p>
        </p:txBody>
      </p:sp>
      <p:sp>
        <p:nvSpPr>
          <p:cNvPr id="146" name="Update [Sticker]" hidden="1">
            <a:extLst>
              <a:ext uri="{FF2B5EF4-FFF2-40B4-BE49-F238E27FC236}">
                <a16:creationId xmlns:a16="http://schemas.microsoft.com/office/drawing/2014/main" id="{DB5368A3-028B-BD89-843A-4055DAEC9BBE}"/>
              </a:ext>
            </a:extLst>
          </p:cNvPr>
          <p:cNvSpPr>
            <a:spLocks/>
          </p:cNvSpPr>
          <p:nvPr userDrawn="1"/>
        </p:nvSpPr>
        <p:spPr>
          <a:xfrm>
            <a:off x="10734674" y="210784"/>
            <a:ext cx="955676" cy="173117"/>
          </a:xfrm>
          <a:prstGeom prst="roundRect">
            <a:avLst>
              <a:gd name="adj" fmla="val 50000"/>
            </a:avLst>
          </a:prstGeom>
          <a:gradFill>
            <a:gsLst>
              <a:gs pos="0">
                <a:schemeClr val="tx2"/>
              </a:gs>
              <a:gs pos="100000">
                <a:schemeClr val="tx2"/>
              </a:gs>
            </a:gsLst>
            <a:lin ang="5400000" scaled="1"/>
          </a:gradFill>
          <a:ln w="19050" cap="flat" cmpd="sng" algn="ctr">
            <a:noFill/>
            <a:prstDash val="solid"/>
          </a:ln>
          <a:effectLst/>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i="0" u="none" strike="noStrike" kern="0" cap="none" spc="0" normalizeH="0" baseline="0" noProof="0">
                <a:ln>
                  <a:noFill/>
                </a:ln>
                <a:solidFill>
                  <a:srgbClr val="FFFFFF"/>
                </a:solidFill>
                <a:effectLst/>
                <a:uLnTx/>
                <a:uFillTx/>
                <a:latin typeface="+mn-lt"/>
                <a:ea typeface="+mn-ea"/>
                <a:cs typeface="+mn-cs"/>
              </a:rPr>
              <a:t>UPDATE DATA</a:t>
            </a:r>
          </a:p>
        </p:txBody>
      </p:sp>
      <p:sp>
        <p:nvSpPr>
          <p:cNvPr id="147" name="Backup [Sticker]" hidden="1">
            <a:extLst>
              <a:ext uri="{FF2B5EF4-FFF2-40B4-BE49-F238E27FC236}">
                <a16:creationId xmlns:a16="http://schemas.microsoft.com/office/drawing/2014/main" id="{308EDF7D-F287-A5B8-407B-AF543ACA9F1E}"/>
              </a:ext>
            </a:extLst>
          </p:cNvPr>
          <p:cNvSpPr>
            <a:spLocks/>
          </p:cNvSpPr>
          <p:nvPr userDrawn="1"/>
        </p:nvSpPr>
        <p:spPr>
          <a:xfrm>
            <a:off x="10985500" y="210784"/>
            <a:ext cx="704850" cy="173117"/>
          </a:xfrm>
          <a:prstGeom prst="roundRect">
            <a:avLst>
              <a:gd name="adj" fmla="val 50000"/>
            </a:avLst>
          </a:prstGeom>
          <a:gradFill>
            <a:gsLst>
              <a:gs pos="0">
                <a:schemeClr val="tx2"/>
              </a:gs>
              <a:gs pos="100000">
                <a:schemeClr val="tx2"/>
              </a:gs>
            </a:gsLst>
            <a:lin ang="5400000" scaled="1"/>
          </a:gradFill>
          <a:ln w="19050" cap="flat" cmpd="sng" algn="ctr">
            <a:noFill/>
            <a:prstDash val="solid"/>
          </a:ln>
          <a:effectLst/>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i="0" u="none" strike="noStrike" kern="0" cap="none" spc="0" normalizeH="0" baseline="0" noProof="0">
                <a:ln>
                  <a:noFill/>
                </a:ln>
                <a:solidFill>
                  <a:srgbClr val="FFFFFF"/>
                </a:solidFill>
                <a:effectLst/>
                <a:uLnTx/>
                <a:uFillTx/>
                <a:latin typeface="+mn-lt"/>
                <a:ea typeface="+mn-ea"/>
                <a:cs typeface="+mn-cs"/>
              </a:rPr>
              <a:t>BACKUP</a:t>
            </a:r>
          </a:p>
        </p:txBody>
      </p:sp>
      <p:grpSp>
        <p:nvGrpSpPr>
          <p:cNvPr id="134" name="Responsible [Sticker]" hidden="1">
            <a:extLst>
              <a:ext uri="{FF2B5EF4-FFF2-40B4-BE49-F238E27FC236}">
                <a16:creationId xmlns:a16="http://schemas.microsoft.com/office/drawing/2014/main" id="{D807E524-FC1C-0CD6-4E84-F55B41ABF787}"/>
              </a:ext>
            </a:extLst>
          </p:cNvPr>
          <p:cNvGrpSpPr/>
          <p:nvPr userDrawn="1"/>
        </p:nvGrpSpPr>
        <p:grpSpPr>
          <a:xfrm>
            <a:off x="9050330" y="210783"/>
            <a:ext cx="2640147" cy="173118"/>
            <a:chOff x="9050330" y="210783"/>
            <a:chExt cx="2640147" cy="173118"/>
          </a:xfrm>
        </p:grpSpPr>
        <p:sp>
          <p:nvSpPr>
            <p:cNvPr id="135" name="Final [Sticker org.]">
              <a:extLst>
                <a:ext uri="{FF2B5EF4-FFF2-40B4-BE49-F238E27FC236}">
                  <a16:creationId xmlns:a16="http://schemas.microsoft.com/office/drawing/2014/main" id="{4440328B-E219-D57E-E076-5D09AD704156}"/>
                </a:ext>
              </a:extLst>
            </p:cNvPr>
            <p:cNvSpPr>
              <a:spLocks/>
            </p:cNvSpPr>
            <p:nvPr/>
          </p:nvSpPr>
          <p:spPr>
            <a:xfrm>
              <a:off x="9050330" y="210783"/>
              <a:ext cx="2640147" cy="173117"/>
            </a:xfrm>
            <a:prstGeom prst="roundRect">
              <a:avLst>
                <a:gd name="adj" fmla="val 50000"/>
              </a:avLst>
            </a:prstGeom>
            <a:solidFill>
              <a:schemeClr val="bg1"/>
            </a:solidFill>
            <a:ln w="6350" cap="flat" cmpd="sng" algn="ctr">
              <a:solidFill>
                <a:schemeClr val="tx2"/>
              </a:solidFill>
              <a:prstDash val="solid"/>
            </a:ln>
            <a:effectLst/>
          </p:spPr>
          <p:txBody>
            <a:bodyPr wrap="square" lIns="900000" tIns="0" rIns="0" bIns="0"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da-GL" sz="800" i="0" u="none" strike="noStrike" kern="0" cap="none" spc="0" normalizeH="0" baseline="0" noProof="0">
                  <a:ln>
                    <a:noFill/>
                  </a:ln>
                  <a:solidFill>
                    <a:schemeClr val="tx2"/>
                  </a:solidFill>
                  <a:effectLst/>
                  <a:uLnTx/>
                  <a:uFillTx/>
                  <a:latin typeface="+mn-lt"/>
                  <a:ea typeface="+mn-ea"/>
                  <a:cs typeface="+mn-cs"/>
                </a:rPr>
                <a:t>TEXT</a:t>
              </a:r>
              <a:endParaRPr kumimoji="0" lang="en-US" sz="800" i="0" u="none" strike="noStrike" kern="0" cap="none" spc="0" normalizeH="0" baseline="0" noProof="0">
                <a:ln>
                  <a:noFill/>
                </a:ln>
                <a:solidFill>
                  <a:schemeClr val="tx2"/>
                </a:solidFill>
                <a:effectLst/>
                <a:uLnTx/>
                <a:uFillTx/>
                <a:latin typeface="+mn-lt"/>
                <a:ea typeface="+mn-ea"/>
                <a:cs typeface="+mn-cs"/>
              </a:endParaRPr>
            </a:p>
          </p:txBody>
        </p:sp>
        <p:sp>
          <p:nvSpPr>
            <p:cNvPr id="136" name="Final [Sticker org.]">
              <a:extLst>
                <a:ext uri="{FF2B5EF4-FFF2-40B4-BE49-F238E27FC236}">
                  <a16:creationId xmlns:a16="http://schemas.microsoft.com/office/drawing/2014/main" id="{E3A6C8D3-C105-250D-CC2B-D59A630EC485}"/>
                </a:ext>
              </a:extLst>
            </p:cNvPr>
            <p:cNvSpPr>
              <a:spLocks/>
            </p:cNvSpPr>
            <p:nvPr/>
          </p:nvSpPr>
          <p:spPr>
            <a:xfrm>
              <a:off x="9050330" y="210784"/>
              <a:ext cx="853949" cy="173117"/>
            </a:xfrm>
            <a:prstGeom prst="roundRect">
              <a:avLst>
                <a:gd name="adj" fmla="val 50000"/>
              </a:avLst>
            </a:prstGeom>
            <a:solidFill>
              <a:schemeClr val="tx2"/>
            </a:solidFill>
            <a:ln w="19050" cap="flat" cmpd="sng" algn="ctr">
              <a:noFill/>
              <a:prstDash val="solid"/>
            </a:ln>
            <a:effectLst/>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da-GL" sz="800" i="0" u="none" strike="noStrike" kern="0" cap="none" spc="0" normalizeH="0" baseline="0" noProof="0">
                  <a:ln>
                    <a:noFill/>
                  </a:ln>
                  <a:solidFill>
                    <a:srgbClr val="FFFFFF"/>
                  </a:solidFill>
                  <a:effectLst/>
                  <a:uLnTx/>
                  <a:uFillTx/>
                  <a:latin typeface="+mn-lt"/>
                  <a:ea typeface="+mn-ea"/>
                  <a:cs typeface="+mn-cs"/>
                </a:rPr>
                <a:t>RESPONSIBLE:</a:t>
              </a:r>
              <a:endParaRPr kumimoji="0" lang="en-US" sz="800" i="0" u="none" strike="noStrike" kern="0" cap="none" spc="0" normalizeH="0" baseline="0" noProof="0">
                <a:ln>
                  <a:noFill/>
                </a:ln>
                <a:solidFill>
                  <a:srgbClr val="FFFFFF"/>
                </a:solidFill>
                <a:effectLst/>
                <a:uLnTx/>
                <a:uFillTx/>
                <a:latin typeface="+mn-lt"/>
                <a:ea typeface="+mn-ea"/>
                <a:cs typeface="+mn-cs"/>
              </a:endParaRPr>
            </a:p>
          </p:txBody>
        </p:sp>
      </p:grpSp>
      <p:sp>
        <p:nvSpPr>
          <p:cNvPr id="137" name="Workspace [Presentation]" hidden="1">
            <a:extLst>
              <a:ext uri="{FF2B5EF4-FFF2-40B4-BE49-F238E27FC236}">
                <a16:creationId xmlns:a16="http://schemas.microsoft.com/office/drawing/2014/main" id="{94A6BE43-81F0-FA8E-2328-A068FC5E0F5F}"/>
              </a:ext>
            </a:extLst>
          </p:cNvPr>
          <p:cNvSpPr/>
          <p:nvPr userDrawn="1"/>
        </p:nvSpPr>
        <p:spPr bwMode="gray">
          <a:xfrm>
            <a:off x="504001" y="1548560"/>
            <a:ext cx="11186476" cy="4552203"/>
          </a:xfrm>
          <a:prstGeom prst="rect">
            <a:avLst/>
          </a:prstGeom>
          <a:noFill/>
          <a:ln w="12700" algn="ctr">
            <a:solidFill>
              <a:srgbClr val="D24726"/>
            </a:solidFill>
            <a:prstDash val="lgDash"/>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K" sz="1800" b="0" i="0" u="none" strike="noStrike" kern="0" cap="none" spc="0" normalizeH="0" baseline="0" noProof="0">
              <a:ln>
                <a:noFill/>
              </a:ln>
              <a:effectLst/>
              <a:uLnTx/>
              <a:uFillTx/>
              <a:latin typeface="+mn-lt"/>
              <a:ea typeface="72 Brand" pitchFamily="34" charset="-128"/>
              <a:cs typeface="72 Brand" pitchFamily="34" charset="-128"/>
            </a:endParaRPr>
          </a:p>
        </p:txBody>
      </p:sp>
      <p:sp>
        <p:nvSpPr>
          <p:cNvPr id="12" name="TextBox 11">
            <a:extLst>
              <a:ext uri="{FF2B5EF4-FFF2-40B4-BE49-F238E27FC236}">
                <a16:creationId xmlns:a16="http://schemas.microsoft.com/office/drawing/2014/main" id="{0BDBF4D0-07CD-CE32-C1B3-B6D64B87F4B7}"/>
              </a:ext>
            </a:extLst>
          </p:cNvPr>
          <p:cNvSpPr txBox="1"/>
          <p:nvPr userDrawn="1">
            <p:extLst>
              <p:ext uri="{1162E1C5-73C7-4A58-AE30-91384D911F3F}">
                <p184:classification xmlns:p184="http://schemas.microsoft.com/office/powerpoint/2018/4/main" val="ftr"/>
              </p:ext>
            </p:extLst>
          </p:nvPr>
        </p:nvSpPr>
        <p:spPr>
          <a:xfrm>
            <a:off x="203200" y="6563360"/>
            <a:ext cx="1589088" cy="91440"/>
          </a:xfrm>
          <a:prstGeom prst="rect">
            <a:avLst/>
          </a:prstGeom>
        </p:spPr>
        <p:txBody>
          <a:bodyPr horzOverflow="overflow" lIns="0" tIns="0" rIns="0" bIns="0">
            <a:spAutoFit/>
          </a:bodyPr>
          <a:lstStyle/>
          <a:p>
            <a:pPr algn="l"/>
            <a:r>
              <a:rPr lang="en-US" sz="600">
                <a:solidFill>
                  <a:srgbClr val="000000">
                    <a:alpha val="50000"/>
                  </a:srgbClr>
                </a:solidFill>
                <a:latin typeface="72 Brand" panose="020B0504030603020204" pitchFamily="34" charset="0"/>
              </a:rPr>
              <a:t>                 INTERNAL ‒ SAP and Customers Only</a:t>
            </a:r>
          </a:p>
        </p:txBody>
      </p:sp>
    </p:spTree>
    <p:extLst>
      <p:ext uri="{BB962C8B-B14F-4D97-AF65-F5344CB8AC3E}">
        <p14:creationId xmlns:p14="http://schemas.microsoft.com/office/powerpoint/2010/main" val="3408294523"/>
      </p:ext>
    </p:extLst>
  </p:cSld>
  <p:clrMap bg1="lt1" tx1="dk1" bg2="lt2" tx2="dk2" accent1="accent1" accent2="accent2" accent3="accent3" accent4="accent4" accent5="accent5" accent6="accent6" hlink="hlink" folHlink="folHlink"/>
  <p:sldLayoutIdLst>
    <p:sldLayoutId id="2147483773" r:id="rId1"/>
    <p:sldLayoutId id="2147483805" r:id="rId2"/>
    <p:sldLayoutId id="2147483780" r:id="rId3"/>
    <p:sldLayoutId id="2147483787" r:id="rId4"/>
    <p:sldLayoutId id="2147483816" r:id="rId5"/>
    <p:sldLayoutId id="2147483817" r:id="rId6"/>
    <p:sldLayoutId id="2147483818" r:id="rId7"/>
    <p:sldLayoutId id="2147483777" r:id="rId8"/>
    <p:sldLayoutId id="2147483788" r:id="rId9"/>
    <p:sldLayoutId id="2147483821" r:id="rId10"/>
    <p:sldLayoutId id="2147483823" r:id="rId11"/>
    <p:sldLayoutId id="2147483741" r:id="rId12"/>
    <p:sldLayoutId id="2147483813" r:id="rId13"/>
    <p:sldLayoutId id="2147483765" r:id="rId14"/>
    <p:sldLayoutId id="2147483811" r:id="rId15"/>
    <p:sldLayoutId id="2147483767" r:id="rId16"/>
    <p:sldLayoutId id="2147483815" r:id="rId17"/>
    <p:sldLayoutId id="2147483812" r:id="rId18"/>
    <p:sldLayoutId id="2147483774" r:id="rId19"/>
    <p:sldLayoutId id="2147483745" r:id="rId20"/>
    <p:sldLayoutId id="2147483760" r:id="rId21"/>
    <p:sldLayoutId id="2147483768" r:id="rId22"/>
    <p:sldLayoutId id="2147483769" r:id="rId23"/>
    <p:sldLayoutId id="2147483770" r:id="rId24"/>
    <p:sldLayoutId id="2147483757" r:id="rId25"/>
    <p:sldLayoutId id="2147483771" r:id="rId26"/>
    <p:sldLayoutId id="2147483763" r:id="rId27"/>
    <p:sldLayoutId id="2147483751" r:id="rId28"/>
    <p:sldLayoutId id="2147483825" r:id="rId29"/>
    <p:sldLayoutId id="2147483826" r:id="rId30"/>
    <p:sldLayoutId id="2147483740" r:id="rId31"/>
    <p:sldLayoutId id="2147483810" r:id="rId32"/>
    <p:sldLayoutId id="2147483756" r:id="rId33"/>
    <p:sldLayoutId id="2147483824" r:id="rId34"/>
    <p:sldLayoutId id="2147483829" r:id="rId35"/>
    <p:sldLayoutId id="2147483828" r:id="rId36"/>
    <p:sldLayoutId id="2147483795" r:id="rId37"/>
    <p:sldLayoutId id="2147483796" r:id="rId38"/>
    <p:sldLayoutId id="2147483797" r:id="rId39"/>
    <p:sldLayoutId id="2147483801" r:id="rId40"/>
    <p:sldLayoutId id="2147483802" r:id="rId41"/>
    <p:sldLayoutId id="2147483803" r:id="rId42"/>
    <p:sldLayoutId id="2147483804" r:id="rId43"/>
    <p:sldLayoutId id="2147483819" r:id="rId44"/>
    <p:sldLayoutId id="2147483996" r:id="rId45"/>
    <p:sldLayoutId id="2147484116" r:id="rId46"/>
  </p:sldLayoutIdLst>
  <p:hf hdr="0" ftr="0" dt="0"/>
  <p:txStyles>
    <p:titleStyle>
      <a:lvl1pPr algn="l" defTabSz="1088558" rtl="0" eaLnBrk="1" latinLnBrk="0" hangingPunct="1">
        <a:spcBef>
          <a:spcPct val="0"/>
        </a:spcBef>
        <a:buNone/>
        <a:defRPr sz="2400" b="0" i="0" kern="1200" baseline="0">
          <a:solidFill>
            <a:schemeClr val="tx1"/>
          </a:solidFill>
          <a:latin typeface="72 Brand Medium" panose="020B0504030603020204" pitchFamily="34" charset="0"/>
          <a:ea typeface="+mj-ea"/>
          <a:cs typeface="+mj-cs"/>
        </a:defRPr>
      </a:lvl1pPr>
    </p:titleStyle>
    <p:bodyStyle>
      <a:lvl1pPr marL="0" indent="0" algn="l" defTabSz="1088558" rtl="0" eaLnBrk="1" latinLnBrk="0" hangingPunct="1">
        <a:spcBef>
          <a:spcPts val="600"/>
        </a:spcBef>
        <a:buClrTx/>
        <a:buSzPct val="100000"/>
        <a:buFont typeface="Arial" panose="020B0604020202020204" pitchFamily="34" charset="0"/>
        <a:buChar char="​"/>
        <a:defRPr sz="2000" b="0" i="0" kern="1200" baseline="0">
          <a:solidFill>
            <a:schemeClr val="tx1"/>
          </a:solidFill>
          <a:latin typeface="+mn-lt"/>
          <a:ea typeface="+mn-ea"/>
          <a:cs typeface="+mn-cs"/>
        </a:defRPr>
      </a:lvl1pPr>
      <a:lvl2pPr marL="252000" indent="-252000" algn="l" defTabSz="1088558" rtl="0" eaLnBrk="1" latinLnBrk="0" hangingPunct="1">
        <a:spcBef>
          <a:spcPts val="600"/>
        </a:spcBef>
        <a:buClr>
          <a:schemeClr val="tx1"/>
        </a:buClr>
        <a:buSzPct val="100000"/>
        <a:buFont typeface="Wingdings" panose="05000000000000000000" pitchFamily="2" charset="2"/>
        <a:buChar char=""/>
        <a:defRPr sz="1800" b="0" i="0" kern="1200">
          <a:solidFill>
            <a:schemeClr val="tx1"/>
          </a:solidFill>
          <a:latin typeface="+mn-lt"/>
          <a:ea typeface="+mn-ea"/>
          <a:cs typeface="+mn-cs"/>
        </a:defRPr>
      </a:lvl2pPr>
      <a:lvl3pPr marL="504000" indent="-252000" algn="l" defTabSz="1088558" rtl="0" eaLnBrk="1" latinLnBrk="0" hangingPunct="1">
        <a:spcBef>
          <a:spcPts val="600"/>
        </a:spcBef>
        <a:buClr>
          <a:schemeClr val="tx1"/>
        </a:buClr>
        <a:buSzPct val="100000"/>
        <a:buFont typeface="Wingdings" panose="05000000000000000000" pitchFamily="2" charset="2"/>
        <a:buChar char=""/>
        <a:defRPr lang="en-US" sz="1600" b="0" i="0" kern="1200" noProof="0" dirty="0" smtClean="0">
          <a:solidFill>
            <a:schemeClr val="tx1"/>
          </a:solidFill>
          <a:latin typeface="+mn-lt"/>
          <a:ea typeface="+mn-ea"/>
          <a:cs typeface="+mn-cs"/>
        </a:defRPr>
      </a:lvl3pPr>
      <a:lvl4pPr marL="756000" indent="-252000" algn="l" defTabSz="1088558" rtl="0" eaLnBrk="1" latinLnBrk="0" hangingPunct="1">
        <a:spcBef>
          <a:spcPts val="600"/>
        </a:spcBef>
        <a:buClr>
          <a:schemeClr val="tx1"/>
        </a:buClr>
        <a:buSzPct val="100000"/>
        <a:buFont typeface="Wingdings" panose="05000000000000000000" pitchFamily="2" charset="2"/>
        <a:buChar char=""/>
        <a:defRPr sz="1400" b="0" i="0" kern="1200">
          <a:solidFill>
            <a:schemeClr val="tx1"/>
          </a:solidFill>
          <a:latin typeface="+mn-lt"/>
          <a:ea typeface="+mn-ea"/>
          <a:cs typeface="+mn-cs"/>
        </a:defRPr>
      </a:lvl4pPr>
      <a:lvl5pPr marL="0" indent="0" algn="l" defTabSz="1088558" rtl="0" eaLnBrk="1" latinLnBrk="0" hangingPunct="1">
        <a:spcBef>
          <a:spcPts val="600"/>
        </a:spcBef>
        <a:buClr>
          <a:schemeClr val="tx1"/>
        </a:buClr>
        <a:buSzPct val="100000"/>
        <a:buFont typeface="Arial" panose="020B0604020202020204" pitchFamily="34" charset="0"/>
        <a:buChar char="​"/>
        <a:defRPr sz="1400" b="0" i="0" kern="1200" baseline="0">
          <a:solidFill>
            <a:schemeClr val="tx1"/>
          </a:solidFill>
          <a:latin typeface="+mj-lt"/>
          <a:ea typeface="+mn-ea"/>
          <a:cs typeface="+mn-cs"/>
        </a:defRPr>
      </a:lvl5pPr>
      <a:lvl6pPr marL="0" indent="0" algn="l" defTabSz="1088558" rtl="0" eaLnBrk="1" latinLnBrk="0" hangingPunct="1">
        <a:lnSpc>
          <a:spcPct val="120000"/>
        </a:lnSpc>
        <a:spcBef>
          <a:spcPts val="600"/>
        </a:spcBef>
        <a:buFont typeface="Arial" panose="020B0604020202020204" pitchFamily="34" charset="0"/>
        <a:buChar char="​"/>
        <a:defRPr sz="1400" kern="1200">
          <a:solidFill>
            <a:schemeClr val="tx1"/>
          </a:solidFill>
          <a:latin typeface="+mn-lt"/>
          <a:ea typeface="+mn-ea"/>
          <a:cs typeface="+mn-cs"/>
        </a:defRPr>
      </a:lvl6pPr>
      <a:lvl7pPr marL="0" indent="0" algn="l" defTabSz="1088558" rtl="0" eaLnBrk="1" latinLnBrk="0" hangingPunct="1">
        <a:lnSpc>
          <a:spcPct val="120000"/>
        </a:lnSpc>
        <a:spcBef>
          <a:spcPts val="300"/>
        </a:spcBef>
        <a:buFont typeface="Arial" pitchFamily="34" charset="0"/>
        <a:buChar char="​"/>
        <a:defRPr sz="800" kern="1200">
          <a:solidFill>
            <a:schemeClr val="tx1"/>
          </a:solidFill>
          <a:latin typeface="+mj-lt"/>
          <a:ea typeface="+mn-ea"/>
          <a:cs typeface="+mn-cs"/>
        </a:defRPr>
      </a:lvl7pPr>
      <a:lvl8pPr marL="0" indent="0" algn="l" defTabSz="1088558" rtl="0" eaLnBrk="1" latinLnBrk="0" hangingPunct="1">
        <a:lnSpc>
          <a:spcPct val="120000"/>
        </a:lnSpc>
        <a:spcBef>
          <a:spcPts val="600"/>
        </a:spcBef>
        <a:buFont typeface="Arial" pitchFamily="34" charset="0"/>
        <a:buChar char="​"/>
        <a:defRPr sz="800" kern="1200">
          <a:solidFill>
            <a:schemeClr val="tx1"/>
          </a:solidFill>
          <a:latin typeface="+mn-lt"/>
          <a:ea typeface="+mn-ea"/>
          <a:cs typeface="+mn-cs"/>
        </a:defRPr>
      </a:lvl8pPr>
      <a:lvl9pPr marL="0" indent="0" algn="l" defTabSz="1088558" rtl="0" eaLnBrk="1" latinLnBrk="0" hangingPunct="1">
        <a:spcBef>
          <a:spcPts val="600"/>
        </a:spcBef>
        <a:buFont typeface="Arial" pitchFamily="34" charset="0"/>
        <a:buChar char="​"/>
        <a:defRPr sz="3600" kern="1200">
          <a:solidFill>
            <a:schemeClr val="tx1"/>
          </a:solidFill>
          <a:latin typeface="+mj-lt"/>
          <a:ea typeface="+mn-ea"/>
          <a:cs typeface="+mn-cs"/>
        </a:defRPr>
      </a:lvl9pPr>
    </p:bodyStyle>
    <p:otherStyle>
      <a:defPPr>
        <a:defRPr lang="de-DE"/>
      </a:defPPr>
      <a:lvl1pPr marL="0" algn="l" defTabSz="1088558" rtl="0" eaLnBrk="1" latinLnBrk="0" hangingPunct="1">
        <a:defRPr sz="2100" kern="1200">
          <a:solidFill>
            <a:schemeClr val="tx1"/>
          </a:solidFill>
          <a:latin typeface="+mn-lt"/>
          <a:ea typeface="+mn-ea"/>
          <a:cs typeface="+mn-cs"/>
        </a:defRPr>
      </a:lvl1pPr>
      <a:lvl2pPr marL="544279" algn="l" defTabSz="1088558" rtl="0" eaLnBrk="1" latinLnBrk="0" hangingPunct="1">
        <a:defRPr sz="2100" kern="1200">
          <a:solidFill>
            <a:schemeClr val="tx1"/>
          </a:solidFill>
          <a:latin typeface="+mn-lt"/>
          <a:ea typeface="+mn-ea"/>
          <a:cs typeface="+mn-cs"/>
        </a:defRPr>
      </a:lvl2pPr>
      <a:lvl3pPr marL="1088558" algn="l" defTabSz="1088558" rtl="0" eaLnBrk="1" latinLnBrk="0" hangingPunct="1">
        <a:defRPr sz="2100" kern="1200">
          <a:solidFill>
            <a:schemeClr val="tx1"/>
          </a:solidFill>
          <a:latin typeface="+mn-lt"/>
          <a:ea typeface="+mn-ea"/>
          <a:cs typeface="+mn-cs"/>
        </a:defRPr>
      </a:lvl3pPr>
      <a:lvl4pPr marL="1632837" algn="l" defTabSz="1088558" rtl="0" eaLnBrk="1" latinLnBrk="0" hangingPunct="1">
        <a:defRPr sz="2100" kern="1200">
          <a:solidFill>
            <a:schemeClr val="tx1"/>
          </a:solidFill>
          <a:latin typeface="+mn-lt"/>
          <a:ea typeface="+mn-ea"/>
          <a:cs typeface="+mn-cs"/>
        </a:defRPr>
      </a:lvl4pPr>
      <a:lvl5pPr marL="2177116" algn="l" defTabSz="1088558" rtl="0" eaLnBrk="1" latinLnBrk="0" hangingPunct="1">
        <a:defRPr sz="2100" kern="1200">
          <a:solidFill>
            <a:schemeClr val="tx1"/>
          </a:solidFill>
          <a:latin typeface="+mn-lt"/>
          <a:ea typeface="+mn-ea"/>
          <a:cs typeface="+mn-cs"/>
        </a:defRPr>
      </a:lvl5pPr>
      <a:lvl6pPr marL="2721396" algn="l" defTabSz="1088558" rtl="0" eaLnBrk="1" latinLnBrk="0" hangingPunct="1">
        <a:defRPr sz="2100" kern="1200">
          <a:solidFill>
            <a:schemeClr val="tx1"/>
          </a:solidFill>
          <a:latin typeface="+mn-lt"/>
          <a:ea typeface="+mn-ea"/>
          <a:cs typeface="+mn-cs"/>
        </a:defRPr>
      </a:lvl6pPr>
      <a:lvl7pPr marL="3265675" algn="l" defTabSz="1088558" rtl="0" eaLnBrk="1" latinLnBrk="0" hangingPunct="1">
        <a:defRPr sz="2100" kern="1200">
          <a:solidFill>
            <a:schemeClr val="tx1"/>
          </a:solidFill>
          <a:latin typeface="+mn-lt"/>
          <a:ea typeface="+mn-ea"/>
          <a:cs typeface="+mn-cs"/>
        </a:defRPr>
      </a:lvl7pPr>
      <a:lvl8pPr marL="3809954" algn="l" defTabSz="1088558" rtl="0" eaLnBrk="1" latinLnBrk="0" hangingPunct="1">
        <a:defRPr sz="2100" kern="1200">
          <a:solidFill>
            <a:schemeClr val="tx1"/>
          </a:solidFill>
          <a:latin typeface="+mn-lt"/>
          <a:ea typeface="+mn-ea"/>
          <a:cs typeface="+mn-cs"/>
        </a:defRPr>
      </a:lvl8pPr>
      <a:lvl9pPr marL="4354233" algn="l" defTabSz="1088558"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7" userDrawn="1">
          <p15:clr>
            <a:srgbClr val="A4A4A4"/>
          </p15:clr>
        </p15:guide>
        <p15:guide id="2" pos="759" userDrawn="1">
          <p15:clr>
            <a:srgbClr val="A4A4A4"/>
          </p15:clr>
        </p15:guide>
        <p15:guide id="3" orient="horz" pos="317" userDrawn="1">
          <p15:clr>
            <a:srgbClr val="A4A4A4"/>
          </p15:clr>
        </p15:guide>
        <p15:guide id="4" orient="horz" pos="4002" userDrawn="1">
          <p15:clr>
            <a:srgbClr val="A4A4A4"/>
          </p15:clr>
        </p15:guide>
        <p15:guide id="5" pos="917" userDrawn="1">
          <p15:clr>
            <a:srgbClr val="A4A4A4"/>
          </p15:clr>
        </p15:guide>
        <p15:guide id="6" pos="1359" userDrawn="1">
          <p15:clr>
            <a:srgbClr val="A4A4A4"/>
          </p15:clr>
        </p15:guide>
        <p15:guide id="7" pos="1518" userDrawn="1">
          <p15:clr>
            <a:srgbClr val="A4A4A4"/>
          </p15:clr>
        </p15:guide>
        <p15:guide id="8" pos="1960" userDrawn="1">
          <p15:clr>
            <a:srgbClr val="A4A4A4"/>
          </p15:clr>
        </p15:guide>
        <p15:guide id="9" pos="2118" userDrawn="1">
          <p15:clr>
            <a:srgbClr val="A4A4A4"/>
          </p15:clr>
        </p15:guide>
        <p15:guide id="10" pos="2560" userDrawn="1">
          <p15:clr>
            <a:srgbClr val="A4A4A4"/>
          </p15:clr>
        </p15:guide>
        <p15:guide id="11" pos="2719" userDrawn="1">
          <p15:clr>
            <a:srgbClr val="A4A4A4"/>
          </p15:clr>
        </p15:guide>
        <p15:guide id="12" pos="3161" userDrawn="1">
          <p15:clr>
            <a:srgbClr val="A4A4A4"/>
          </p15:clr>
        </p15:guide>
        <p15:guide id="13" pos="3319" userDrawn="1">
          <p15:clr>
            <a:srgbClr val="A4A4A4"/>
          </p15:clr>
        </p15:guide>
        <p15:guide id="14" pos="3761" userDrawn="1">
          <p15:clr>
            <a:srgbClr val="A4A4A4"/>
          </p15:clr>
        </p15:guide>
        <p15:guide id="15" pos="3920" userDrawn="1">
          <p15:clr>
            <a:srgbClr val="A4A4A4"/>
          </p15:clr>
        </p15:guide>
        <p15:guide id="16" pos="4362" userDrawn="1">
          <p15:clr>
            <a:srgbClr val="A4A4A4"/>
          </p15:clr>
        </p15:guide>
        <p15:guide id="17" pos="4520" userDrawn="1">
          <p15:clr>
            <a:srgbClr val="A4A4A4"/>
          </p15:clr>
        </p15:guide>
        <p15:guide id="18" pos="4962" userDrawn="1">
          <p15:clr>
            <a:srgbClr val="A4A4A4"/>
          </p15:clr>
        </p15:guide>
        <p15:guide id="19" pos="5121" userDrawn="1">
          <p15:clr>
            <a:srgbClr val="A4A4A4"/>
          </p15:clr>
        </p15:guide>
        <p15:guide id="20" pos="5563" userDrawn="1">
          <p15:clr>
            <a:srgbClr val="A4A4A4"/>
          </p15:clr>
        </p15:guide>
        <p15:guide id="21" pos="5721" userDrawn="1">
          <p15:clr>
            <a:srgbClr val="A4A4A4"/>
          </p15:clr>
        </p15:guide>
        <p15:guide id="22" pos="6163" userDrawn="1">
          <p15:clr>
            <a:srgbClr val="A4A4A4"/>
          </p15:clr>
        </p15:guide>
        <p15:guide id="23" pos="6322" userDrawn="1">
          <p15:clr>
            <a:srgbClr val="A4A4A4"/>
          </p15:clr>
        </p15:guide>
        <p15:guide id="24" pos="6764" userDrawn="1">
          <p15:clr>
            <a:srgbClr val="A4A4A4"/>
          </p15:clr>
        </p15:guide>
        <p15:guide id="25" pos="6922" userDrawn="1">
          <p15:clr>
            <a:srgbClr val="A4A4A4"/>
          </p15:clr>
        </p15:guide>
        <p15:guide id="26" pos="7364" userDrawn="1">
          <p15:clr>
            <a:srgbClr val="A4A4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57293E41-954C-9E9C-7DE2-32FEDBD5A1C6}"/>
              </a:ext>
            </a:extLst>
          </p:cNvPr>
          <p:cNvSpPr/>
          <p:nvPr userDrawn="1"/>
        </p:nvSpPr>
        <p:spPr bwMode="gray">
          <a:xfrm>
            <a:off x="-1" y="0"/>
            <a:ext cx="12195175" cy="6858000"/>
          </a:xfrm>
          <a:prstGeom prst="rect">
            <a:avLst/>
          </a:prstGeom>
          <a:solidFill>
            <a:schemeClr val="bg1"/>
          </a:solidFill>
          <a:ln w="15238" cap="flat">
            <a:noFill/>
            <a:prstDash val="solid"/>
            <a:miter/>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a:ln>
                <a:noFill/>
              </a:ln>
              <a:effectLst/>
              <a:uLnTx/>
              <a:uFillTx/>
              <a:latin typeface="72 Brand" panose="020B0504030603020204" pitchFamily="34" charset="0"/>
              <a:ea typeface="Arial Unicode MS" pitchFamily="34" charset="-128"/>
              <a:cs typeface="Arial Unicode MS" pitchFamily="34" charset="-128"/>
            </a:endParaRPr>
          </a:p>
        </p:txBody>
      </p:sp>
      <p:sp>
        <p:nvSpPr>
          <p:cNvPr id="34" name="Slide numbe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
        <p:nvSpPr>
          <p:cNvPr id="12" name="Copyright Placeholder" descr="{&quot;templafy&quot;:{&quot;id&quot;:&quot;f499e6f0-cd72-4a73-a6c6-1af671594edb&quot;}}">
            <a:extLst>
              <a:ext uri="{FF2B5EF4-FFF2-40B4-BE49-F238E27FC236}">
                <a16:creationId xmlns:a16="http://schemas.microsoft.com/office/drawing/2014/main" id="{539D88F9-B48F-F143-B90F-EDFB85A350E8}"/>
              </a:ext>
            </a:extLst>
          </p:cNvPr>
          <p:cNvSpPr txBox="1">
            <a:spLocks/>
          </p:cNvSpPr>
          <p:nvPr userDrawn="1"/>
        </p:nvSpPr>
        <p:spPr>
          <a:xfrm>
            <a:off x="504001" y="6536751"/>
            <a:ext cx="10155600" cy="138498"/>
          </a:xfrm>
          <a:prstGeom prst="rect">
            <a:avLst/>
          </a:prstGeom>
        </p:spPr>
        <p:txBody>
          <a:bodyPr lIns="0" tIns="0" rIns="0" bIns="0" anchor="ctr" anchorCtr="0">
            <a:noAutofit/>
          </a:bodyPr>
          <a:lstStyle>
            <a:lvl1pPr marL="0" indent="0" algn="l" defTabSz="1088558" rtl="0" eaLnBrk="1" latinLnBrk="0" hangingPunct="1">
              <a:spcBef>
                <a:spcPts val="1800"/>
              </a:spcBef>
              <a:buClr>
                <a:schemeClr val="accent1"/>
              </a:buClr>
              <a:buSzPct val="80000"/>
              <a:buFontTx/>
              <a:buNone/>
              <a:defRPr sz="6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539892" indent="0" algn="l" defTabSz="1088558" rtl="0" eaLnBrk="1" latinLnBrk="0" hangingPunct="1">
              <a:spcBef>
                <a:spcPts val="100"/>
              </a:spcBef>
              <a:buClr>
                <a:schemeClr val="tx1"/>
              </a:buClr>
              <a:buSzPct val="100000"/>
              <a:buFont typeface="Symbol" panose="05050102010706020507" pitchFamily="18" charset="2"/>
              <a:buNone/>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Font typeface="Arial" panose="020B0604020202020204" pitchFamily="34" charset="0"/>
              <a:buNone/>
            </a:pPr>
            <a:endParaRPr lang="en-US" sz="600" b="0" i="0">
              <a:latin typeface="Arial" panose="020B0604020202020204" pitchFamily="34" charset="0"/>
            </a:endParaRPr>
          </a:p>
        </p:txBody>
      </p:sp>
      <p:sp>
        <p:nvSpPr>
          <p:cNvPr id="3" name="Text Placeholder"/>
          <p:cNvSpPr>
            <a:spLocks noGrp="1"/>
          </p:cNvSpPr>
          <p:nvPr userDrawn="1">
            <p:ph type="body" idx="1"/>
          </p:nvPr>
        </p:nvSpPr>
        <p:spPr bwMode="black">
          <a:xfrm>
            <a:off x="504001" y="1548560"/>
            <a:ext cx="11186476" cy="4788000"/>
          </a:xfrm>
          <a:prstGeom prst="rect">
            <a:avLst/>
          </a:prstGeom>
        </p:spPr>
        <p:txBody>
          <a:bodyPr vert="horz" lIns="0" tIns="0" rIns="0" bIns="0" rtlCol="0">
            <a:noAutofit/>
          </a:bodyPr>
          <a:lstStyle/>
          <a:p>
            <a:pPr lvl="0"/>
            <a:r>
              <a:rPr lang="en-GB"/>
              <a:t>Start typing to add text without a bullet point. To add a bullet point, place the cursor at the start of this line and press tab.</a:t>
            </a:r>
            <a:endParaRPr lang="en-US" noProof="0"/>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Placeholder"/>
          <p:cNvSpPr>
            <a:spLocks noGrp="1"/>
          </p:cNvSpPr>
          <p:nvPr userDrawn="1">
            <p:ph type="title"/>
          </p:nvPr>
        </p:nvSpPr>
        <p:spPr bwMode="black">
          <a:xfrm>
            <a:off x="504001" y="504000"/>
            <a:ext cx="11186476" cy="369332"/>
          </a:xfrm>
          <a:prstGeom prst="rect">
            <a:avLst/>
          </a:prstGeom>
        </p:spPr>
        <p:txBody>
          <a:bodyPr vert="horz" wrap="square" lIns="0" tIns="0" rIns="0" bIns="0" rtlCol="0" anchor="t" anchorCtr="0">
            <a:spAutoFit/>
          </a:bodyPr>
          <a:lstStyle/>
          <a:p>
            <a:r>
              <a:rPr lang="en-US" noProof="0"/>
              <a:t>Insert page title (sentence case)</a:t>
            </a:r>
          </a:p>
        </p:txBody>
      </p:sp>
      <p:grpSp>
        <p:nvGrpSpPr>
          <p:cNvPr id="6" name="Harvey 3" hidden="1">
            <a:extLst>
              <a:ext uri="{FF2B5EF4-FFF2-40B4-BE49-F238E27FC236}">
                <a16:creationId xmlns:a16="http://schemas.microsoft.com/office/drawing/2014/main" id="{B3E7C216-6801-4AB8-8D95-E7D60F39B210}"/>
              </a:ext>
            </a:extLst>
          </p:cNvPr>
          <p:cNvGrpSpPr>
            <a:grpSpLocks/>
          </p:cNvGrpSpPr>
          <p:nvPr userDrawn="1">
            <p:custDataLst>
              <p:tags r:id="rId32"/>
            </p:custDataLst>
          </p:nvPr>
        </p:nvGrpSpPr>
        <p:grpSpPr>
          <a:xfrm>
            <a:off x="3938798" y="3978000"/>
            <a:ext cx="1024878" cy="1024878"/>
            <a:chOff x="0" y="0"/>
            <a:chExt cx="914400" cy="914400"/>
          </a:xfrm>
          <a:solidFill>
            <a:schemeClr val="accent1"/>
          </a:solidFill>
        </p:grpSpPr>
        <p:sp>
          <p:nvSpPr>
            <p:cNvPr id="7" name="Harvey 0/3 [0]">
              <a:extLst>
                <a:ext uri="{FF2B5EF4-FFF2-40B4-BE49-F238E27FC236}">
                  <a16:creationId xmlns:a16="http://schemas.microsoft.com/office/drawing/2014/main" id="{FC8CECD5-A3FB-4DD5-A846-DC09FDB6EB04}"/>
                </a:ext>
              </a:extLst>
            </p:cNvPr>
            <p:cNvSpPr>
              <a:spLocks noChangeAspect="1"/>
            </p:cNvSpPr>
            <p:nvPr>
              <p:custDataLst>
                <p:tags r:id="rId151"/>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sp>
          <p:nvSpPr>
            <p:cNvPr id="8" name="Harvey 1/3 [1]">
              <a:extLst>
                <a:ext uri="{FF2B5EF4-FFF2-40B4-BE49-F238E27FC236}">
                  <a16:creationId xmlns:a16="http://schemas.microsoft.com/office/drawing/2014/main" id="{750B853B-8389-4427-AFB9-1CE880FE9BEE}"/>
                </a:ext>
              </a:extLst>
            </p:cNvPr>
            <p:cNvSpPr>
              <a:spLocks noChangeAspect="1"/>
            </p:cNvSpPr>
            <p:nvPr>
              <p:custDataLst>
                <p:tags r:id="rId152"/>
              </p:custDataLst>
            </p:nvPr>
          </p:nvSpPr>
          <p:spPr>
            <a:xfrm>
              <a:off x="0" y="0"/>
              <a:ext cx="914400" cy="914400"/>
            </a:xfrm>
            <a:custGeom>
              <a:avLst/>
              <a:gdLst/>
              <a:ahLst/>
              <a:cxnLst/>
              <a:rect l="l" t="t" r="r" b="b"/>
              <a:pathLst>
                <a:path w="635000" h="635000">
                  <a:moveTo>
                    <a:pt x="317500" y="0"/>
                  </a:moveTo>
                  <a:arcTo wR="317500" hR="317500" stAng="16200000" swAng="7200000"/>
                  <a:lnTo>
                    <a:pt x="317500" y="317500"/>
                  </a:lnTo>
                  <a:close/>
                </a:path>
                <a:path w="635000" h="635000" fill="none">
                  <a:moveTo>
                    <a:pt x="592463" y="476249"/>
                  </a:moveTo>
                  <a:arcTo wR="317500" hR="317500" stAng="1800000" swAng="14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sp>
          <p:nvSpPr>
            <p:cNvPr id="9" name="Harvey 2/3 [2]">
              <a:extLst>
                <a:ext uri="{FF2B5EF4-FFF2-40B4-BE49-F238E27FC236}">
                  <a16:creationId xmlns:a16="http://schemas.microsoft.com/office/drawing/2014/main" id="{0CA9A207-7055-4A72-8ED2-D82605C3D0C8}"/>
                </a:ext>
              </a:extLst>
            </p:cNvPr>
            <p:cNvSpPr>
              <a:spLocks noChangeAspect="1"/>
            </p:cNvSpPr>
            <p:nvPr>
              <p:custDataLst>
                <p:tags r:id="rId153"/>
              </p:custDataLst>
            </p:nvPr>
          </p:nvSpPr>
          <p:spPr>
            <a:xfrm>
              <a:off x="0" y="0"/>
              <a:ext cx="914400" cy="914400"/>
            </a:xfrm>
            <a:custGeom>
              <a:avLst/>
              <a:gdLst/>
              <a:ahLst/>
              <a:cxnLst/>
              <a:rect l="l" t="t" r="r" b="b"/>
              <a:pathLst>
                <a:path w="635000" h="635000">
                  <a:moveTo>
                    <a:pt x="317500" y="0"/>
                  </a:moveTo>
                  <a:arcTo wR="317500" hR="317500" stAng="16200000" swAng="14400000"/>
                  <a:lnTo>
                    <a:pt x="317500" y="317500"/>
                  </a:lnTo>
                  <a:close/>
                </a:path>
                <a:path w="635000" h="635000" fill="none">
                  <a:moveTo>
                    <a:pt x="42536" y="476250"/>
                  </a:moveTo>
                  <a:arcTo wR="317500" hR="317500" stAng="9000000" swAng="7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sp>
          <p:nvSpPr>
            <p:cNvPr id="10" name="Harvey 3/3 [3]">
              <a:extLst>
                <a:ext uri="{FF2B5EF4-FFF2-40B4-BE49-F238E27FC236}">
                  <a16:creationId xmlns:a16="http://schemas.microsoft.com/office/drawing/2014/main" id="{4422C816-875A-41F5-9DC0-8DBAE4C5C6CB}"/>
                </a:ext>
              </a:extLst>
            </p:cNvPr>
            <p:cNvSpPr>
              <a:spLocks noChangeAspect="1"/>
            </p:cNvSpPr>
            <p:nvPr>
              <p:custDataLst>
                <p:tags r:id="rId154"/>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grpSp>
      <p:grpSp>
        <p:nvGrpSpPr>
          <p:cNvPr id="11" name="Harvey 4" hidden="1">
            <a:extLst>
              <a:ext uri="{FF2B5EF4-FFF2-40B4-BE49-F238E27FC236}">
                <a16:creationId xmlns:a16="http://schemas.microsoft.com/office/drawing/2014/main" id="{DDC5C333-7028-4F79-8940-98DC17723588}"/>
              </a:ext>
            </a:extLst>
          </p:cNvPr>
          <p:cNvGrpSpPr>
            <a:grpSpLocks/>
          </p:cNvGrpSpPr>
          <p:nvPr userDrawn="1">
            <p:custDataLst>
              <p:tags r:id="rId33"/>
            </p:custDataLst>
          </p:nvPr>
        </p:nvGrpSpPr>
        <p:grpSpPr>
          <a:xfrm>
            <a:off x="5391506" y="3978000"/>
            <a:ext cx="1024878" cy="1024878"/>
            <a:chOff x="0" y="0"/>
            <a:chExt cx="914400" cy="914400"/>
          </a:xfrm>
          <a:solidFill>
            <a:schemeClr val="accent1"/>
          </a:solidFill>
        </p:grpSpPr>
        <p:sp>
          <p:nvSpPr>
            <p:cNvPr id="13" name="Harvey 0/4 [0]">
              <a:extLst>
                <a:ext uri="{FF2B5EF4-FFF2-40B4-BE49-F238E27FC236}">
                  <a16:creationId xmlns:a16="http://schemas.microsoft.com/office/drawing/2014/main" id="{70B331E2-39A8-4BAF-8DDD-C631B51EB56E}"/>
                </a:ext>
              </a:extLst>
            </p:cNvPr>
            <p:cNvSpPr>
              <a:spLocks noChangeAspect="1"/>
            </p:cNvSpPr>
            <p:nvPr>
              <p:custDataLst>
                <p:tags r:id="rId146"/>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sp>
          <p:nvSpPr>
            <p:cNvPr id="14" name="Harvey 1/4 [1]">
              <a:extLst>
                <a:ext uri="{FF2B5EF4-FFF2-40B4-BE49-F238E27FC236}">
                  <a16:creationId xmlns:a16="http://schemas.microsoft.com/office/drawing/2014/main" id="{47F66FBA-2801-4875-BD13-0BF512FC3C6A}"/>
                </a:ext>
              </a:extLst>
            </p:cNvPr>
            <p:cNvSpPr>
              <a:spLocks noChangeAspect="1"/>
            </p:cNvSpPr>
            <p:nvPr>
              <p:custDataLst>
                <p:tags r:id="rId147"/>
              </p:custDataLst>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sp>
          <p:nvSpPr>
            <p:cNvPr id="15" name="Harvey 2/4 [2]">
              <a:extLst>
                <a:ext uri="{FF2B5EF4-FFF2-40B4-BE49-F238E27FC236}">
                  <a16:creationId xmlns:a16="http://schemas.microsoft.com/office/drawing/2014/main" id="{99673DAB-5272-45DC-B222-CA8CAA9FD2BB}"/>
                </a:ext>
              </a:extLst>
            </p:cNvPr>
            <p:cNvSpPr>
              <a:spLocks noChangeAspect="1"/>
            </p:cNvSpPr>
            <p:nvPr>
              <p:custDataLst>
                <p:tags r:id="rId148"/>
              </p:custDataLst>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sp>
          <p:nvSpPr>
            <p:cNvPr id="16" name="Harvey 3/4 [3]">
              <a:extLst>
                <a:ext uri="{FF2B5EF4-FFF2-40B4-BE49-F238E27FC236}">
                  <a16:creationId xmlns:a16="http://schemas.microsoft.com/office/drawing/2014/main" id="{F9B9444B-C98D-45FC-BA92-881D06827328}"/>
                </a:ext>
              </a:extLst>
            </p:cNvPr>
            <p:cNvSpPr>
              <a:spLocks noChangeAspect="1"/>
            </p:cNvSpPr>
            <p:nvPr>
              <p:custDataLst>
                <p:tags r:id="rId149"/>
              </p:custDataLst>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sp>
          <p:nvSpPr>
            <p:cNvPr id="17" name="Harvey 4/4 [4]">
              <a:extLst>
                <a:ext uri="{FF2B5EF4-FFF2-40B4-BE49-F238E27FC236}">
                  <a16:creationId xmlns:a16="http://schemas.microsoft.com/office/drawing/2014/main" id="{5FFB853D-F550-4F16-8269-A070A19E381C}"/>
                </a:ext>
              </a:extLst>
            </p:cNvPr>
            <p:cNvSpPr>
              <a:spLocks noChangeAspect="1"/>
            </p:cNvSpPr>
            <p:nvPr>
              <p:custDataLst>
                <p:tags r:id="rId150"/>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grpSp>
      <p:grpSp>
        <p:nvGrpSpPr>
          <p:cNvPr id="18" name="Harvey 8" hidden="1">
            <a:extLst>
              <a:ext uri="{FF2B5EF4-FFF2-40B4-BE49-F238E27FC236}">
                <a16:creationId xmlns:a16="http://schemas.microsoft.com/office/drawing/2014/main" id="{0630AB66-7B5F-41CE-A2EB-2EB4C67794AE}"/>
              </a:ext>
            </a:extLst>
          </p:cNvPr>
          <p:cNvGrpSpPr>
            <a:grpSpLocks/>
          </p:cNvGrpSpPr>
          <p:nvPr userDrawn="1">
            <p:custDataLst>
              <p:tags r:id="rId34"/>
            </p:custDataLst>
          </p:nvPr>
        </p:nvGrpSpPr>
        <p:grpSpPr>
          <a:xfrm>
            <a:off x="6844214" y="3978000"/>
            <a:ext cx="1024878" cy="1024878"/>
            <a:chOff x="0" y="0"/>
            <a:chExt cx="914400" cy="914400"/>
          </a:xfrm>
          <a:solidFill>
            <a:schemeClr val="accent1"/>
          </a:solidFill>
        </p:grpSpPr>
        <p:sp>
          <p:nvSpPr>
            <p:cNvPr id="19" name="Harvey 0/8 [0]">
              <a:extLst>
                <a:ext uri="{FF2B5EF4-FFF2-40B4-BE49-F238E27FC236}">
                  <a16:creationId xmlns:a16="http://schemas.microsoft.com/office/drawing/2014/main" id="{051D5678-1EFE-40CF-8563-B5E9EA35A271}"/>
                </a:ext>
              </a:extLst>
            </p:cNvPr>
            <p:cNvSpPr>
              <a:spLocks noChangeAspect="1"/>
            </p:cNvSpPr>
            <p:nvPr>
              <p:custDataLst>
                <p:tags r:id="rId137"/>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sp>
          <p:nvSpPr>
            <p:cNvPr id="20" name="Harvey 1/8 [1]">
              <a:extLst>
                <a:ext uri="{FF2B5EF4-FFF2-40B4-BE49-F238E27FC236}">
                  <a16:creationId xmlns:a16="http://schemas.microsoft.com/office/drawing/2014/main" id="{E5DDEB4B-B8B3-42DA-AF30-4FD0A1770D91}"/>
                </a:ext>
              </a:extLst>
            </p:cNvPr>
            <p:cNvSpPr>
              <a:spLocks noChangeAspect="1"/>
            </p:cNvSpPr>
            <p:nvPr>
              <p:custDataLst>
                <p:tags r:id="rId138"/>
              </p:custDataLst>
            </p:nvPr>
          </p:nvSpPr>
          <p:spPr>
            <a:xfrm>
              <a:off x="0" y="0"/>
              <a:ext cx="914400" cy="914400"/>
            </a:xfrm>
            <a:custGeom>
              <a:avLst/>
              <a:gdLst/>
              <a:ahLst/>
              <a:cxnLst/>
              <a:rect l="l" t="t" r="r" b="b"/>
              <a:pathLst>
                <a:path w="635000" h="635000">
                  <a:moveTo>
                    <a:pt x="317500" y="0"/>
                  </a:moveTo>
                  <a:arcTo wR="317500" hR="317500" stAng="16200000" swAng="2700000"/>
                  <a:lnTo>
                    <a:pt x="317500" y="317500"/>
                  </a:lnTo>
                  <a:close/>
                </a:path>
                <a:path w="635000" h="635000" fill="none">
                  <a:moveTo>
                    <a:pt x="542006" y="92993"/>
                  </a:moveTo>
                  <a:arcTo wR="317500" hR="317500" stAng="-2700000" swAng="189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sp>
          <p:nvSpPr>
            <p:cNvPr id="21" name="Harvey 2/8 [2]">
              <a:extLst>
                <a:ext uri="{FF2B5EF4-FFF2-40B4-BE49-F238E27FC236}">
                  <a16:creationId xmlns:a16="http://schemas.microsoft.com/office/drawing/2014/main" id="{FB9200C4-0418-4CEF-BBB8-18F997AD7CA8}"/>
                </a:ext>
              </a:extLst>
            </p:cNvPr>
            <p:cNvSpPr>
              <a:spLocks noChangeAspect="1"/>
            </p:cNvSpPr>
            <p:nvPr>
              <p:custDataLst>
                <p:tags r:id="rId139"/>
              </p:custDataLst>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sp>
          <p:nvSpPr>
            <p:cNvPr id="22" name="Harvey 3/8 [3]">
              <a:extLst>
                <a:ext uri="{FF2B5EF4-FFF2-40B4-BE49-F238E27FC236}">
                  <a16:creationId xmlns:a16="http://schemas.microsoft.com/office/drawing/2014/main" id="{8E4DE7E8-0809-4E2E-BE6A-E989A6AEBF62}"/>
                </a:ext>
              </a:extLst>
            </p:cNvPr>
            <p:cNvSpPr>
              <a:spLocks noChangeAspect="1"/>
            </p:cNvSpPr>
            <p:nvPr>
              <p:custDataLst>
                <p:tags r:id="rId140"/>
              </p:custDataLst>
            </p:nvPr>
          </p:nvSpPr>
          <p:spPr>
            <a:xfrm>
              <a:off x="0" y="0"/>
              <a:ext cx="914400" cy="914400"/>
            </a:xfrm>
            <a:custGeom>
              <a:avLst/>
              <a:gdLst/>
              <a:ahLst/>
              <a:cxnLst/>
              <a:rect l="l" t="t" r="r" b="b"/>
              <a:pathLst>
                <a:path w="635000" h="635000">
                  <a:moveTo>
                    <a:pt x="317500" y="0"/>
                  </a:moveTo>
                  <a:arcTo wR="317500" hR="317500" stAng="16200000" swAng="8100000"/>
                  <a:lnTo>
                    <a:pt x="317500" y="317500"/>
                  </a:lnTo>
                  <a:close/>
                </a:path>
                <a:path w="635000" h="635000" fill="none">
                  <a:moveTo>
                    <a:pt x="542006" y="542006"/>
                  </a:moveTo>
                  <a:arcTo wR="317500" hR="317500" stAng="2700000" swAng="135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sp>
          <p:nvSpPr>
            <p:cNvPr id="23" name="Harvey 4/8 [4]">
              <a:extLst>
                <a:ext uri="{FF2B5EF4-FFF2-40B4-BE49-F238E27FC236}">
                  <a16:creationId xmlns:a16="http://schemas.microsoft.com/office/drawing/2014/main" id="{F839E6A9-0DED-402B-8F4C-2176769B55CD}"/>
                </a:ext>
              </a:extLst>
            </p:cNvPr>
            <p:cNvSpPr>
              <a:spLocks noChangeAspect="1"/>
            </p:cNvSpPr>
            <p:nvPr>
              <p:custDataLst>
                <p:tags r:id="rId141"/>
              </p:custDataLst>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sp>
          <p:nvSpPr>
            <p:cNvPr id="24" name="Harvey 5/8 [5]">
              <a:extLst>
                <a:ext uri="{FF2B5EF4-FFF2-40B4-BE49-F238E27FC236}">
                  <a16:creationId xmlns:a16="http://schemas.microsoft.com/office/drawing/2014/main" id="{C3EE8663-AD08-4237-8344-6543EC4B688C}"/>
                </a:ext>
              </a:extLst>
            </p:cNvPr>
            <p:cNvSpPr>
              <a:spLocks noChangeAspect="1"/>
            </p:cNvSpPr>
            <p:nvPr>
              <p:custDataLst>
                <p:tags r:id="rId142"/>
              </p:custDataLst>
            </p:nvPr>
          </p:nvSpPr>
          <p:spPr>
            <a:xfrm>
              <a:off x="0" y="0"/>
              <a:ext cx="914400" cy="914400"/>
            </a:xfrm>
            <a:custGeom>
              <a:avLst/>
              <a:gdLst/>
              <a:ahLst/>
              <a:cxnLst/>
              <a:rect l="l" t="t" r="r" b="b"/>
              <a:pathLst>
                <a:path w="635000" h="635000">
                  <a:moveTo>
                    <a:pt x="317500" y="0"/>
                  </a:moveTo>
                  <a:arcTo wR="317500" hR="317500" stAng="16200000" swAng="13500000"/>
                  <a:lnTo>
                    <a:pt x="317500" y="317500"/>
                  </a:lnTo>
                  <a:close/>
                </a:path>
                <a:path w="635000" h="635000" fill="none">
                  <a:moveTo>
                    <a:pt x="92993" y="542006"/>
                  </a:moveTo>
                  <a:arcTo wR="317500" hR="317500" stAng="8100000" swAng="81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sp>
          <p:nvSpPr>
            <p:cNvPr id="25" name="Harvey 6/8 [6]">
              <a:extLst>
                <a:ext uri="{FF2B5EF4-FFF2-40B4-BE49-F238E27FC236}">
                  <a16:creationId xmlns:a16="http://schemas.microsoft.com/office/drawing/2014/main" id="{ADE6F931-D156-4E59-A3ED-0B14B5F0EF7E}"/>
                </a:ext>
              </a:extLst>
            </p:cNvPr>
            <p:cNvSpPr>
              <a:spLocks noChangeAspect="1"/>
            </p:cNvSpPr>
            <p:nvPr>
              <p:custDataLst>
                <p:tags r:id="rId143"/>
              </p:custDataLst>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sp>
          <p:nvSpPr>
            <p:cNvPr id="26" name="Harvey 7/8 [7]">
              <a:extLst>
                <a:ext uri="{FF2B5EF4-FFF2-40B4-BE49-F238E27FC236}">
                  <a16:creationId xmlns:a16="http://schemas.microsoft.com/office/drawing/2014/main" id="{A36821AE-2FF1-4F6E-AAF3-1BEA6AE153B8}"/>
                </a:ext>
              </a:extLst>
            </p:cNvPr>
            <p:cNvSpPr>
              <a:spLocks noChangeAspect="1"/>
            </p:cNvSpPr>
            <p:nvPr>
              <p:custDataLst>
                <p:tags r:id="rId144"/>
              </p:custDataLst>
            </p:nvPr>
          </p:nvSpPr>
          <p:spPr>
            <a:xfrm>
              <a:off x="0" y="0"/>
              <a:ext cx="914400" cy="914400"/>
            </a:xfrm>
            <a:custGeom>
              <a:avLst/>
              <a:gdLst/>
              <a:ahLst/>
              <a:cxnLst/>
              <a:rect l="l" t="t" r="r" b="b"/>
              <a:pathLst>
                <a:path w="635000" h="635000">
                  <a:moveTo>
                    <a:pt x="317500" y="0"/>
                  </a:moveTo>
                  <a:arcTo wR="317500" hR="317500" stAng="16200000" swAng="18900000"/>
                  <a:lnTo>
                    <a:pt x="317500" y="317500"/>
                  </a:lnTo>
                  <a:close/>
                </a:path>
                <a:path w="635000" h="635000" fill="none">
                  <a:moveTo>
                    <a:pt x="92993" y="92993"/>
                  </a:moveTo>
                  <a:arcTo wR="317500" hR="317500" stAng="13500000" swAng="27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sp>
          <p:nvSpPr>
            <p:cNvPr id="27" name="Harvey 8/8 [8]">
              <a:extLst>
                <a:ext uri="{FF2B5EF4-FFF2-40B4-BE49-F238E27FC236}">
                  <a16:creationId xmlns:a16="http://schemas.microsoft.com/office/drawing/2014/main" id="{2D277E47-45D5-4503-8443-BED560C6560A}"/>
                </a:ext>
              </a:extLst>
            </p:cNvPr>
            <p:cNvSpPr>
              <a:spLocks noChangeAspect="1"/>
            </p:cNvSpPr>
            <p:nvPr>
              <p:custDataLst>
                <p:tags r:id="rId145"/>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grpSp>
      <p:grpSp>
        <p:nvGrpSpPr>
          <p:cNvPr id="28" name="Harvey 100" hidden="1">
            <a:extLst>
              <a:ext uri="{FF2B5EF4-FFF2-40B4-BE49-F238E27FC236}">
                <a16:creationId xmlns:a16="http://schemas.microsoft.com/office/drawing/2014/main" id="{6D5D9337-395C-4FE4-97E6-E1CD47A644E9}"/>
              </a:ext>
            </a:extLst>
          </p:cNvPr>
          <p:cNvGrpSpPr/>
          <p:nvPr userDrawn="1">
            <p:custDataLst>
              <p:tags r:id="rId35"/>
            </p:custDataLst>
          </p:nvPr>
        </p:nvGrpSpPr>
        <p:grpSpPr>
          <a:xfrm>
            <a:off x="8296922" y="3978000"/>
            <a:ext cx="1024878" cy="1024878"/>
            <a:chOff x="4334905" y="3282696"/>
            <a:chExt cx="292608" cy="292608"/>
          </a:xfrm>
          <a:solidFill>
            <a:schemeClr val="accent1"/>
          </a:solidFill>
        </p:grpSpPr>
        <p:sp>
          <p:nvSpPr>
            <p:cNvPr id="29" name="Harvey 0/100 [0]">
              <a:extLst>
                <a:ext uri="{FF2B5EF4-FFF2-40B4-BE49-F238E27FC236}">
                  <a16:creationId xmlns:a16="http://schemas.microsoft.com/office/drawing/2014/main" id="{C2D4C837-2D4B-4D6B-81F8-9B001989609B}"/>
                </a:ext>
              </a:extLst>
            </p:cNvPr>
            <p:cNvSpPr>
              <a:spLocks noChangeAspect="1"/>
            </p:cNvSpPr>
            <p:nvPr>
              <p:custDataLst>
                <p:tags r:id="rId36"/>
              </p:custDataLst>
            </p:nvPr>
          </p:nvSpPr>
          <p:spPr>
            <a:xfrm>
              <a:off x="4334905" y="3282696"/>
              <a:ext cx="292608" cy="292608"/>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30" name="Harvey 1/100 [1]">
              <a:extLst>
                <a:ext uri="{FF2B5EF4-FFF2-40B4-BE49-F238E27FC236}">
                  <a16:creationId xmlns:a16="http://schemas.microsoft.com/office/drawing/2014/main" id="{BACD6AAA-4A1C-46BE-B491-9A4A9C7C56F3}"/>
                </a:ext>
              </a:extLst>
            </p:cNvPr>
            <p:cNvSpPr>
              <a:spLocks noChangeAspect="1"/>
            </p:cNvSpPr>
            <p:nvPr>
              <p:custDataLst>
                <p:tags r:id="rId37"/>
              </p:custDataLst>
            </p:nvPr>
          </p:nvSpPr>
          <p:spPr>
            <a:xfrm>
              <a:off x="4334905" y="3282696"/>
              <a:ext cx="292608" cy="292608"/>
            </a:xfrm>
            <a:custGeom>
              <a:avLst/>
              <a:gdLst/>
              <a:ahLst/>
              <a:cxnLst/>
              <a:rect l="l" t="t" r="r" b="b"/>
              <a:pathLst>
                <a:path w="635000" h="635000">
                  <a:moveTo>
                    <a:pt x="317500" y="0"/>
                  </a:moveTo>
                  <a:arcTo wR="317500" hR="317500" stAng="16200000" swAng="216000"/>
                  <a:lnTo>
                    <a:pt x="317500" y="317500"/>
                  </a:lnTo>
                  <a:close/>
                </a:path>
                <a:path w="635000" h="635000" fill="none">
                  <a:moveTo>
                    <a:pt x="337435" y="626"/>
                  </a:moveTo>
                  <a:arcTo wR="317500" hR="317500" stAng="-5184000" swAng="21384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31" name="Harvey 2/100 [2]">
              <a:extLst>
                <a:ext uri="{FF2B5EF4-FFF2-40B4-BE49-F238E27FC236}">
                  <a16:creationId xmlns:a16="http://schemas.microsoft.com/office/drawing/2014/main" id="{701024C3-4DEF-477C-9CFB-100E0303499E}"/>
                </a:ext>
              </a:extLst>
            </p:cNvPr>
            <p:cNvSpPr>
              <a:spLocks noChangeAspect="1"/>
            </p:cNvSpPr>
            <p:nvPr>
              <p:custDataLst>
                <p:tags r:id="rId38"/>
              </p:custDataLst>
            </p:nvPr>
          </p:nvSpPr>
          <p:spPr>
            <a:xfrm>
              <a:off x="4334905" y="3282696"/>
              <a:ext cx="292608" cy="292608"/>
            </a:xfrm>
            <a:custGeom>
              <a:avLst/>
              <a:gdLst/>
              <a:ahLst/>
              <a:cxnLst/>
              <a:rect l="l" t="t" r="r" b="b"/>
              <a:pathLst>
                <a:path w="635000" h="635000">
                  <a:moveTo>
                    <a:pt x="317500" y="0"/>
                  </a:moveTo>
                  <a:arcTo wR="317500" hR="317500" stAng="16200000" swAng="432000"/>
                  <a:lnTo>
                    <a:pt x="317500" y="317500"/>
                  </a:lnTo>
                  <a:close/>
                </a:path>
                <a:path w="635000" h="635000" fill="none">
                  <a:moveTo>
                    <a:pt x="357293" y="2503"/>
                  </a:moveTo>
                  <a:arcTo wR="317500" hR="317500" stAng="-4968000" swAng="21168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32" name="Harvey 3/100 [3]">
              <a:extLst>
                <a:ext uri="{FF2B5EF4-FFF2-40B4-BE49-F238E27FC236}">
                  <a16:creationId xmlns:a16="http://schemas.microsoft.com/office/drawing/2014/main" id="{46A461CD-8D28-4422-AF2A-8267EFA51CAD}"/>
                </a:ext>
              </a:extLst>
            </p:cNvPr>
            <p:cNvSpPr>
              <a:spLocks noChangeAspect="1"/>
            </p:cNvSpPr>
            <p:nvPr>
              <p:custDataLst>
                <p:tags r:id="rId39"/>
              </p:custDataLst>
            </p:nvPr>
          </p:nvSpPr>
          <p:spPr>
            <a:xfrm>
              <a:off x="4334905" y="3282696"/>
              <a:ext cx="292608" cy="292608"/>
            </a:xfrm>
            <a:custGeom>
              <a:avLst/>
              <a:gdLst/>
              <a:ahLst/>
              <a:cxnLst/>
              <a:rect l="l" t="t" r="r" b="b"/>
              <a:pathLst>
                <a:path w="635000" h="635000">
                  <a:moveTo>
                    <a:pt x="317500" y="0"/>
                  </a:moveTo>
                  <a:arcTo wR="317500" hR="317500" stAng="16200000" swAng="647999"/>
                  <a:lnTo>
                    <a:pt x="317500" y="317500"/>
                  </a:lnTo>
                  <a:close/>
                </a:path>
                <a:path w="635000" h="635000" fill="none">
                  <a:moveTo>
                    <a:pt x="376993" y="5623"/>
                  </a:moveTo>
                  <a:arcTo wR="317500" hR="317500" stAng="-4752000" swAng="20952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33" name="Harvey 4/100 [4]">
              <a:extLst>
                <a:ext uri="{FF2B5EF4-FFF2-40B4-BE49-F238E27FC236}">
                  <a16:creationId xmlns:a16="http://schemas.microsoft.com/office/drawing/2014/main" id="{0A337C3A-F021-437D-9E3D-FDE5AF266029}"/>
                </a:ext>
              </a:extLst>
            </p:cNvPr>
            <p:cNvSpPr>
              <a:spLocks noChangeAspect="1"/>
            </p:cNvSpPr>
            <p:nvPr>
              <p:custDataLst>
                <p:tags r:id="rId40"/>
              </p:custDataLst>
            </p:nvPr>
          </p:nvSpPr>
          <p:spPr>
            <a:xfrm>
              <a:off x="4334905" y="3282696"/>
              <a:ext cx="292608" cy="292608"/>
            </a:xfrm>
            <a:custGeom>
              <a:avLst/>
              <a:gdLst/>
              <a:ahLst/>
              <a:cxnLst/>
              <a:rect l="l" t="t" r="r" b="b"/>
              <a:pathLst>
                <a:path w="635000" h="635000">
                  <a:moveTo>
                    <a:pt x="317500" y="0"/>
                  </a:moveTo>
                  <a:arcTo wR="317500" hR="317500" stAng="16200000" swAng="864000"/>
                  <a:lnTo>
                    <a:pt x="317500" y="317500"/>
                  </a:lnTo>
                  <a:close/>
                </a:path>
                <a:path w="635000" h="635000" fill="none">
                  <a:moveTo>
                    <a:pt x="396459" y="9974"/>
                  </a:moveTo>
                  <a:arcTo wR="317500" hR="317500" stAng="-4536000" swAng="20735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35" name="Harvey 5/100 [5]">
              <a:extLst>
                <a:ext uri="{FF2B5EF4-FFF2-40B4-BE49-F238E27FC236}">
                  <a16:creationId xmlns:a16="http://schemas.microsoft.com/office/drawing/2014/main" id="{BDF66AF7-3D75-4118-B7E6-241B2C41B2C9}"/>
                </a:ext>
              </a:extLst>
            </p:cNvPr>
            <p:cNvSpPr>
              <a:spLocks noChangeAspect="1"/>
            </p:cNvSpPr>
            <p:nvPr>
              <p:custDataLst>
                <p:tags r:id="rId41"/>
              </p:custDataLst>
            </p:nvPr>
          </p:nvSpPr>
          <p:spPr>
            <a:xfrm>
              <a:off x="4334905" y="3282696"/>
              <a:ext cx="292608" cy="292608"/>
            </a:xfrm>
            <a:custGeom>
              <a:avLst/>
              <a:gdLst/>
              <a:ahLst/>
              <a:cxnLst/>
              <a:rect l="l" t="t" r="r" b="b"/>
              <a:pathLst>
                <a:path w="635000" h="635000">
                  <a:moveTo>
                    <a:pt x="317500" y="0"/>
                  </a:moveTo>
                  <a:arcTo wR="317500" hR="317500" stAng="16200000" swAng="1080000"/>
                  <a:lnTo>
                    <a:pt x="317500" y="317500"/>
                  </a:lnTo>
                  <a:close/>
                </a:path>
                <a:path w="635000" h="635000" fill="none">
                  <a:moveTo>
                    <a:pt x="415612" y="15539"/>
                  </a:moveTo>
                  <a:arcTo wR="317500" hR="317500" stAng="-4320000" swAng="20520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36" name="Harvey 6/100 [6]">
              <a:extLst>
                <a:ext uri="{FF2B5EF4-FFF2-40B4-BE49-F238E27FC236}">
                  <a16:creationId xmlns:a16="http://schemas.microsoft.com/office/drawing/2014/main" id="{E74E7438-4315-4097-9BA7-F0CE3252AC14}"/>
                </a:ext>
              </a:extLst>
            </p:cNvPr>
            <p:cNvSpPr>
              <a:spLocks noChangeAspect="1"/>
            </p:cNvSpPr>
            <p:nvPr>
              <p:custDataLst>
                <p:tags r:id="rId42"/>
              </p:custDataLst>
            </p:nvPr>
          </p:nvSpPr>
          <p:spPr>
            <a:xfrm>
              <a:off x="4334905" y="3282696"/>
              <a:ext cx="292608" cy="292608"/>
            </a:xfrm>
            <a:custGeom>
              <a:avLst/>
              <a:gdLst/>
              <a:ahLst/>
              <a:cxnLst/>
              <a:rect l="l" t="t" r="r" b="b"/>
              <a:pathLst>
                <a:path w="635000" h="635000">
                  <a:moveTo>
                    <a:pt x="317500" y="0"/>
                  </a:moveTo>
                  <a:arcTo wR="317500" hR="317500" stAng="16200000" swAng="1295999"/>
                  <a:lnTo>
                    <a:pt x="317500" y="317500"/>
                  </a:lnTo>
                  <a:close/>
                </a:path>
                <a:path w="635000" h="635000" fill="none">
                  <a:moveTo>
                    <a:pt x="434379" y="22295"/>
                  </a:moveTo>
                  <a:arcTo wR="317500" hR="317500" stAng="-4104000" swAng="20304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37" name="Harvey 7/100 [7]">
              <a:extLst>
                <a:ext uri="{FF2B5EF4-FFF2-40B4-BE49-F238E27FC236}">
                  <a16:creationId xmlns:a16="http://schemas.microsoft.com/office/drawing/2014/main" id="{FEBA4E91-97BB-4DAC-B193-66FA4828DB26}"/>
                </a:ext>
              </a:extLst>
            </p:cNvPr>
            <p:cNvSpPr>
              <a:spLocks noChangeAspect="1"/>
            </p:cNvSpPr>
            <p:nvPr>
              <p:custDataLst>
                <p:tags r:id="rId43"/>
              </p:custDataLst>
            </p:nvPr>
          </p:nvSpPr>
          <p:spPr>
            <a:xfrm>
              <a:off x="4334905" y="3282696"/>
              <a:ext cx="292608" cy="292608"/>
            </a:xfrm>
            <a:custGeom>
              <a:avLst/>
              <a:gdLst/>
              <a:ahLst/>
              <a:cxnLst/>
              <a:rect l="l" t="t" r="r" b="b"/>
              <a:pathLst>
                <a:path w="635000" h="635000">
                  <a:moveTo>
                    <a:pt x="317500" y="0"/>
                  </a:moveTo>
                  <a:arcTo wR="317500" hR="317500" stAng="16200000" swAng="1512000"/>
                  <a:lnTo>
                    <a:pt x="317500" y="317500"/>
                  </a:lnTo>
                  <a:close/>
                </a:path>
                <a:path w="635000" h="635000" fill="none">
                  <a:moveTo>
                    <a:pt x="452684" y="30217"/>
                  </a:moveTo>
                  <a:arcTo wR="317500" hR="317500" stAng="-3888000" swAng="20087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38" name="Harvey 8/100 [8]">
              <a:extLst>
                <a:ext uri="{FF2B5EF4-FFF2-40B4-BE49-F238E27FC236}">
                  <a16:creationId xmlns:a16="http://schemas.microsoft.com/office/drawing/2014/main" id="{EEB85E02-177B-40CF-B926-A4423CC7C827}"/>
                </a:ext>
              </a:extLst>
            </p:cNvPr>
            <p:cNvSpPr>
              <a:spLocks noChangeAspect="1"/>
            </p:cNvSpPr>
            <p:nvPr>
              <p:custDataLst>
                <p:tags r:id="rId44"/>
              </p:custDataLst>
            </p:nvPr>
          </p:nvSpPr>
          <p:spPr>
            <a:xfrm>
              <a:off x="4334905" y="3282696"/>
              <a:ext cx="292608" cy="292608"/>
            </a:xfrm>
            <a:custGeom>
              <a:avLst/>
              <a:gdLst/>
              <a:ahLst/>
              <a:cxnLst/>
              <a:rect l="l" t="t" r="r" b="b"/>
              <a:pathLst>
                <a:path w="635000" h="635000">
                  <a:moveTo>
                    <a:pt x="317500" y="0"/>
                  </a:moveTo>
                  <a:arcTo wR="317500" hR="317500" stAng="16200000" swAng="1728000"/>
                  <a:lnTo>
                    <a:pt x="317500" y="317500"/>
                  </a:lnTo>
                  <a:close/>
                </a:path>
                <a:path w="635000" h="635000" fill="none">
                  <a:moveTo>
                    <a:pt x="470456" y="39272"/>
                  </a:moveTo>
                  <a:arcTo wR="317500" hR="317500" stAng="-3672000" swAng="19872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39" name="Harvey 9/100 [9]">
              <a:extLst>
                <a:ext uri="{FF2B5EF4-FFF2-40B4-BE49-F238E27FC236}">
                  <a16:creationId xmlns:a16="http://schemas.microsoft.com/office/drawing/2014/main" id="{C133BC7F-B0E3-404F-92D1-BB930C4F3311}"/>
                </a:ext>
              </a:extLst>
            </p:cNvPr>
            <p:cNvSpPr>
              <a:spLocks noChangeAspect="1"/>
            </p:cNvSpPr>
            <p:nvPr>
              <p:custDataLst>
                <p:tags r:id="rId45"/>
              </p:custDataLst>
            </p:nvPr>
          </p:nvSpPr>
          <p:spPr>
            <a:xfrm>
              <a:off x="4334905" y="3282696"/>
              <a:ext cx="292608" cy="292608"/>
            </a:xfrm>
            <a:custGeom>
              <a:avLst/>
              <a:gdLst/>
              <a:ahLst/>
              <a:cxnLst/>
              <a:rect l="l" t="t" r="r" b="b"/>
              <a:pathLst>
                <a:path w="635000" h="635000">
                  <a:moveTo>
                    <a:pt x="317500" y="0"/>
                  </a:moveTo>
                  <a:arcTo wR="317500" hR="317500" stAng="16200000" swAng="1944000"/>
                  <a:lnTo>
                    <a:pt x="317500" y="317500"/>
                  </a:lnTo>
                  <a:close/>
                </a:path>
                <a:path w="635000" h="635000" fill="none">
                  <a:moveTo>
                    <a:pt x="487625" y="49425"/>
                  </a:moveTo>
                  <a:arcTo wR="317500" hR="317500" stAng="-3456000" swAng="1965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40" name="Harvey 10/100 [10]">
              <a:extLst>
                <a:ext uri="{FF2B5EF4-FFF2-40B4-BE49-F238E27FC236}">
                  <a16:creationId xmlns:a16="http://schemas.microsoft.com/office/drawing/2014/main" id="{F2FB72A6-CDF7-48B3-A3B8-5A5FC061802C}"/>
                </a:ext>
              </a:extLst>
            </p:cNvPr>
            <p:cNvSpPr>
              <a:spLocks noChangeAspect="1"/>
            </p:cNvSpPr>
            <p:nvPr>
              <p:custDataLst>
                <p:tags r:id="rId46"/>
              </p:custDataLst>
            </p:nvPr>
          </p:nvSpPr>
          <p:spPr>
            <a:xfrm>
              <a:off x="4334905" y="3282696"/>
              <a:ext cx="292608" cy="292608"/>
            </a:xfrm>
            <a:custGeom>
              <a:avLst/>
              <a:gdLst/>
              <a:ahLst/>
              <a:cxnLst/>
              <a:rect l="l" t="t" r="r" b="b"/>
              <a:pathLst>
                <a:path w="635000" h="635000">
                  <a:moveTo>
                    <a:pt x="317500" y="0"/>
                  </a:moveTo>
                  <a:arcTo wR="317500" hR="317500" stAng="16200000" swAng="2160000"/>
                  <a:lnTo>
                    <a:pt x="317500" y="317500"/>
                  </a:lnTo>
                  <a:close/>
                </a:path>
                <a:path w="635000" h="635000" fill="none">
                  <a:moveTo>
                    <a:pt x="504121" y="60637"/>
                  </a:moveTo>
                  <a:arcTo wR="317500" hR="317500" stAng="-3240000" swAng="19440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41" name="Harvey 11/100 [11]">
              <a:extLst>
                <a:ext uri="{FF2B5EF4-FFF2-40B4-BE49-F238E27FC236}">
                  <a16:creationId xmlns:a16="http://schemas.microsoft.com/office/drawing/2014/main" id="{F3110C8B-1B18-4579-AB3F-0F4A0840CF38}"/>
                </a:ext>
              </a:extLst>
            </p:cNvPr>
            <p:cNvSpPr>
              <a:spLocks noChangeAspect="1"/>
            </p:cNvSpPr>
            <p:nvPr>
              <p:custDataLst>
                <p:tags r:id="rId47"/>
              </p:custDataLst>
            </p:nvPr>
          </p:nvSpPr>
          <p:spPr>
            <a:xfrm>
              <a:off x="4334905" y="3282696"/>
              <a:ext cx="292608" cy="292608"/>
            </a:xfrm>
            <a:custGeom>
              <a:avLst/>
              <a:gdLst/>
              <a:ahLst/>
              <a:cxnLst/>
              <a:rect l="l" t="t" r="r" b="b"/>
              <a:pathLst>
                <a:path w="635000" h="635000">
                  <a:moveTo>
                    <a:pt x="317500" y="0"/>
                  </a:moveTo>
                  <a:arcTo wR="317500" hR="317500" stAng="16200000" swAng="2376000"/>
                  <a:lnTo>
                    <a:pt x="317500" y="317500"/>
                  </a:lnTo>
                  <a:close/>
                </a:path>
                <a:path w="635000" h="635000" fill="none">
                  <a:moveTo>
                    <a:pt x="519882" y="72862"/>
                  </a:moveTo>
                  <a:arcTo wR="317500" hR="317500" stAng="-3024000" swAng="19224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42" name="Harvey 12/100 [12]">
              <a:extLst>
                <a:ext uri="{FF2B5EF4-FFF2-40B4-BE49-F238E27FC236}">
                  <a16:creationId xmlns:a16="http://schemas.microsoft.com/office/drawing/2014/main" id="{84A1B722-E5AC-45F7-9498-7FF502B6FA2B}"/>
                </a:ext>
              </a:extLst>
            </p:cNvPr>
            <p:cNvSpPr>
              <a:spLocks noChangeAspect="1"/>
            </p:cNvSpPr>
            <p:nvPr>
              <p:custDataLst>
                <p:tags r:id="rId48"/>
              </p:custDataLst>
            </p:nvPr>
          </p:nvSpPr>
          <p:spPr>
            <a:xfrm>
              <a:off x="4334905" y="3282696"/>
              <a:ext cx="292608" cy="292608"/>
            </a:xfrm>
            <a:custGeom>
              <a:avLst/>
              <a:gdLst/>
              <a:ahLst/>
              <a:cxnLst/>
              <a:rect l="l" t="t" r="r" b="b"/>
              <a:pathLst>
                <a:path w="635000" h="635000">
                  <a:moveTo>
                    <a:pt x="317500" y="0"/>
                  </a:moveTo>
                  <a:arcTo wR="317500" hR="317500" stAng="16200000" swAng="2591999"/>
                  <a:lnTo>
                    <a:pt x="317500" y="317500"/>
                  </a:lnTo>
                  <a:close/>
                </a:path>
                <a:path w="635000" h="635000" fill="none">
                  <a:moveTo>
                    <a:pt x="534843" y="86052"/>
                  </a:moveTo>
                  <a:arcTo wR="317500" hR="317500" stAng="-2808000" swAng="19008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43" name="Harvey 13/100 [13]">
              <a:extLst>
                <a:ext uri="{FF2B5EF4-FFF2-40B4-BE49-F238E27FC236}">
                  <a16:creationId xmlns:a16="http://schemas.microsoft.com/office/drawing/2014/main" id="{A5599F20-B957-4DF9-8B04-F2B77AAF0BDB}"/>
                </a:ext>
              </a:extLst>
            </p:cNvPr>
            <p:cNvSpPr>
              <a:spLocks noChangeAspect="1"/>
            </p:cNvSpPr>
            <p:nvPr>
              <p:custDataLst>
                <p:tags r:id="rId49"/>
              </p:custDataLst>
            </p:nvPr>
          </p:nvSpPr>
          <p:spPr>
            <a:xfrm>
              <a:off x="4334905" y="3282696"/>
              <a:ext cx="292608" cy="292608"/>
            </a:xfrm>
            <a:custGeom>
              <a:avLst/>
              <a:gdLst/>
              <a:ahLst/>
              <a:cxnLst/>
              <a:rect l="l" t="t" r="r" b="b"/>
              <a:pathLst>
                <a:path w="635000" h="635000">
                  <a:moveTo>
                    <a:pt x="317500" y="0"/>
                  </a:moveTo>
                  <a:arcTo wR="317500" hR="317500" stAng="16200000" swAng="2808000"/>
                  <a:lnTo>
                    <a:pt x="317500" y="317500"/>
                  </a:lnTo>
                  <a:close/>
                </a:path>
                <a:path w="635000" h="635000" fill="none">
                  <a:moveTo>
                    <a:pt x="548947" y="100156"/>
                  </a:moveTo>
                  <a:arcTo wR="317500" hR="317500" stAng="-2591999" swAng="18792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44" name="Harvey 14/100 [14]">
              <a:extLst>
                <a:ext uri="{FF2B5EF4-FFF2-40B4-BE49-F238E27FC236}">
                  <a16:creationId xmlns:a16="http://schemas.microsoft.com/office/drawing/2014/main" id="{F74357FC-EB3D-46C4-B56A-5007C9F4FB84}"/>
                </a:ext>
              </a:extLst>
            </p:cNvPr>
            <p:cNvSpPr>
              <a:spLocks noChangeAspect="1"/>
            </p:cNvSpPr>
            <p:nvPr>
              <p:custDataLst>
                <p:tags r:id="rId50"/>
              </p:custDataLst>
            </p:nvPr>
          </p:nvSpPr>
          <p:spPr>
            <a:xfrm>
              <a:off x="4334905" y="3282696"/>
              <a:ext cx="292608" cy="292608"/>
            </a:xfrm>
            <a:custGeom>
              <a:avLst/>
              <a:gdLst/>
              <a:ahLst/>
              <a:cxnLst/>
              <a:rect l="l" t="t" r="r" b="b"/>
              <a:pathLst>
                <a:path w="635000" h="635000">
                  <a:moveTo>
                    <a:pt x="317500" y="0"/>
                  </a:moveTo>
                  <a:arcTo wR="317500" hR="317500" stAng="16200000" swAng="3024000"/>
                  <a:lnTo>
                    <a:pt x="317500" y="317500"/>
                  </a:lnTo>
                  <a:close/>
                </a:path>
                <a:path w="635000" h="635000" fill="none">
                  <a:moveTo>
                    <a:pt x="562137" y="115117"/>
                  </a:moveTo>
                  <a:arcTo wR="317500" hR="317500" stAng="-2375999" swAng="1857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45" name="Harvey 15/100 [15]">
              <a:extLst>
                <a:ext uri="{FF2B5EF4-FFF2-40B4-BE49-F238E27FC236}">
                  <a16:creationId xmlns:a16="http://schemas.microsoft.com/office/drawing/2014/main" id="{32E8E8F3-9DBC-46F4-9700-CAF071913650}"/>
                </a:ext>
              </a:extLst>
            </p:cNvPr>
            <p:cNvSpPr>
              <a:spLocks noChangeAspect="1"/>
            </p:cNvSpPr>
            <p:nvPr>
              <p:custDataLst>
                <p:tags r:id="rId51"/>
              </p:custDataLst>
            </p:nvPr>
          </p:nvSpPr>
          <p:spPr>
            <a:xfrm>
              <a:off x="4334905" y="3282696"/>
              <a:ext cx="292608" cy="292608"/>
            </a:xfrm>
            <a:custGeom>
              <a:avLst/>
              <a:gdLst/>
              <a:ahLst/>
              <a:cxnLst/>
              <a:rect l="l" t="t" r="r" b="b"/>
              <a:pathLst>
                <a:path w="635000" h="635000">
                  <a:moveTo>
                    <a:pt x="317500" y="0"/>
                  </a:moveTo>
                  <a:arcTo wR="317500" hR="317500" stAng="16200000" swAng="3240000"/>
                  <a:lnTo>
                    <a:pt x="317500" y="317500"/>
                  </a:lnTo>
                  <a:close/>
                </a:path>
                <a:path w="635000" h="635000" fill="none">
                  <a:moveTo>
                    <a:pt x="574362" y="130878"/>
                  </a:moveTo>
                  <a:arcTo wR="317500" hR="317500" stAng="-2160000" swAng="18360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46" name="Harvey 16/100 [16]">
              <a:extLst>
                <a:ext uri="{FF2B5EF4-FFF2-40B4-BE49-F238E27FC236}">
                  <a16:creationId xmlns:a16="http://schemas.microsoft.com/office/drawing/2014/main" id="{71360883-3CF3-4439-9568-E456C60454A8}"/>
                </a:ext>
              </a:extLst>
            </p:cNvPr>
            <p:cNvSpPr>
              <a:spLocks noChangeAspect="1"/>
            </p:cNvSpPr>
            <p:nvPr>
              <p:custDataLst>
                <p:tags r:id="rId52"/>
              </p:custDataLst>
            </p:nvPr>
          </p:nvSpPr>
          <p:spPr>
            <a:xfrm>
              <a:off x="4334905" y="3282696"/>
              <a:ext cx="292608" cy="292608"/>
            </a:xfrm>
            <a:custGeom>
              <a:avLst/>
              <a:gdLst/>
              <a:ahLst/>
              <a:cxnLst/>
              <a:rect l="l" t="t" r="r" b="b"/>
              <a:pathLst>
                <a:path w="635000" h="635000">
                  <a:moveTo>
                    <a:pt x="317500" y="0"/>
                  </a:moveTo>
                  <a:arcTo wR="317500" hR="317500" stAng="16200000" swAng="3456000"/>
                  <a:lnTo>
                    <a:pt x="317500" y="317500"/>
                  </a:lnTo>
                  <a:close/>
                </a:path>
                <a:path w="635000" h="635000" fill="none">
                  <a:moveTo>
                    <a:pt x="585574" y="147374"/>
                  </a:moveTo>
                  <a:arcTo wR="317500" hR="317500" stAng="-1944000" swAng="18144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47" name="Harvey 17/100 [17]">
              <a:extLst>
                <a:ext uri="{FF2B5EF4-FFF2-40B4-BE49-F238E27FC236}">
                  <a16:creationId xmlns:a16="http://schemas.microsoft.com/office/drawing/2014/main" id="{AE88FC9E-FB95-4413-AE3E-B8BF504735B5}"/>
                </a:ext>
              </a:extLst>
            </p:cNvPr>
            <p:cNvSpPr>
              <a:spLocks noChangeAspect="1"/>
            </p:cNvSpPr>
            <p:nvPr>
              <p:custDataLst>
                <p:tags r:id="rId53"/>
              </p:custDataLst>
            </p:nvPr>
          </p:nvSpPr>
          <p:spPr>
            <a:xfrm>
              <a:off x="4334905" y="3282696"/>
              <a:ext cx="292608" cy="292608"/>
            </a:xfrm>
            <a:custGeom>
              <a:avLst/>
              <a:gdLst/>
              <a:ahLst/>
              <a:cxnLst/>
              <a:rect l="l" t="t" r="r" b="b"/>
              <a:pathLst>
                <a:path w="635000" h="635000">
                  <a:moveTo>
                    <a:pt x="317500" y="0"/>
                  </a:moveTo>
                  <a:arcTo wR="317500" hR="317500" stAng="16200000" swAng="3672000"/>
                  <a:lnTo>
                    <a:pt x="317500" y="317500"/>
                  </a:lnTo>
                  <a:close/>
                </a:path>
                <a:path w="635000" h="635000" fill="none">
                  <a:moveTo>
                    <a:pt x="595727" y="164543"/>
                  </a:moveTo>
                  <a:arcTo wR="317500" hR="317500" stAng="-1727999" swAng="17928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48" name="Harvey 18/100 [18]">
              <a:extLst>
                <a:ext uri="{FF2B5EF4-FFF2-40B4-BE49-F238E27FC236}">
                  <a16:creationId xmlns:a16="http://schemas.microsoft.com/office/drawing/2014/main" id="{62593B83-E4BE-4CE8-9B0B-25AF9B7D4254}"/>
                </a:ext>
              </a:extLst>
            </p:cNvPr>
            <p:cNvSpPr>
              <a:spLocks noChangeAspect="1"/>
            </p:cNvSpPr>
            <p:nvPr>
              <p:custDataLst>
                <p:tags r:id="rId54"/>
              </p:custDataLst>
            </p:nvPr>
          </p:nvSpPr>
          <p:spPr>
            <a:xfrm>
              <a:off x="4334905" y="3282696"/>
              <a:ext cx="292608" cy="292608"/>
            </a:xfrm>
            <a:custGeom>
              <a:avLst/>
              <a:gdLst/>
              <a:ahLst/>
              <a:cxnLst/>
              <a:rect l="l" t="t" r="r" b="b"/>
              <a:pathLst>
                <a:path w="635000" h="635000">
                  <a:moveTo>
                    <a:pt x="317500" y="0"/>
                  </a:moveTo>
                  <a:arcTo wR="317500" hR="317500" stAng="16200000" swAng="3888000"/>
                  <a:lnTo>
                    <a:pt x="317500" y="317500"/>
                  </a:lnTo>
                  <a:close/>
                </a:path>
                <a:path w="635000" h="635000" fill="none">
                  <a:moveTo>
                    <a:pt x="604782" y="182315"/>
                  </a:moveTo>
                  <a:arcTo wR="317500" hR="317500" stAng="-1512000" swAng="17712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49" name="Harvey 19/100 [19]">
              <a:extLst>
                <a:ext uri="{FF2B5EF4-FFF2-40B4-BE49-F238E27FC236}">
                  <a16:creationId xmlns:a16="http://schemas.microsoft.com/office/drawing/2014/main" id="{CD41838E-0172-403D-9B68-FD51310F5400}"/>
                </a:ext>
              </a:extLst>
            </p:cNvPr>
            <p:cNvSpPr>
              <a:spLocks noChangeAspect="1"/>
            </p:cNvSpPr>
            <p:nvPr>
              <p:custDataLst>
                <p:tags r:id="rId55"/>
              </p:custDataLst>
            </p:nvPr>
          </p:nvSpPr>
          <p:spPr>
            <a:xfrm>
              <a:off x="4334905" y="3282696"/>
              <a:ext cx="292608" cy="292608"/>
            </a:xfrm>
            <a:custGeom>
              <a:avLst/>
              <a:gdLst/>
              <a:ahLst/>
              <a:cxnLst/>
              <a:rect l="l" t="t" r="r" b="b"/>
              <a:pathLst>
                <a:path w="635000" h="635000">
                  <a:moveTo>
                    <a:pt x="317500" y="0"/>
                  </a:moveTo>
                  <a:arcTo wR="317500" hR="317500" stAng="16200000" swAng="4104000"/>
                  <a:lnTo>
                    <a:pt x="317500" y="317500"/>
                  </a:lnTo>
                  <a:close/>
                </a:path>
                <a:path w="635000" h="635000" fill="none">
                  <a:moveTo>
                    <a:pt x="612704" y="200620"/>
                  </a:moveTo>
                  <a:arcTo wR="317500" hR="317500" stAng="-1295999" swAng="1749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50" name="Harvey 20/100 [20]">
              <a:extLst>
                <a:ext uri="{FF2B5EF4-FFF2-40B4-BE49-F238E27FC236}">
                  <a16:creationId xmlns:a16="http://schemas.microsoft.com/office/drawing/2014/main" id="{EDE3F4CF-CB3E-40C2-B070-AC09F1E8FBD5}"/>
                </a:ext>
              </a:extLst>
            </p:cNvPr>
            <p:cNvSpPr>
              <a:spLocks noChangeAspect="1"/>
            </p:cNvSpPr>
            <p:nvPr>
              <p:custDataLst>
                <p:tags r:id="rId56"/>
              </p:custDataLst>
            </p:nvPr>
          </p:nvSpPr>
          <p:spPr>
            <a:xfrm>
              <a:off x="4334905" y="3282696"/>
              <a:ext cx="292608" cy="292608"/>
            </a:xfrm>
            <a:custGeom>
              <a:avLst/>
              <a:gdLst/>
              <a:ahLst/>
              <a:cxnLst/>
              <a:rect l="l" t="t" r="r" b="b"/>
              <a:pathLst>
                <a:path w="635000" h="635000">
                  <a:moveTo>
                    <a:pt x="317500" y="0"/>
                  </a:moveTo>
                  <a:arcTo wR="317500" hR="317500" stAng="16200000" swAng="4320000"/>
                  <a:lnTo>
                    <a:pt x="317500" y="317500"/>
                  </a:lnTo>
                  <a:close/>
                </a:path>
                <a:path w="635000" h="635000" fill="none">
                  <a:moveTo>
                    <a:pt x="619460" y="219387"/>
                  </a:moveTo>
                  <a:arcTo wR="317500" hR="317500" stAng="-1080000" swAng="17280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51" name="Harvey 21/100 [21]">
              <a:extLst>
                <a:ext uri="{FF2B5EF4-FFF2-40B4-BE49-F238E27FC236}">
                  <a16:creationId xmlns:a16="http://schemas.microsoft.com/office/drawing/2014/main" id="{CD8E25E7-83D2-4F78-92A7-435281704491}"/>
                </a:ext>
              </a:extLst>
            </p:cNvPr>
            <p:cNvSpPr>
              <a:spLocks noChangeAspect="1"/>
            </p:cNvSpPr>
            <p:nvPr>
              <p:custDataLst>
                <p:tags r:id="rId57"/>
              </p:custDataLst>
            </p:nvPr>
          </p:nvSpPr>
          <p:spPr>
            <a:xfrm>
              <a:off x="4334905" y="3282696"/>
              <a:ext cx="292608" cy="292608"/>
            </a:xfrm>
            <a:custGeom>
              <a:avLst/>
              <a:gdLst/>
              <a:ahLst/>
              <a:cxnLst/>
              <a:rect l="l" t="t" r="r" b="b"/>
              <a:pathLst>
                <a:path w="635000" h="635000">
                  <a:moveTo>
                    <a:pt x="317500" y="0"/>
                  </a:moveTo>
                  <a:arcTo wR="317500" hR="317500" stAng="16200000" swAng="4536000"/>
                  <a:lnTo>
                    <a:pt x="317500" y="317500"/>
                  </a:lnTo>
                  <a:close/>
                </a:path>
                <a:path w="635000" h="635000" fill="none">
                  <a:moveTo>
                    <a:pt x="625025" y="238540"/>
                  </a:moveTo>
                  <a:arcTo wR="317500" hR="317500" stAng="-864000" swAng="17064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52" name="Harvey 22/100 [22]">
              <a:extLst>
                <a:ext uri="{FF2B5EF4-FFF2-40B4-BE49-F238E27FC236}">
                  <a16:creationId xmlns:a16="http://schemas.microsoft.com/office/drawing/2014/main" id="{C6A696FB-9EFC-47F6-9860-247C48C1FC3D}"/>
                </a:ext>
              </a:extLst>
            </p:cNvPr>
            <p:cNvSpPr>
              <a:spLocks noChangeAspect="1"/>
            </p:cNvSpPr>
            <p:nvPr>
              <p:custDataLst>
                <p:tags r:id="rId58"/>
              </p:custDataLst>
            </p:nvPr>
          </p:nvSpPr>
          <p:spPr>
            <a:xfrm>
              <a:off x="4334905" y="3282696"/>
              <a:ext cx="292608" cy="292608"/>
            </a:xfrm>
            <a:custGeom>
              <a:avLst/>
              <a:gdLst/>
              <a:ahLst/>
              <a:cxnLst/>
              <a:rect l="l" t="t" r="r" b="b"/>
              <a:pathLst>
                <a:path w="635000" h="635000">
                  <a:moveTo>
                    <a:pt x="317500" y="0"/>
                  </a:moveTo>
                  <a:arcTo wR="317500" hR="317500" stAng="16200000" swAng="4752000"/>
                  <a:lnTo>
                    <a:pt x="317500" y="317500"/>
                  </a:lnTo>
                  <a:close/>
                </a:path>
                <a:path w="635000" h="635000" fill="none">
                  <a:moveTo>
                    <a:pt x="629376" y="258006"/>
                  </a:moveTo>
                  <a:arcTo wR="317500" hR="317500" stAng="-647999" swAng="16848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53" name="Harvey 23/100 [23]">
              <a:extLst>
                <a:ext uri="{FF2B5EF4-FFF2-40B4-BE49-F238E27FC236}">
                  <a16:creationId xmlns:a16="http://schemas.microsoft.com/office/drawing/2014/main" id="{252958D2-EE89-4FBF-BF7B-C8AFAD704413}"/>
                </a:ext>
              </a:extLst>
            </p:cNvPr>
            <p:cNvSpPr>
              <a:spLocks noChangeAspect="1"/>
            </p:cNvSpPr>
            <p:nvPr>
              <p:custDataLst>
                <p:tags r:id="rId59"/>
              </p:custDataLst>
            </p:nvPr>
          </p:nvSpPr>
          <p:spPr>
            <a:xfrm>
              <a:off x="4334905" y="3282696"/>
              <a:ext cx="292608" cy="292608"/>
            </a:xfrm>
            <a:custGeom>
              <a:avLst/>
              <a:gdLst/>
              <a:ahLst/>
              <a:cxnLst/>
              <a:rect l="l" t="t" r="r" b="b"/>
              <a:pathLst>
                <a:path w="635000" h="635000">
                  <a:moveTo>
                    <a:pt x="317500" y="0"/>
                  </a:moveTo>
                  <a:arcTo wR="317500" hR="317500" stAng="16200000" swAng="4968000"/>
                  <a:lnTo>
                    <a:pt x="317500" y="317500"/>
                  </a:lnTo>
                  <a:close/>
                </a:path>
                <a:path w="635000" h="635000" fill="none">
                  <a:moveTo>
                    <a:pt x="632496" y="277706"/>
                  </a:moveTo>
                  <a:arcTo wR="317500" hR="317500" stAng="-432000" swAng="16632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54" name="Harvey 24/100 [24]">
              <a:extLst>
                <a:ext uri="{FF2B5EF4-FFF2-40B4-BE49-F238E27FC236}">
                  <a16:creationId xmlns:a16="http://schemas.microsoft.com/office/drawing/2014/main" id="{314E82DC-04B6-406C-9D65-1115F4D2AA22}"/>
                </a:ext>
              </a:extLst>
            </p:cNvPr>
            <p:cNvSpPr>
              <a:spLocks noChangeAspect="1"/>
            </p:cNvSpPr>
            <p:nvPr>
              <p:custDataLst>
                <p:tags r:id="rId60"/>
              </p:custDataLst>
            </p:nvPr>
          </p:nvSpPr>
          <p:spPr>
            <a:xfrm>
              <a:off x="4334905" y="3282696"/>
              <a:ext cx="292608" cy="292608"/>
            </a:xfrm>
            <a:custGeom>
              <a:avLst/>
              <a:gdLst/>
              <a:ahLst/>
              <a:cxnLst/>
              <a:rect l="l" t="t" r="r" b="b"/>
              <a:pathLst>
                <a:path w="635000" h="635000">
                  <a:moveTo>
                    <a:pt x="317500" y="0"/>
                  </a:moveTo>
                  <a:arcTo wR="317500" hR="317500" stAng="16200000" swAng="5183999"/>
                  <a:lnTo>
                    <a:pt x="317500" y="317500"/>
                  </a:lnTo>
                  <a:close/>
                </a:path>
                <a:path w="635000" h="635000" fill="none">
                  <a:moveTo>
                    <a:pt x="634373" y="297564"/>
                  </a:moveTo>
                  <a:arcTo wR="317500" hR="317500" stAng="-216000" swAng="1641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55" name="Harvey 25/100 [25]">
              <a:extLst>
                <a:ext uri="{FF2B5EF4-FFF2-40B4-BE49-F238E27FC236}">
                  <a16:creationId xmlns:a16="http://schemas.microsoft.com/office/drawing/2014/main" id="{669D1B60-A74F-4296-8610-F3DCDDC15022}"/>
                </a:ext>
              </a:extLst>
            </p:cNvPr>
            <p:cNvSpPr>
              <a:spLocks noChangeAspect="1"/>
            </p:cNvSpPr>
            <p:nvPr>
              <p:custDataLst>
                <p:tags r:id="rId61"/>
              </p:custDataLst>
            </p:nvPr>
          </p:nvSpPr>
          <p:spPr>
            <a:xfrm>
              <a:off x="4334905" y="3282696"/>
              <a:ext cx="292608" cy="292608"/>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56" name="Harvey 26/100 [26]">
              <a:extLst>
                <a:ext uri="{FF2B5EF4-FFF2-40B4-BE49-F238E27FC236}">
                  <a16:creationId xmlns:a16="http://schemas.microsoft.com/office/drawing/2014/main" id="{FF6DD112-04B6-4656-AB9D-1F9950FEE2D9}"/>
                </a:ext>
              </a:extLst>
            </p:cNvPr>
            <p:cNvSpPr>
              <a:spLocks noChangeAspect="1"/>
            </p:cNvSpPr>
            <p:nvPr>
              <p:custDataLst>
                <p:tags r:id="rId62"/>
              </p:custDataLst>
            </p:nvPr>
          </p:nvSpPr>
          <p:spPr>
            <a:xfrm>
              <a:off x="4334905" y="3282696"/>
              <a:ext cx="292608" cy="292608"/>
            </a:xfrm>
            <a:custGeom>
              <a:avLst/>
              <a:gdLst/>
              <a:ahLst/>
              <a:cxnLst/>
              <a:rect l="l" t="t" r="r" b="b"/>
              <a:pathLst>
                <a:path w="635000" h="635000">
                  <a:moveTo>
                    <a:pt x="317500" y="0"/>
                  </a:moveTo>
                  <a:arcTo wR="317500" hR="317500" stAng="16200000" swAng="5616000"/>
                  <a:lnTo>
                    <a:pt x="317500" y="317500"/>
                  </a:lnTo>
                  <a:close/>
                </a:path>
                <a:path w="635000" h="635000" fill="none">
                  <a:moveTo>
                    <a:pt x="634373" y="337435"/>
                  </a:moveTo>
                  <a:arcTo wR="317500" hR="317500" stAng="216000" swAng="15983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57" name="Harvey 27/100 [27]">
              <a:extLst>
                <a:ext uri="{FF2B5EF4-FFF2-40B4-BE49-F238E27FC236}">
                  <a16:creationId xmlns:a16="http://schemas.microsoft.com/office/drawing/2014/main" id="{E2928B53-FC5C-427C-AE65-9286773D84B2}"/>
                </a:ext>
              </a:extLst>
            </p:cNvPr>
            <p:cNvSpPr>
              <a:spLocks noChangeAspect="1"/>
            </p:cNvSpPr>
            <p:nvPr>
              <p:custDataLst>
                <p:tags r:id="rId63"/>
              </p:custDataLst>
            </p:nvPr>
          </p:nvSpPr>
          <p:spPr>
            <a:xfrm>
              <a:off x="4334905" y="3282696"/>
              <a:ext cx="292608" cy="292608"/>
            </a:xfrm>
            <a:custGeom>
              <a:avLst/>
              <a:gdLst/>
              <a:ahLst/>
              <a:cxnLst/>
              <a:rect l="l" t="t" r="r" b="b"/>
              <a:pathLst>
                <a:path w="635000" h="635000">
                  <a:moveTo>
                    <a:pt x="317500" y="0"/>
                  </a:moveTo>
                  <a:arcTo wR="317500" hR="317500" stAng="16200000" swAng="5832000"/>
                  <a:lnTo>
                    <a:pt x="317500" y="317500"/>
                  </a:lnTo>
                  <a:close/>
                </a:path>
                <a:path w="635000" h="635000" fill="none">
                  <a:moveTo>
                    <a:pt x="632496" y="357293"/>
                  </a:moveTo>
                  <a:arcTo wR="317500" hR="317500" stAng="432000" swAng="15768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58" name="Harvey 28/100 [28]">
              <a:extLst>
                <a:ext uri="{FF2B5EF4-FFF2-40B4-BE49-F238E27FC236}">
                  <a16:creationId xmlns:a16="http://schemas.microsoft.com/office/drawing/2014/main" id="{D8CF4F20-8FEC-47FF-9B86-E818143B2C19}"/>
                </a:ext>
              </a:extLst>
            </p:cNvPr>
            <p:cNvSpPr>
              <a:spLocks noChangeAspect="1"/>
            </p:cNvSpPr>
            <p:nvPr>
              <p:custDataLst>
                <p:tags r:id="rId64"/>
              </p:custDataLst>
            </p:nvPr>
          </p:nvSpPr>
          <p:spPr>
            <a:xfrm>
              <a:off x="4334905" y="3282696"/>
              <a:ext cx="292608" cy="292608"/>
            </a:xfrm>
            <a:custGeom>
              <a:avLst/>
              <a:gdLst/>
              <a:ahLst/>
              <a:cxnLst/>
              <a:rect l="l" t="t" r="r" b="b"/>
              <a:pathLst>
                <a:path w="635000" h="635000">
                  <a:moveTo>
                    <a:pt x="317500" y="0"/>
                  </a:moveTo>
                  <a:arcTo wR="317500" hR="317500" stAng="16200000" swAng="6048000"/>
                  <a:lnTo>
                    <a:pt x="317500" y="317500"/>
                  </a:lnTo>
                  <a:close/>
                </a:path>
                <a:path w="635000" h="635000" fill="none">
                  <a:moveTo>
                    <a:pt x="629376" y="376993"/>
                  </a:moveTo>
                  <a:arcTo wR="317500" hR="317500" stAng="648000" swAng="15552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59" name="Harvey 29/100 [29]">
              <a:extLst>
                <a:ext uri="{FF2B5EF4-FFF2-40B4-BE49-F238E27FC236}">
                  <a16:creationId xmlns:a16="http://schemas.microsoft.com/office/drawing/2014/main" id="{E1AF074D-4599-4D0E-8078-66303FEBDE44}"/>
                </a:ext>
              </a:extLst>
            </p:cNvPr>
            <p:cNvSpPr>
              <a:spLocks noChangeAspect="1"/>
            </p:cNvSpPr>
            <p:nvPr>
              <p:custDataLst>
                <p:tags r:id="rId65"/>
              </p:custDataLst>
            </p:nvPr>
          </p:nvSpPr>
          <p:spPr>
            <a:xfrm>
              <a:off x="4334905" y="3282696"/>
              <a:ext cx="292608" cy="292608"/>
            </a:xfrm>
            <a:custGeom>
              <a:avLst/>
              <a:gdLst/>
              <a:ahLst/>
              <a:cxnLst/>
              <a:rect l="l" t="t" r="r" b="b"/>
              <a:pathLst>
                <a:path w="635000" h="635000">
                  <a:moveTo>
                    <a:pt x="317500" y="0"/>
                  </a:moveTo>
                  <a:arcTo wR="317500" hR="317500" stAng="16200000" swAng="6263999"/>
                  <a:lnTo>
                    <a:pt x="317500" y="317500"/>
                  </a:lnTo>
                  <a:close/>
                </a:path>
                <a:path w="635000" h="635000" fill="none">
                  <a:moveTo>
                    <a:pt x="625025" y="396459"/>
                  </a:moveTo>
                  <a:arcTo wR="317500" hR="317500" stAng="863999" swAng="1533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60" name="Harvey 30/100 [30]">
              <a:extLst>
                <a:ext uri="{FF2B5EF4-FFF2-40B4-BE49-F238E27FC236}">
                  <a16:creationId xmlns:a16="http://schemas.microsoft.com/office/drawing/2014/main" id="{2DF9C982-C062-4899-8A5F-20F49AD9E1B5}"/>
                </a:ext>
              </a:extLst>
            </p:cNvPr>
            <p:cNvSpPr>
              <a:spLocks noChangeAspect="1"/>
            </p:cNvSpPr>
            <p:nvPr>
              <p:custDataLst>
                <p:tags r:id="rId66"/>
              </p:custDataLst>
            </p:nvPr>
          </p:nvSpPr>
          <p:spPr>
            <a:xfrm>
              <a:off x="4334905" y="3282696"/>
              <a:ext cx="292608" cy="292608"/>
            </a:xfrm>
            <a:custGeom>
              <a:avLst/>
              <a:gdLst/>
              <a:ahLst/>
              <a:cxnLst/>
              <a:rect l="l" t="t" r="r" b="b"/>
              <a:pathLst>
                <a:path w="635000" h="635000">
                  <a:moveTo>
                    <a:pt x="317500" y="0"/>
                  </a:moveTo>
                  <a:arcTo wR="317500" hR="317500" stAng="16200000" swAng="6480000"/>
                  <a:lnTo>
                    <a:pt x="317500" y="317500"/>
                  </a:lnTo>
                  <a:close/>
                </a:path>
                <a:path w="635000" h="635000" fill="none">
                  <a:moveTo>
                    <a:pt x="619460" y="415612"/>
                  </a:moveTo>
                  <a:arcTo wR="317500" hR="317500" stAng="1080000" swAng="15119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61" name="Harvey 31/100 [31]">
              <a:extLst>
                <a:ext uri="{FF2B5EF4-FFF2-40B4-BE49-F238E27FC236}">
                  <a16:creationId xmlns:a16="http://schemas.microsoft.com/office/drawing/2014/main" id="{E98CD797-9DD9-4143-9058-D1ABF95E7406}"/>
                </a:ext>
              </a:extLst>
            </p:cNvPr>
            <p:cNvSpPr>
              <a:spLocks noChangeAspect="1"/>
            </p:cNvSpPr>
            <p:nvPr>
              <p:custDataLst>
                <p:tags r:id="rId67"/>
              </p:custDataLst>
            </p:nvPr>
          </p:nvSpPr>
          <p:spPr>
            <a:xfrm>
              <a:off x="4334905" y="3282696"/>
              <a:ext cx="292608" cy="292608"/>
            </a:xfrm>
            <a:custGeom>
              <a:avLst/>
              <a:gdLst/>
              <a:ahLst/>
              <a:cxnLst/>
              <a:rect l="l" t="t" r="r" b="b"/>
              <a:pathLst>
                <a:path w="635000" h="635000">
                  <a:moveTo>
                    <a:pt x="317500" y="0"/>
                  </a:moveTo>
                  <a:arcTo wR="317500" hR="317500" stAng="16200000" swAng="6696000"/>
                  <a:lnTo>
                    <a:pt x="317500" y="317500"/>
                  </a:lnTo>
                  <a:close/>
                </a:path>
                <a:path w="635000" h="635000" fill="none">
                  <a:moveTo>
                    <a:pt x="612704" y="434379"/>
                  </a:moveTo>
                  <a:arcTo wR="317500" hR="317500" stAng="1295999" swAng="14903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62" name="Harvey 32/100 [32]">
              <a:extLst>
                <a:ext uri="{FF2B5EF4-FFF2-40B4-BE49-F238E27FC236}">
                  <a16:creationId xmlns:a16="http://schemas.microsoft.com/office/drawing/2014/main" id="{39029FE4-844F-47DA-8FEF-FB68673FF10C}"/>
                </a:ext>
              </a:extLst>
            </p:cNvPr>
            <p:cNvSpPr>
              <a:spLocks noChangeAspect="1"/>
            </p:cNvSpPr>
            <p:nvPr>
              <p:custDataLst>
                <p:tags r:id="rId68"/>
              </p:custDataLst>
            </p:nvPr>
          </p:nvSpPr>
          <p:spPr>
            <a:xfrm>
              <a:off x="4334905" y="3282696"/>
              <a:ext cx="292608" cy="292608"/>
            </a:xfrm>
            <a:custGeom>
              <a:avLst/>
              <a:gdLst/>
              <a:ahLst/>
              <a:cxnLst/>
              <a:rect l="l" t="t" r="r" b="b"/>
              <a:pathLst>
                <a:path w="635000" h="635000">
                  <a:moveTo>
                    <a:pt x="317500" y="0"/>
                  </a:moveTo>
                  <a:arcTo wR="317500" hR="317500" stAng="16200000" swAng="6912000"/>
                  <a:lnTo>
                    <a:pt x="317500" y="317500"/>
                  </a:lnTo>
                  <a:close/>
                </a:path>
                <a:path w="635000" h="635000" fill="none">
                  <a:moveTo>
                    <a:pt x="604782" y="452684"/>
                  </a:moveTo>
                  <a:arcTo wR="317500" hR="317500" stAng="1512000" swAng="14687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63" name="Harvey 33/100 [33]">
              <a:extLst>
                <a:ext uri="{FF2B5EF4-FFF2-40B4-BE49-F238E27FC236}">
                  <a16:creationId xmlns:a16="http://schemas.microsoft.com/office/drawing/2014/main" id="{B99AA4D4-9C74-447B-89EF-8FD268FF95EE}"/>
                </a:ext>
              </a:extLst>
            </p:cNvPr>
            <p:cNvSpPr>
              <a:spLocks noChangeAspect="1"/>
            </p:cNvSpPr>
            <p:nvPr>
              <p:custDataLst>
                <p:tags r:id="rId69"/>
              </p:custDataLst>
            </p:nvPr>
          </p:nvSpPr>
          <p:spPr>
            <a:xfrm>
              <a:off x="4334905" y="3282696"/>
              <a:ext cx="292608" cy="292608"/>
            </a:xfrm>
            <a:custGeom>
              <a:avLst/>
              <a:gdLst/>
              <a:ahLst/>
              <a:cxnLst/>
              <a:rect l="l" t="t" r="r" b="b"/>
              <a:pathLst>
                <a:path w="635000" h="635000">
                  <a:moveTo>
                    <a:pt x="317500" y="0"/>
                  </a:moveTo>
                  <a:arcTo wR="317500" hR="317500" stAng="16200000" swAng="7128000"/>
                  <a:lnTo>
                    <a:pt x="317500" y="317500"/>
                  </a:lnTo>
                  <a:close/>
                </a:path>
                <a:path w="635000" h="635000" fill="none">
                  <a:moveTo>
                    <a:pt x="595727" y="470456"/>
                  </a:moveTo>
                  <a:arcTo wR="317500" hR="317500" stAng="1728000" swAng="14472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64" name="Harvey 34/100 [34]">
              <a:extLst>
                <a:ext uri="{FF2B5EF4-FFF2-40B4-BE49-F238E27FC236}">
                  <a16:creationId xmlns:a16="http://schemas.microsoft.com/office/drawing/2014/main" id="{0880CCDE-4DDE-49A8-AFB2-FDDCE314B4D3}"/>
                </a:ext>
              </a:extLst>
            </p:cNvPr>
            <p:cNvSpPr>
              <a:spLocks noChangeAspect="1"/>
            </p:cNvSpPr>
            <p:nvPr>
              <p:custDataLst>
                <p:tags r:id="rId70"/>
              </p:custDataLst>
            </p:nvPr>
          </p:nvSpPr>
          <p:spPr>
            <a:xfrm>
              <a:off x="4334905" y="3282696"/>
              <a:ext cx="292608" cy="292608"/>
            </a:xfrm>
            <a:custGeom>
              <a:avLst/>
              <a:gdLst/>
              <a:ahLst/>
              <a:cxnLst/>
              <a:rect l="l" t="t" r="r" b="b"/>
              <a:pathLst>
                <a:path w="635000" h="635000">
                  <a:moveTo>
                    <a:pt x="317500" y="0"/>
                  </a:moveTo>
                  <a:arcTo wR="317500" hR="317500" stAng="16200000" swAng="7344000"/>
                  <a:lnTo>
                    <a:pt x="317500" y="317500"/>
                  </a:lnTo>
                  <a:close/>
                </a:path>
                <a:path w="635000" h="635000" fill="none">
                  <a:moveTo>
                    <a:pt x="585574" y="487625"/>
                  </a:moveTo>
                  <a:arcTo wR="317500" hR="317500" stAng="1944000" swAng="14255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65" name="Harvey 35/100 [35]">
              <a:extLst>
                <a:ext uri="{FF2B5EF4-FFF2-40B4-BE49-F238E27FC236}">
                  <a16:creationId xmlns:a16="http://schemas.microsoft.com/office/drawing/2014/main" id="{F37E834A-F9D8-4623-BC85-60359856CCD0}"/>
                </a:ext>
              </a:extLst>
            </p:cNvPr>
            <p:cNvSpPr>
              <a:spLocks noChangeAspect="1"/>
            </p:cNvSpPr>
            <p:nvPr>
              <p:custDataLst>
                <p:tags r:id="rId71"/>
              </p:custDataLst>
            </p:nvPr>
          </p:nvSpPr>
          <p:spPr>
            <a:xfrm>
              <a:off x="4334905" y="3282696"/>
              <a:ext cx="292608" cy="292608"/>
            </a:xfrm>
            <a:custGeom>
              <a:avLst/>
              <a:gdLst/>
              <a:ahLst/>
              <a:cxnLst/>
              <a:rect l="l" t="t" r="r" b="b"/>
              <a:pathLst>
                <a:path w="635000" h="635000">
                  <a:moveTo>
                    <a:pt x="317500" y="0"/>
                  </a:moveTo>
                  <a:arcTo wR="317500" hR="317500" stAng="16200000" swAng="7559999"/>
                  <a:lnTo>
                    <a:pt x="317500" y="317500"/>
                  </a:lnTo>
                  <a:close/>
                </a:path>
                <a:path w="635000" h="635000" fill="none">
                  <a:moveTo>
                    <a:pt x="574362" y="504121"/>
                  </a:moveTo>
                  <a:arcTo wR="317500" hR="317500" stAng="2159999" swAng="14040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66" name="Harvey 36/100 [36]">
              <a:extLst>
                <a:ext uri="{FF2B5EF4-FFF2-40B4-BE49-F238E27FC236}">
                  <a16:creationId xmlns:a16="http://schemas.microsoft.com/office/drawing/2014/main" id="{15163940-B229-4368-B727-3714123C78AB}"/>
                </a:ext>
              </a:extLst>
            </p:cNvPr>
            <p:cNvSpPr>
              <a:spLocks noChangeAspect="1"/>
            </p:cNvSpPr>
            <p:nvPr>
              <p:custDataLst>
                <p:tags r:id="rId72"/>
              </p:custDataLst>
            </p:nvPr>
          </p:nvSpPr>
          <p:spPr>
            <a:xfrm>
              <a:off x="4334905" y="3282696"/>
              <a:ext cx="292608" cy="292608"/>
            </a:xfrm>
            <a:custGeom>
              <a:avLst/>
              <a:gdLst/>
              <a:ahLst/>
              <a:cxnLst/>
              <a:rect l="l" t="t" r="r" b="b"/>
              <a:pathLst>
                <a:path w="635000" h="635000">
                  <a:moveTo>
                    <a:pt x="317500" y="0"/>
                  </a:moveTo>
                  <a:arcTo wR="317500" hR="317500" stAng="16200000" swAng="7776000"/>
                  <a:lnTo>
                    <a:pt x="317500" y="317500"/>
                  </a:lnTo>
                  <a:close/>
                </a:path>
                <a:path w="635000" h="635000" fill="none">
                  <a:moveTo>
                    <a:pt x="562137" y="519882"/>
                  </a:moveTo>
                  <a:arcTo wR="317500" hR="317500" stAng="2375999" swAng="13824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67" name="Harvey 37/100 [37]">
              <a:extLst>
                <a:ext uri="{FF2B5EF4-FFF2-40B4-BE49-F238E27FC236}">
                  <a16:creationId xmlns:a16="http://schemas.microsoft.com/office/drawing/2014/main" id="{64BAECDC-27C7-4333-B9D8-59DE42A1B1AA}"/>
                </a:ext>
              </a:extLst>
            </p:cNvPr>
            <p:cNvSpPr>
              <a:spLocks noChangeAspect="1"/>
            </p:cNvSpPr>
            <p:nvPr>
              <p:custDataLst>
                <p:tags r:id="rId73"/>
              </p:custDataLst>
            </p:nvPr>
          </p:nvSpPr>
          <p:spPr>
            <a:xfrm>
              <a:off x="4334905" y="3282696"/>
              <a:ext cx="292608" cy="292608"/>
            </a:xfrm>
            <a:custGeom>
              <a:avLst/>
              <a:gdLst/>
              <a:ahLst/>
              <a:cxnLst/>
              <a:rect l="l" t="t" r="r" b="b"/>
              <a:pathLst>
                <a:path w="635000" h="635000">
                  <a:moveTo>
                    <a:pt x="317500" y="0"/>
                  </a:moveTo>
                  <a:arcTo wR="317500" hR="317500" stAng="16200000" swAng="7991999"/>
                  <a:lnTo>
                    <a:pt x="317500" y="317500"/>
                  </a:lnTo>
                  <a:close/>
                </a:path>
                <a:path w="635000" h="635000" fill="none">
                  <a:moveTo>
                    <a:pt x="548947" y="534843"/>
                  </a:moveTo>
                  <a:arcTo wR="317500" hR="317500" stAng="2591999" swAng="13608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68" name="Harvey 38/100 [38]">
              <a:extLst>
                <a:ext uri="{FF2B5EF4-FFF2-40B4-BE49-F238E27FC236}">
                  <a16:creationId xmlns:a16="http://schemas.microsoft.com/office/drawing/2014/main" id="{4F018A0A-A74A-4E47-BC47-203679D4F8C0}"/>
                </a:ext>
              </a:extLst>
            </p:cNvPr>
            <p:cNvSpPr>
              <a:spLocks noChangeAspect="1"/>
            </p:cNvSpPr>
            <p:nvPr>
              <p:custDataLst>
                <p:tags r:id="rId74"/>
              </p:custDataLst>
            </p:nvPr>
          </p:nvSpPr>
          <p:spPr>
            <a:xfrm>
              <a:off x="4334905" y="3282696"/>
              <a:ext cx="292608" cy="292608"/>
            </a:xfrm>
            <a:custGeom>
              <a:avLst/>
              <a:gdLst/>
              <a:ahLst/>
              <a:cxnLst/>
              <a:rect l="l" t="t" r="r" b="b"/>
              <a:pathLst>
                <a:path w="635000" h="635000">
                  <a:moveTo>
                    <a:pt x="317500" y="0"/>
                  </a:moveTo>
                  <a:arcTo wR="317500" hR="317500" stAng="16200000" swAng="8208000"/>
                  <a:lnTo>
                    <a:pt x="317500" y="317500"/>
                  </a:lnTo>
                  <a:close/>
                </a:path>
                <a:path w="635000" h="635000" fill="none">
                  <a:moveTo>
                    <a:pt x="534843" y="548947"/>
                  </a:moveTo>
                  <a:arcTo wR="317500" hR="317500" stAng="2808000" swAng="13392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69" name="Harvey 39/100 [39]">
              <a:extLst>
                <a:ext uri="{FF2B5EF4-FFF2-40B4-BE49-F238E27FC236}">
                  <a16:creationId xmlns:a16="http://schemas.microsoft.com/office/drawing/2014/main" id="{ACA75957-9FDB-46A2-82EC-77103CBEAC52}"/>
                </a:ext>
              </a:extLst>
            </p:cNvPr>
            <p:cNvSpPr>
              <a:spLocks noChangeAspect="1"/>
            </p:cNvSpPr>
            <p:nvPr>
              <p:custDataLst>
                <p:tags r:id="rId75"/>
              </p:custDataLst>
            </p:nvPr>
          </p:nvSpPr>
          <p:spPr>
            <a:xfrm>
              <a:off x="4334905" y="3282696"/>
              <a:ext cx="292608" cy="292608"/>
            </a:xfrm>
            <a:custGeom>
              <a:avLst/>
              <a:gdLst/>
              <a:ahLst/>
              <a:cxnLst/>
              <a:rect l="l" t="t" r="r" b="b"/>
              <a:pathLst>
                <a:path w="635000" h="635000">
                  <a:moveTo>
                    <a:pt x="317500" y="0"/>
                  </a:moveTo>
                  <a:arcTo wR="317500" hR="317500" stAng="16200000" swAng="8424000"/>
                  <a:lnTo>
                    <a:pt x="317500" y="317500"/>
                  </a:lnTo>
                  <a:close/>
                </a:path>
                <a:path w="635000" h="635000" fill="none">
                  <a:moveTo>
                    <a:pt x="519882" y="562137"/>
                  </a:moveTo>
                  <a:arcTo wR="317500" hR="317500" stAng="3024000" swAng="1317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70" name="Harvey 40/100 [40]">
              <a:extLst>
                <a:ext uri="{FF2B5EF4-FFF2-40B4-BE49-F238E27FC236}">
                  <a16:creationId xmlns:a16="http://schemas.microsoft.com/office/drawing/2014/main" id="{025DFA7F-A073-422A-8D20-E27D1ABE4342}"/>
                </a:ext>
              </a:extLst>
            </p:cNvPr>
            <p:cNvSpPr>
              <a:spLocks noChangeAspect="1"/>
            </p:cNvSpPr>
            <p:nvPr>
              <p:custDataLst>
                <p:tags r:id="rId76"/>
              </p:custDataLst>
            </p:nvPr>
          </p:nvSpPr>
          <p:spPr>
            <a:xfrm>
              <a:off x="4334905" y="3282696"/>
              <a:ext cx="292608" cy="292608"/>
            </a:xfrm>
            <a:custGeom>
              <a:avLst/>
              <a:gdLst/>
              <a:ahLst/>
              <a:cxnLst/>
              <a:rect l="l" t="t" r="r" b="b"/>
              <a:pathLst>
                <a:path w="635000" h="635000">
                  <a:moveTo>
                    <a:pt x="317500" y="0"/>
                  </a:moveTo>
                  <a:arcTo wR="317500" hR="317500" stAng="16200000" swAng="8640000"/>
                  <a:lnTo>
                    <a:pt x="317500" y="317500"/>
                  </a:lnTo>
                  <a:close/>
                </a:path>
                <a:path w="635000" h="635000" fill="none">
                  <a:moveTo>
                    <a:pt x="504121" y="574362"/>
                  </a:moveTo>
                  <a:arcTo wR="317500" hR="317500" stAng="3240000" swAng="12960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71" name="Harvey 41/100 [41]">
              <a:extLst>
                <a:ext uri="{FF2B5EF4-FFF2-40B4-BE49-F238E27FC236}">
                  <a16:creationId xmlns:a16="http://schemas.microsoft.com/office/drawing/2014/main" id="{BF311CE9-A4CB-4965-8F0F-5B6811E9FB20}"/>
                </a:ext>
              </a:extLst>
            </p:cNvPr>
            <p:cNvSpPr>
              <a:spLocks noChangeAspect="1"/>
            </p:cNvSpPr>
            <p:nvPr>
              <p:custDataLst>
                <p:tags r:id="rId77"/>
              </p:custDataLst>
            </p:nvPr>
          </p:nvSpPr>
          <p:spPr>
            <a:xfrm>
              <a:off x="4334905" y="3282696"/>
              <a:ext cx="292608" cy="292608"/>
            </a:xfrm>
            <a:custGeom>
              <a:avLst/>
              <a:gdLst/>
              <a:ahLst/>
              <a:cxnLst/>
              <a:rect l="l" t="t" r="r" b="b"/>
              <a:pathLst>
                <a:path w="635000" h="635000">
                  <a:moveTo>
                    <a:pt x="317500" y="0"/>
                  </a:moveTo>
                  <a:arcTo wR="317500" hR="317500" stAng="16200000" swAng="8856000"/>
                  <a:lnTo>
                    <a:pt x="317500" y="317500"/>
                  </a:lnTo>
                  <a:close/>
                </a:path>
                <a:path w="635000" h="635000" fill="none">
                  <a:moveTo>
                    <a:pt x="487625" y="585574"/>
                  </a:moveTo>
                  <a:arcTo wR="317500" hR="317500" stAng="3455999" swAng="12744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72" name="Harvey 42/100 [42]">
              <a:extLst>
                <a:ext uri="{FF2B5EF4-FFF2-40B4-BE49-F238E27FC236}">
                  <a16:creationId xmlns:a16="http://schemas.microsoft.com/office/drawing/2014/main" id="{1B415A3D-1E85-4E6A-8BAB-3BB56600BA4F}"/>
                </a:ext>
              </a:extLst>
            </p:cNvPr>
            <p:cNvSpPr>
              <a:spLocks noChangeAspect="1"/>
            </p:cNvSpPr>
            <p:nvPr>
              <p:custDataLst>
                <p:tags r:id="rId78"/>
              </p:custDataLst>
            </p:nvPr>
          </p:nvSpPr>
          <p:spPr>
            <a:xfrm>
              <a:off x="4334905" y="3282696"/>
              <a:ext cx="292608" cy="292608"/>
            </a:xfrm>
            <a:custGeom>
              <a:avLst/>
              <a:gdLst/>
              <a:ahLst/>
              <a:cxnLst/>
              <a:rect l="l" t="t" r="r" b="b"/>
              <a:pathLst>
                <a:path w="635000" h="635000">
                  <a:moveTo>
                    <a:pt x="317500" y="0"/>
                  </a:moveTo>
                  <a:arcTo wR="317500" hR="317500" stAng="16200000" swAng="9072000"/>
                  <a:lnTo>
                    <a:pt x="317500" y="317500"/>
                  </a:lnTo>
                  <a:close/>
                </a:path>
                <a:path w="635000" h="635000" fill="none">
                  <a:moveTo>
                    <a:pt x="470456" y="595727"/>
                  </a:moveTo>
                  <a:arcTo wR="317500" hR="317500" stAng="3671999" swAng="12528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73" name="Harvey 43/100 [43]">
              <a:extLst>
                <a:ext uri="{FF2B5EF4-FFF2-40B4-BE49-F238E27FC236}">
                  <a16:creationId xmlns:a16="http://schemas.microsoft.com/office/drawing/2014/main" id="{7EAD6077-4487-4E7D-846D-445E65B5291C}"/>
                </a:ext>
              </a:extLst>
            </p:cNvPr>
            <p:cNvSpPr>
              <a:spLocks noChangeAspect="1"/>
            </p:cNvSpPr>
            <p:nvPr>
              <p:custDataLst>
                <p:tags r:id="rId79"/>
              </p:custDataLst>
            </p:nvPr>
          </p:nvSpPr>
          <p:spPr>
            <a:xfrm>
              <a:off x="4334905" y="3282696"/>
              <a:ext cx="292608" cy="292608"/>
            </a:xfrm>
            <a:custGeom>
              <a:avLst/>
              <a:gdLst/>
              <a:ahLst/>
              <a:cxnLst/>
              <a:rect l="l" t="t" r="r" b="b"/>
              <a:pathLst>
                <a:path w="635000" h="635000">
                  <a:moveTo>
                    <a:pt x="317500" y="0"/>
                  </a:moveTo>
                  <a:arcTo wR="317500" hR="317500" stAng="16200000" swAng="9288000"/>
                  <a:lnTo>
                    <a:pt x="317500" y="317500"/>
                  </a:lnTo>
                  <a:close/>
                </a:path>
                <a:path w="635000" h="635000" fill="none">
                  <a:moveTo>
                    <a:pt x="452684" y="604782"/>
                  </a:moveTo>
                  <a:arcTo wR="317500" hR="317500" stAng="3888000" swAng="12312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74" name="Harvey 44/100 [44]">
              <a:extLst>
                <a:ext uri="{FF2B5EF4-FFF2-40B4-BE49-F238E27FC236}">
                  <a16:creationId xmlns:a16="http://schemas.microsoft.com/office/drawing/2014/main" id="{4B57ADAF-4A83-4CB4-8920-E2B9F994E83E}"/>
                </a:ext>
              </a:extLst>
            </p:cNvPr>
            <p:cNvSpPr>
              <a:spLocks noChangeAspect="1"/>
            </p:cNvSpPr>
            <p:nvPr>
              <p:custDataLst>
                <p:tags r:id="rId80"/>
              </p:custDataLst>
            </p:nvPr>
          </p:nvSpPr>
          <p:spPr>
            <a:xfrm>
              <a:off x="4334905" y="3282696"/>
              <a:ext cx="292608" cy="292608"/>
            </a:xfrm>
            <a:custGeom>
              <a:avLst/>
              <a:gdLst/>
              <a:ahLst/>
              <a:cxnLst/>
              <a:rect l="l" t="t" r="r" b="b"/>
              <a:pathLst>
                <a:path w="635000" h="635000">
                  <a:moveTo>
                    <a:pt x="317500" y="0"/>
                  </a:moveTo>
                  <a:arcTo wR="317500" hR="317500" stAng="16200000" swAng="9504000"/>
                  <a:lnTo>
                    <a:pt x="317500" y="317500"/>
                  </a:lnTo>
                  <a:close/>
                </a:path>
                <a:path w="635000" h="635000" fill="none">
                  <a:moveTo>
                    <a:pt x="434379" y="612704"/>
                  </a:moveTo>
                  <a:arcTo wR="317500" hR="317500" stAng="4104000" swAng="1209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75" name="Harvey 45/100 [45]">
              <a:extLst>
                <a:ext uri="{FF2B5EF4-FFF2-40B4-BE49-F238E27FC236}">
                  <a16:creationId xmlns:a16="http://schemas.microsoft.com/office/drawing/2014/main" id="{FF3E5416-AC43-4CBB-A32A-A966ED03106F}"/>
                </a:ext>
              </a:extLst>
            </p:cNvPr>
            <p:cNvSpPr>
              <a:spLocks noChangeAspect="1"/>
            </p:cNvSpPr>
            <p:nvPr>
              <p:custDataLst>
                <p:tags r:id="rId81"/>
              </p:custDataLst>
            </p:nvPr>
          </p:nvSpPr>
          <p:spPr>
            <a:xfrm>
              <a:off x="4334905" y="3282696"/>
              <a:ext cx="292608" cy="292608"/>
            </a:xfrm>
            <a:custGeom>
              <a:avLst/>
              <a:gdLst/>
              <a:ahLst/>
              <a:cxnLst/>
              <a:rect l="l" t="t" r="r" b="b"/>
              <a:pathLst>
                <a:path w="635000" h="635000">
                  <a:moveTo>
                    <a:pt x="317500" y="0"/>
                  </a:moveTo>
                  <a:arcTo wR="317500" hR="317500" stAng="16200000" swAng="9720000"/>
                  <a:lnTo>
                    <a:pt x="317500" y="317500"/>
                  </a:lnTo>
                  <a:close/>
                </a:path>
                <a:path w="635000" h="635000" fill="none">
                  <a:moveTo>
                    <a:pt x="415612" y="619460"/>
                  </a:moveTo>
                  <a:arcTo wR="317500" hR="317500" stAng="4320000" swAng="11880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76" name="Harvey 46/100 [46]">
              <a:extLst>
                <a:ext uri="{FF2B5EF4-FFF2-40B4-BE49-F238E27FC236}">
                  <a16:creationId xmlns:a16="http://schemas.microsoft.com/office/drawing/2014/main" id="{49AFF9C1-C19A-487C-A4C1-47DA87277C3B}"/>
                </a:ext>
              </a:extLst>
            </p:cNvPr>
            <p:cNvSpPr>
              <a:spLocks noChangeAspect="1"/>
            </p:cNvSpPr>
            <p:nvPr>
              <p:custDataLst>
                <p:tags r:id="rId82"/>
              </p:custDataLst>
            </p:nvPr>
          </p:nvSpPr>
          <p:spPr>
            <a:xfrm>
              <a:off x="4334905" y="3282696"/>
              <a:ext cx="292608" cy="292608"/>
            </a:xfrm>
            <a:custGeom>
              <a:avLst/>
              <a:gdLst/>
              <a:ahLst/>
              <a:cxnLst/>
              <a:rect l="l" t="t" r="r" b="b"/>
              <a:pathLst>
                <a:path w="635000" h="635000">
                  <a:moveTo>
                    <a:pt x="317500" y="0"/>
                  </a:moveTo>
                  <a:arcTo wR="317500" hR="317500" stAng="16200000" swAng="9936000"/>
                  <a:lnTo>
                    <a:pt x="317500" y="317500"/>
                  </a:lnTo>
                  <a:close/>
                </a:path>
                <a:path w="635000" h="635000" fill="none">
                  <a:moveTo>
                    <a:pt x="396459" y="625025"/>
                  </a:moveTo>
                  <a:arcTo wR="317500" hR="317500" stAng="4536000" swAng="11664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77" name="Harvey 47/100 [47]">
              <a:extLst>
                <a:ext uri="{FF2B5EF4-FFF2-40B4-BE49-F238E27FC236}">
                  <a16:creationId xmlns:a16="http://schemas.microsoft.com/office/drawing/2014/main" id="{F35AEE09-D82F-438F-9D01-96C6876241F1}"/>
                </a:ext>
              </a:extLst>
            </p:cNvPr>
            <p:cNvSpPr>
              <a:spLocks noChangeAspect="1"/>
            </p:cNvSpPr>
            <p:nvPr>
              <p:custDataLst>
                <p:tags r:id="rId83"/>
              </p:custDataLst>
            </p:nvPr>
          </p:nvSpPr>
          <p:spPr>
            <a:xfrm>
              <a:off x="4334905" y="3282696"/>
              <a:ext cx="292608" cy="292608"/>
            </a:xfrm>
            <a:custGeom>
              <a:avLst/>
              <a:gdLst/>
              <a:ahLst/>
              <a:cxnLst/>
              <a:rect l="l" t="t" r="r" b="b"/>
              <a:pathLst>
                <a:path w="635000" h="635000">
                  <a:moveTo>
                    <a:pt x="317500" y="0"/>
                  </a:moveTo>
                  <a:arcTo wR="317500" hR="317500" stAng="16200000" swAng="10152000"/>
                  <a:lnTo>
                    <a:pt x="317500" y="317500"/>
                  </a:lnTo>
                  <a:close/>
                </a:path>
                <a:path w="635000" h="635000" fill="none">
                  <a:moveTo>
                    <a:pt x="376993" y="629376"/>
                  </a:moveTo>
                  <a:arcTo wR="317500" hR="317500" stAng="4751999" swAng="11448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78" name="Harvey 48/100 [48]">
              <a:extLst>
                <a:ext uri="{FF2B5EF4-FFF2-40B4-BE49-F238E27FC236}">
                  <a16:creationId xmlns:a16="http://schemas.microsoft.com/office/drawing/2014/main" id="{4FC3325B-EEB2-4420-9715-1149CEACE9AC}"/>
                </a:ext>
              </a:extLst>
            </p:cNvPr>
            <p:cNvSpPr>
              <a:spLocks noChangeAspect="1"/>
            </p:cNvSpPr>
            <p:nvPr>
              <p:custDataLst>
                <p:tags r:id="rId84"/>
              </p:custDataLst>
            </p:nvPr>
          </p:nvSpPr>
          <p:spPr>
            <a:xfrm>
              <a:off x="4334905" y="3282696"/>
              <a:ext cx="292608" cy="292608"/>
            </a:xfrm>
            <a:custGeom>
              <a:avLst/>
              <a:gdLst/>
              <a:ahLst/>
              <a:cxnLst/>
              <a:rect l="l" t="t" r="r" b="b"/>
              <a:pathLst>
                <a:path w="635000" h="635000">
                  <a:moveTo>
                    <a:pt x="317500" y="0"/>
                  </a:moveTo>
                  <a:arcTo wR="317500" hR="317500" stAng="16200000" swAng="10367999"/>
                  <a:lnTo>
                    <a:pt x="317500" y="317500"/>
                  </a:lnTo>
                  <a:close/>
                </a:path>
                <a:path w="635000" h="635000" fill="none">
                  <a:moveTo>
                    <a:pt x="357293" y="632496"/>
                  </a:moveTo>
                  <a:arcTo wR="317500" hR="317500" stAng="4967999" swAng="11232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79" name="Harvey 49/100 [49]">
              <a:extLst>
                <a:ext uri="{FF2B5EF4-FFF2-40B4-BE49-F238E27FC236}">
                  <a16:creationId xmlns:a16="http://schemas.microsoft.com/office/drawing/2014/main" id="{3BE00D50-8FCE-4E11-AA24-10B621732F20}"/>
                </a:ext>
              </a:extLst>
            </p:cNvPr>
            <p:cNvSpPr>
              <a:spLocks noChangeAspect="1"/>
            </p:cNvSpPr>
            <p:nvPr>
              <p:custDataLst>
                <p:tags r:id="rId85"/>
              </p:custDataLst>
            </p:nvPr>
          </p:nvSpPr>
          <p:spPr>
            <a:xfrm>
              <a:off x="4334905" y="3282696"/>
              <a:ext cx="292608" cy="292608"/>
            </a:xfrm>
            <a:custGeom>
              <a:avLst/>
              <a:gdLst/>
              <a:ahLst/>
              <a:cxnLst/>
              <a:rect l="l" t="t" r="r" b="b"/>
              <a:pathLst>
                <a:path w="635000" h="635000">
                  <a:moveTo>
                    <a:pt x="317500" y="0"/>
                  </a:moveTo>
                  <a:arcTo wR="317500" hR="317500" stAng="16200000" swAng="10584000"/>
                  <a:lnTo>
                    <a:pt x="317500" y="317500"/>
                  </a:lnTo>
                  <a:close/>
                </a:path>
                <a:path w="635000" h="635000" fill="none">
                  <a:moveTo>
                    <a:pt x="337435" y="634373"/>
                  </a:moveTo>
                  <a:arcTo wR="317500" hR="317500" stAng="5184000" swAng="1101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80" name="Harvey 50/100 [50]">
              <a:extLst>
                <a:ext uri="{FF2B5EF4-FFF2-40B4-BE49-F238E27FC236}">
                  <a16:creationId xmlns:a16="http://schemas.microsoft.com/office/drawing/2014/main" id="{97083993-8BFD-443F-A3A3-D28EF389CE2B}"/>
                </a:ext>
              </a:extLst>
            </p:cNvPr>
            <p:cNvSpPr>
              <a:spLocks noChangeAspect="1"/>
            </p:cNvSpPr>
            <p:nvPr>
              <p:custDataLst>
                <p:tags r:id="rId86"/>
              </p:custDataLst>
            </p:nvPr>
          </p:nvSpPr>
          <p:spPr>
            <a:xfrm>
              <a:off x="4334905" y="3282696"/>
              <a:ext cx="292608" cy="292608"/>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81" name="Harvey 51/100 [51]">
              <a:extLst>
                <a:ext uri="{FF2B5EF4-FFF2-40B4-BE49-F238E27FC236}">
                  <a16:creationId xmlns:a16="http://schemas.microsoft.com/office/drawing/2014/main" id="{BDE38762-18E9-47FF-895E-325F5976ECAA}"/>
                </a:ext>
              </a:extLst>
            </p:cNvPr>
            <p:cNvSpPr>
              <a:spLocks noChangeAspect="1"/>
            </p:cNvSpPr>
            <p:nvPr>
              <p:custDataLst>
                <p:tags r:id="rId87"/>
              </p:custDataLst>
            </p:nvPr>
          </p:nvSpPr>
          <p:spPr>
            <a:xfrm>
              <a:off x="4334905" y="3282696"/>
              <a:ext cx="292608" cy="292608"/>
            </a:xfrm>
            <a:custGeom>
              <a:avLst/>
              <a:gdLst/>
              <a:ahLst/>
              <a:cxnLst/>
              <a:rect l="l" t="t" r="r" b="b"/>
              <a:pathLst>
                <a:path w="635000" h="635000">
                  <a:moveTo>
                    <a:pt x="317500" y="0"/>
                  </a:moveTo>
                  <a:arcTo wR="317500" hR="317500" stAng="16200000" swAng="11016000"/>
                  <a:lnTo>
                    <a:pt x="317500" y="317500"/>
                  </a:lnTo>
                  <a:close/>
                </a:path>
                <a:path w="635000" h="635000" fill="none">
                  <a:moveTo>
                    <a:pt x="297564" y="634373"/>
                  </a:moveTo>
                  <a:arcTo wR="317500" hR="317500" stAng="5616000" swAng="10584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82" name="Harvey 52/100 [52]">
              <a:extLst>
                <a:ext uri="{FF2B5EF4-FFF2-40B4-BE49-F238E27FC236}">
                  <a16:creationId xmlns:a16="http://schemas.microsoft.com/office/drawing/2014/main" id="{785EAA21-FBCD-46DC-8430-7AB12F5A66AF}"/>
                </a:ext>
              </a:extLst>
            </p:cNvPr>
            <p:cNvSpPr>
              <a:spLocks noChangeAspect="1"/>
            </p:cNvSpPr>
            <p:nvPr>
              <p:custDataLst>
                <p:tags r:id="rId88"/>
              </p:custDataLst>
            </p:nvPr>
          </p:nvSpPr>
          <p:spPr>
            <a:xfrm>
              <a:off x="4334905" y="3282696"/>
              <a:ext cx="292608" cy="292608"/>
            </a:xfrm>
            <a:custGeom>
              <a:avLst/>
              <a:gdLst/>
              <a:ahLst/>
              <a:cxnLst/>
              <a:rect l="l" t="t" r="r" b="b"/>
              <a:pathLst>
                <a:path w="635000" h="635000">
                  <a:moveTo>
                    <a:pt x="317500" y="0"/>
                  </a:moveTo>
                  <a:arcTo wR="317500" hR="317500" stAng="16200000" swAng="11232000"/>
                  <a:lnTo>
                    <a:pt x="317500" y="317500"/>
                  </a:lnTo>
                  <a:close/>
                </a:path>
                <a:path w="635000" h="635000" fill="none">
                  <a:moveTo>
                    <a:pt x="277706" y="632496"/>
                  </a:moveTo>
                  <a:arcTo wR="317500" hR="317500" stAng="5832000" swAng="10367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83" name="Harvey 53/100 [53]">
              <a:extLst>
                <a:ext uri="{FF2B5EF4-FFF2-40B4-BE49-F238E27FC236}">
                  <a16:creationId xmlns:a16="http://schemas.microsoft.com/office/drawing/2014/main" id="{858D54BA-F4A5-4C67-830E-E85FF6EE735D}"/>
                </a:ext>
              </a:extLst>
            </p:cNvPr>
            <p:cNvSpPr>
              <a:spLocks noChangeAspect="1"/>
            </p:cNvSpPr>
            <p:nvPr>
              <p:custDataLst>
                <p:tags r:id="rId89"/>
              </p:custDataLst>
            </p:nvPr>
          </p:nvSpPr>
          <p:spPr>
            <a:xfrm>
              <a:off x="4334905" y="3282696"/>
              <a:ext cx="292608" cy="292608"/>
            </a:xfrm>
            <a:custGeom>
              <a:avLst/>
              <a:gdLst/>
              <a:ahLst/>
              <a:cxnLst/>
              <a:rect l="l" t="t" r="r" b="b"/>
              <a:pathLst>
                <a:path w="635000" h="635000">
                  <a:moveTo>
                    <a:pt x="317500" y="0"/>
                  </a:moveTo>
                  <a:arcTo wR="317500" hR="317500" stAng="16200000" swAng="11448000"/>
                  <a:lnTo>
                    <a:pt x="317500" y="317500"/>
                  </a:lnTo>
                  <a:close/>
                </a:path>
                <a:path w="635000" h="635000" fill="none">
                  <a:moveTo>
                    <a:pt x="258006" y="629376"/>
                  </a:moveTo>
                  <a:arcTo wR="317500" hR="317500" stAng="6048000" swAng="10152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84" name="Harvey 54/100 [54]">
              <a:extLst>
                <a:ext uri="{FF2B5EF4-FFF2-40B4-BE49-F238E27FC236}">
                  <a16:creationId xmlns:a16="http://schemas.microsoft.com/office/drawing/2014/main" id="{AC41BD7B-E1FA-4AED-B11C-E03936A672E6}"/>
                </a:ext>
              </a:extLst>
            </p:cNvPr>
            <p:cNvSpPr>
              <a:spLocks noChangeAspect="1"/>
            </p:cNvSpPr>
            <p:nvPr>
              <p:custDataLst>
                <p:tags r:id="rId90"/>
              </p:custDataLst>
            </p:nvPr>
          </p:nvSpPr>
          <p:spPr>
            <a:xfrm>
              <a:off x="4334905" y="3282696"/>
              <a:ext cx="292608" cy="292608"/>
            </a:xfrm>
            <a:custGeom>
              <a:avLst/>
              <a:gdLst/>
              <a:ahLst/>
              <a:cxnLst/>
              <a:rect l="l" t="t" r="r" b="b"/>
              <a:pathLst>
                <a:path w="635000" h="635000">
                  <a:moveTo>
                    <a:pt x="317500" y="0"/>
                  </a:moveTo>
                  <a:arcTo wR="317500" hR="317500" stAng="16200000" swAng="11664000"/>
                  <a:lnTo>
                    <a:pt x="317500" y="317500"/>
                  </a:lnTo>
                  <a:close/>
                </a:path>
                <a:path w="635000" h="635000" fill="none">
                  <a:moveTo>
                    <a:pt x="238540" y="625025"/>
                  </a:moveTo>
                  <a:arcTo wR="317500" hR="317500" stAng="6264000" swAng="993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85" name="Harvey 55/100 [55]">
              <a:extLst>
                <a:ext uri="{FF2B5EF4-FFF2-40B4-BE49-F238E27FC236}">
                  <a16:creationId xmlns:a16="http://schemas.microsoft.com/office/drawing/2014/main" id="{BAF901A0-5FD1-4B29-9AF9-DB8B19412429}"/>
                </a:ext>
              </a:extLst>
            </p:cNvPr>
            <p:cNvSpPr>
              <a:spLocks noChangeAspect="1"/>
            </p:cNvSpPr>
            <p:nvPr>
              <p:custDataLst>
                <p:tags r:id="rId91"/>
              </p:custDataLst>
            </p:nvPr>
          </p:nvSpPr>
          <p:spPr>
            <a:xfrm>
              <a:off x="4334905" y="3282696"/>
              <a:ext cx="292608" cy="292608"/>
            </a:xfrm>
            <a:custGeom>
              <a:avLst/>
              <a:gdLst/>
              <a:ahLst/>
              <a:cxnLst/>
              <a:rect l="l" t="t" r="r" b="b"/>
              <a:pathLst>
                <a:path w="635000" h="635000">
                  <a:moveTo>
                    <a:pt x="317500" y="0"/>
                  </a:moveTo>
                  <a:arcTo wR="317500" hR="317500" stAng="16200000" swAng="11880000"/>
                  <a:lnTo>
                    <a:pt x="317500" y="317500"/>
                  </a:lnTo>
                  <a:close/>
                </a:path>
                <a:path w="635000" h="635000" fill="none">
                  <a:moveTo>
                    <a:pt x="219387" y="619460"/>
                  </a:moveTo>
                  <a:arcTo wR="317500" hR="317500" stAng="6480000" swAng="9719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86" name="Harvey 56/100 [56]">
              <a:extLst>
                <a:ext uri="{FF2B5EF4-FFF2-40B4-BE49-F238E27FC236}">
                  <a16:creationId xmlns:a16="http://schemas.microsoft.com/office/drawing/2014/main" id="{3EFF555D-6B7F-481F-ADC2-746953BA7F97}"/>
                </a:ext>
              </a:extLst>
            </p:cNvPr>
            <p:cNvSpPr>
              <a:spLocks noChangeAspect="1"/>
            </p:cNvSpPr>
            <p:nvPr>
              <p:custDataLst>
                <p:tags r:id="rId92"/>
              </p:custDataLst>
            </p:nvPr>
          </p:nvSpPr>
          <p:spPr>
            <a:xfrm>
              <a:off x="4334905" y="3282696"/>
              <a:ext cx="292608" cy="292608"/>
            </a:xfrm>
            <a:custGeom>
              <a:avLst/>
              <a:gdLst/>
              <a:ahLst/>
              <a:cxnLst/>
              <a:rect l="l" t="t" r="r" b="b"/>
              <a:pathLst>
                <a:path w="635000" h="635000">
                  <a:moveTo>
                    <a:pt x="317500" y="0"/>
                  </a:moveTo>
                  <a:arcTo wR="317500" hR="317500" stAng="16200000" swAng="12096000"/>
                  <a:lnTo>
                    <a:pt x="317500" y="317500"/>
                  </a:lnTo>
                  <a:close/>
                </a:path>
                <a:path w="635000" h="635000" fill="none">
                  <a:moveTo>
                    <a:pt x="200620" y="612704"/>
                  </a:moveTo>
                  <a:arcTo wR="317500" hR="317500" stAng="6696000" swAng="9503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87" name="Harvey 57/100 [57]">
              <a:extLst>
                <a:ext uri="{FF2B5EF4-FFF2-40B4-BE49-F238E27FC236}">
                  <a16:creationId xmlns:a16="http://schemas.microsoft.com/office/drawing/2014/main" id="{A4D3BE31-8C07-4912-AB8B-8331A665C238}"/>
                </a:ext>
              </a:extLst>
            </p:cNvPr>
            <p:cNvSpPr>
              <a:spLocks noChangeAspect="1"/>
            </p:cNvSpPr>
            <p:nvPr>
              <p:custDataLst>
                <p:tags r:id="rId93"/>
              </p:custDataLst>
            </p:nvPr>
          </p:nvSpPr>
          <p:spPr>
            <a:xfrm>
              <a:off x="4334905" y="3282696"/>
              <a:ext cx="292608" cy="292608"/>
            </a:xfrm>
            <a:custGeom>
              <a:avLst/>
              <a:gdLst/>
              <a:ahLst/>
              <a:cxnLst/>
              <a:rect l="l" t="t" r="r" b="b"/>
              <a:pathLst>
                <a:path w="635000" h="635000">
                  <a:moveTo>
                    <a:pt x="317500" y="0"/>
                  </a:moveTo>
                  <a:arcTo wR="317500" hR="317500" stAng="16200000" swAng="12312000"/>
                  <a:lnTo>
                    <a:pt x="317500" y="317500"/>
                  </a:lnTo>
                  <a:close/>
                </a:path>
                <a:path w="635000" h="635000" fill="none">
                  <a:moveTo>
                    <a:pt x="182315" y="604782"/>
                  </a:moveTo>
                  <a:arcTo wR="317500" hR="317500" stAng="6911999" swAng="9288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88" name="Harvey 58/100 [58]">
              <a:extLst>
                <a:ext uri="{FF2B5EF4-FFF2-40B4-BE49-F238E27FC236}">
                  <a16:creationId xmlns:a16="http://schemas.microsoft.com/office/drawing/2014/main" id="{E7B5A5D9-6DD2-4B0A-9557-7A7AF774103E}"/>
                </a:ext>
              </a:extLst>
            </p:cNvPr>
            <p:cNvSpPr>
              <a:spLocks noChangeAspect="1"/>
            </p:cNvSpPr>
            <p:nvPr>
              <p:custDataLst>
                <p:tags r:id="rId94"/>
              </p:custDataLst>
            </p:nvPr>
          </p:nvSpPr>
          <p:spPr>
            <a:xfrm>
              <a:off x="4334905" y="3282696"/>
              <a:ext cx="292608" cy="292608"/>
            </a:xfrm>
            <a:custGeom>
              <a:avLst/>
              <a:gdLst/>
              <a:ahLst/>
              <a:cxnLst/>
              <a:rect l="l" t="t" r="r" b="b"/>
              <a:pathLst>
                <a:path w="635000" h="635000">
                  <a:moveTo>
                    <a:pt x="317500" y="0"/>
                  </a:moveTo>
                  <a:arcTo wR="317500" hR="317500" stAng="16200000" swAng="12527999"/>
                  <a:lnTo>
                    <a:pt x="317500" y="317500"/>
                  </a:lnTo>
                  <a:close/>
                </a:path>
                <a:path w="635000" h="635000" fill="none">
                  <a:moveTo>
                    <a:pt x="164543" y="595727"/>
                  </a:moveTo>
                  <a:arcTo wR="317500" hR="317500" stAng="7127999" swAng="9072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89" name="Harvey 59/100 [59]">
              <a:extLst>
                <a:ext uri="{FF2B5EF4-FFF2-40B4-BE49-F238E27FC236}">
                  <a16:creationId xmlns:a16="http://schemas.microsoft.com/office/drawing/2014/main" id="{88458C0E-D234-4C86-A6CC-B8CD6C445F00}"/>
                </a:ext>
              </a:extLst>
            </p:cNvPr>
            <p:cNvSpPr>
              <a:spLocks noChangeAspect="1"/>
            </p:cNvSpPr>
            <p:nvPr>
              <p:custDataLst>
                <p:tags r:id="rId95"/>
              </p:custDataLst>
            </p:nvPr>
          </p:nvSpPr>
          <p:spPr>
            <a:xfrm>
              <a:off x="4334905" y="3282696"/>
              <a:ext cx="292608" cy="292608"/>
            </a:xfrm>
            <a:custGeom>
              <a:avLst/>
              <a:gdLst/>
              <a:ahLst/>
              <a:cxnLst/>
              <a:rect l="l" t="t" r="r" b="b"/>
              <a:pathLst>
                <a:path w="635000" h="635000">
                  <a:moveTo>
                    <a:pt x="317500" y="0"/>
                  </a:moveTo>
                  <a:arcTo wR="317500" hR="317500" stAng="16200000" swAng="12743999"/>
                  <a:lnTo>
                    <a:pt x="317500" y="317500"/>
                  </a:lnTo>
                  <a:close/>
                </a:path>
                <a:path w="635000" h="635000" fill="none">
                  <a:moveTo>
                    <a:pt x="147374" y="585574"/>
                  </a:moveTo>
                  <a:arcTo wR="317500" hR="317500" stAng="7343999" swAng="885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90" name="Harvey 60/100 [60]">
              <a:extLst>
                <a:ext uri="{FF2B5EF4-FFF2-40B4-BE49-F238E27FC236}">
                  <a16:creationId xmlns:a16="http://schemas.microsoft.com/office/drawing/2014/main" id="{0924D2C6-D224-49FD-A4B8-312AFD605E78}"/>
                </a:ext>
              </a:extLst>
            </p:cNvPr>
            <p:cNvSpPr>
              <a:spLocks noChangeAspect="1"/>
            </p:cNvSpPr>
            <p:nvPr>
              <p:custDataLst>
                <p:tags r:id="rId96"/>
              </p:custDataLst>
            </p:nvPr>
          </p:nvSpPr>
          <p:spPr>
            <a:xfrm>
              <a:off x="4334905" y="3282696"/>
              <a:ext cx="292608" cy="292608"/>
            </a:xfrm>
            <a:custGeom>
              <a:avLst/>
              <a:gdLst/>
              <a:ahLst/>
              <a:cxnLst/>
              <a:rect l="l" t="t" r="r" b="b"/>
              <a:pathLst>
                <a:path w="635000" h="635000">
                  <a:moveTo>
                    <a:pt x="317500" y="0"/>
                  </a:moveTo>
                  <a:arcTo wR="317500" hR="317500" stAng="16200000" swAng="12960000"/>
                  <a:lnTo>
                    <a:pt x="317500" y="317500"/>
                  </a:lnTo>
                  <a:close/>
                </a:path>
                <a:path w="635000" h="635000" fill="none">
                  <a:moveTo>
                    <a:pt x="130878" y="574362"/>
                  </a:moveTo>
                  <a:arcTo wR="317500" hR="317500" stAng="7560000" swAng="8640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91" name="Harvey 61/100 [61]">
              <a:extLst>
                <a:ext uri="{FF2B5EF4-FFF2-40B4-BE49-F238E27FC236}">
                  <a16:creationId xmlns:a16="http://schemas.microsoft.com/office/drawing/2014/main" id="{F9FB23C2-D568-49AC-B8FD-0480EB019739}"/>
                </a:ext>
              </a:extLst>
            </p:cNvPr>
            <p:cNvSpPr>
              <a:spLocks noChangeAspect="1"/>
            </p:cNvSpPr>
            <p:nvPr>
              <p:custDataLst>
                <p:tags r:id="rId97"/>
              </p:custDataLst>
            </p:nvPr>
          </p:nvSpPr>
          <p:spPr>
            <a:xfrm>
              <a:off x="4334905" y="3282696"/>
              <a:ext cx="292608" cy="292608"/>
            </a:xfrm>
            <a:custGeom>
              <a:avLst/>
              <a:gdLst/>
              <a:ahLst/>
              <a:cxnLst/>
              <a:rect l="l" t="t" r="r" b="b"/>
              <a:pathLst>
                <a:path w="635000" h="635000">
                  <a:moveTo>
                    <a:pt x="317500" y="0"/>
                  </a:moveTo>
                  <a:arcTo wR="317500" hR="317500" stAng="16200000" swAng="13176000"/>
                  <a:lnTo>
                    <a:pt x="317500" y="317500"/>
                  </a:lnTo>
                  <a:close/>
                </a:path>
                <a:path w="635000" h="635000" fill="none">
                  <a:moveTo>
                    <a:pt x="115117" y="562137"/>
                  </a:moveTo>
                  <a:arcTo wR="317500" hR="317500" stAng="7776000" swAng="8424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92" name="Harvey 62/100 [62]">
              <a:extLst>
                <a:ext uri="{FF2B5EF4-FFF2-40B4-BE49-F238E27FC236}">
                  <a16:creationId xmlns:a16="http://schemas.microsoft.com/office/drawing/2014/main" id="{9EF3159D-F4FB-4032-BCCB-55E6ED5EEFC7}"/>
                </a:ext>
              </a:extLst>
            </p:cNvPr>
            <p:cNvSpPr>
              <a:spLocks noChangeAspect="1"/>
            </p:cNvSpPr>
            <p:nvPr>
              <p:custDataLst>
                <p:tags r:id="rId98"/>
              </p:custDataLst>
            </p:nvPr>
          </p:nvSpPr>
          <p:spPr>
            <a:xfrm>
              <a:off x="4334905" y="3282696"/>
              <a:ext cx="292608" cy="292608"/>
            </a:xfrm>
            <a:custGeom>
              <a:avLst/>
              <a:gdLst/>
              <a:ahLst/>
              <a:cxnLst/>
              <a:rect l="l" t="t" r="r" b="b"/>
              <a:pathLst>
                <a:path w="635000" h="635000">
                  <a:moveTo>
                    <a:pt x="317500" y="0"/>
                  </a:moveTo>
                  <a:arcTo wR="317500" hR="317500" stAng="16200000" swAng="13392000"/>
                  <a:lnTo>
                    <a:pt x="317500" y="317500"/>
                  </a:lnTo>
                  <a:close/>
                </a:path>
                <a:path w="635000" h="635000" fill="none">
                  <a:moveTo>
                    <a:pt x="100156" y="548947"/>
                  </a:moveTo>
                  <a:arcTo wR="317500" hR="317500" stAng="7991999" swAng="8208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93" name="Harvey 63/100 [63]">
              <a:extLst>
                <a:ext uri="{FF2B5EF4-FFF2-40B4-BE49-F238E27FC236}">
                  <a16:creationId xmlns:a16="http://schemas.microsoft.com/office/drawing/2014/main" id="{9362C8EA-6D15-4E0C-8AE9-B1B50EB297B8}"/>
                </a:ext>
              </a:extLst>
            </p:cNvPr>
            <p:cNvSpPr>
              <a:spLocks noChangeAspect="1"/>
            </p:cNvSpPr>
            <p:nvPr>
              <p:custDataLst>
                <p:tags r:id="rId99"/>
              </p:custDataLst>
            </p:nvPr>
          </p:nvSpPr>
          <p:spPr>
            <a:xfrm>
              <a:off x="4334905" y="3282696"/>
              <a:ext cx="292608" cy="292608"/>
            </a:xfrm>
            <a:custGeom>
              <a:avLst/>
              <a:gdLst/>
              <a:ahLst/>
              <a:cxnLst/>
              <a:rect l="l" t="t" r="r" b="b"/>
              <a:pathLst>
                <a:path w="635000" h="635000">
                  <a:moveTo>
                    <a:pt x="317500" y="0"/>
                  </a:moveTo>
                  <a:arcTo wR="317500" hR="317500" stAng="16200000" swAng="13608000"/>
                  <a:lnTo>
                    <a:pt x="317500" y="317500"/>
                  </a:lnTo>
                  <a:close/>
                </a:path>
                <a:path w="635000" h="635000" fill="none">
                  <a:moveTo>
                    <a:pt x="86052" y="534843"/>
                  </a:moveTo>
                  <a:arcTo wR="317500" hR="317500" stAng="8208000" swAng="7991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94" name="Harvey 64/100 [64]">
              <a:extLst>
                <a:ext uri="{FF2B5EF4-FFF2-40B4-BE49-F238E27FC236}">
                  <a16:creationId xmlns:a16="http://schemas.microsoft.com/office/drawing/2014/main" id="{91EB375D-1444-4BE3-A696-66272A1564CD}"/>
                </a:ext>
              </a:extLst>
            </p:cNvPr>
            <p:cNvSpPr>
              <a:spLocks noChangeAspect="1"/>
            </p:cNvSpPr>
            <p:nvPr>
              <p:custDataLst>
                <p:tags r:id="rId100"/>
              </p:custDataLst>
            </p:nvPr>
          </p:nvSpPr>
          <p:spPr>
            <a:xfrm>
              <a:off x="4334905" y="3282696"/>
              <a:ext cx="292608" cy="292608"/>
            </a:xfrm>
            <a:custGeom>
              <a:avLst/>
              <a:gdLst/>
              <a:ahLst/>
              <a:cxnLst/>
              <a:rect l="l" t="t" r="r" b="b"/>
              <a:pathLst>
                <a:path w="635000" h="635000">
                  <a:moveTo>
                    <a:pt x="317500" y="0"/>
                  </a:moveTo>
                  <a:arcTo wR="317500" hR="317500" stAng="16200000" swAng="13824000"/>
                  <a:lnTo>
                    <a:pt x="317500" y="317500"/>
                  </a:lnTo>
                  <a:close/>
                </a:path>
                <a:path w="635000" h="635000" fill="none">
                  <a:moveTo>
                    <a:pt x="72862" y="519882"/>
                  </a:moveTo>
                  <a:arcTo wR="317500" hR="317500" stAng="8424000" swAng="777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95" name="Harvey 65/100 [65]">
              <a:extLst>
                <a:ext uri="{FF2B5EF4-FFF2-40B4-BE49-F238E27FC236}">
                  <a16:creationId xmlns:a16="http://schemas.microsoft.com/office/drawing/2014/main" id="{9A3002B1-5D17-4BCB-9A44-B2FB4025D02F}"/>
                </a:ext>
              </a:extLst>
            </p:cNvPr>
            <p:cNvSpPr>
              <a:spLocks noChangeAspect="1"/>
            </p:cNvSpPr>
            <p:nvPr>
              <p:custDataLst>
                <p:tags r:id="rId101"/>
              </p:custDataLst>
            </p:nvPr>
          </p:nvSpPr>
          <p:spPr>
            <a:xfrm>
              <a:off x="4334905" y="3282696"/>
              <a:ext cx="292608" cy="292608"/>
            </a:xfrm>
            <a:custGeom>
              <a:avLst/>
              <a:gdLst/>
              <a:ahLst/>
              <a:cxnLst/>
              <a:rect l="l" t="t" r="r" b="b"/>
              <a:pathLst>
                <a:path w="635000" h="635000">
                  <a:moveTo>
                    <a:pt x="317500" y="0"/>
                  </a:moveTo>
                  <a:arcTo wR="317500" hR="317500" stAng="16200000" swAng="14040000"/>
                  <a:lnTo>
                    <a:pt x="317500" y="317500"/>
                  </a:lnTo>
                  <a:close/>
                </a:path>
                <a:path w="635000" h="635000" fill="none">
                  <a:moveTo>
                    <a:pt x="60637" y="504121"/>
                  </a:moveTo>
                  <a:arcTo wR="317500" hR="317500" stAng="8640000" swAng="7559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96" name="Harvey 66/100 [66]">
              <a:extLst>
                <a:ext uri="{FF2B5EF4-FFF2-40B4-BE49-F238E27FC236}">
                  <a16:creationId xmlns:a16="http://schemas.microsoft.com/office/drawing/2014/main" id="{E5F2FDE4-04B2-4A45-A685-14E0C51883A5}"/>
                </a:ext>
              </a:extLst>
            </p:cNvPr>
            <p:cNvSpPr>
              <a:spLocks noChangeAspect="1"/>
            </p:cNvSpPr>
            <p:nvPr>
              <p:custDataLst>
                <p:tags r:id="rId102"/>
              </p:custDataLst>
            </p:nvPr>
          </p:nvSpPr>
          <p:spPr>
            <a:xfrm>
              <a:off x="4334905" y="3282696"/>
              <a:ext cx="292608" cy="292608"/>
            </a:xfrm>
            <a:custGeom>
              <a:avLst/>
              <a:gdLst/>
              <a:ahLst/>
              <a:cxnLst/>
              <a:rect l="l" t="t" r="r" b="b"/>
              <a:pathLst>
                <a:path w="635000" h="635000">
                  <a:moveTo>
                    <a:pt x="317500" y="0"/>
                  </a:moveTo>
                  <a:arcTo wR="317500" hR="317500" stAng="16200000" swAng="14256000"/>
                  <a:lnTo>
                    <a:pt x="317500" y="317500"/>
                  </a:lnTo>
                  <a:close/>
                </a:path>
                <a:path w="635000" h="635000" fill="none">
                  <a:moveTo>
                    <a:pt x="49425" y="487625"/>
                  </a:moveTo>
                  <a:arcTo wR="317500" hR="317500" stAng="8856000" swAng="7343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97" name="Harvey 67/100 [67]">
              <a:extLst>
                <a:ext uri="{FF2B5EF4-FFF2-40B4-BE49-F238E27FC236}">
                  <a16:creationId xmlns:a16="http://schemas.microsoft.com/office/drawing/2014/main" id="{D399A169-3845-4CD5-A62C-F4586F1FAFE8}"/>
                </a:ext>
              </a:extLst>
            </p:cNvPr>
            <p:cNvSpPr>
              <a:spLocks noChangeAspect="1"/>
            </p:cNvSpPr>
            <p:nvPr>
              <p:custDataLst>
                <p:tags r:id="rId103"/>
              </p:custDataLst>
            </p:nvPr>
          </p:nvSpPr>
          <p:spPr>
            <a:xfrm>
              <a:off x="4334905" y="3282696"/>
              <a:ext cx="292608" cy="292608"/>
            </a:xfrm>
            <a:custGeom>
              <a:avLst/>
              <a:gdLst/>
              <a:ahLst/>
              <a:cxnLst/>
              <a:rect l="l" t="t" r="r" b="b"/>
              <a:pathLst>
                <a:path w="635000" h="635000">
                  <a:moveTo>
                    <a:pt x="317500" y="0"/>
                  </a:moveTo>
                  <a:arcTo wR="317500" hR="317500" stAng="16200000" swAng="14472000"/>
                  <a:lnTo>
                    <a:pt x="317500" y="317500"/>
                  </a:lnTo>
                  <a:close/>
                </a:path>
                <a:path w="635000" h="635000" fill="none">
                  <a:moveTo>
                    <a:pt x="39272" y="470456"/>
                  </a:moveTo>
                  <a:arcTo wR="317500" hR="317500" stAng="9072000" swAng="7127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98" name="Harvey 68/100 [68]">
              <a:extLst>
                <a:ext uri="{FF2B5EF4-FFF2-40B4-BE49-F238E27FC236}">
                  <a16:creationId xmlns:a16="http://schemas.microsoft.com/office/drawing/2014/main" id="{E12F5173-9960-47F5-9A91-B043294E14CB}"/>
                </a:ext>
              </a:extLst>
            </p:cNvPr>
            <p:cNvSpPr>
              <a:spLocks noChangeAspect="1"/>
            </p:cNvSpPr>
            <p:nvPr>
              <p:custDataLst>
                <p:tags r:id="rId104"/>
              </p:custDataLst>
            </p:nvPr>
          </p:nvSpPr>
          <p:spPr>
            <a:xfrm>
              <a:off x="4334905" y="3282696"/>
              <a:ext cx="292608" cy="292608"/>
            </a:xfrm>
            <a:custGeom>
              <a:avLst/>
              <a:gdLst/>
              <a:ahLst/>
              <a:cxnLst/>
              <a:rect l="l" t="t" r="r" b="b"/>
              <a:pathLst>
                <a:path w="635000" h="635000">
                  <a:moveTo>
                    <a:pt x="317500" y="0"/>
                  </a:moveTo>
                  <a:arcTo wR="317500" hR="317500" stAng="16200000" swAng="14688000"/>
                  <a:lnTo>
                    <a:pt x="317500" y="317500"/>
                  </a:lnTo>
                  <a:close/>
                </a:path>
                <a:path w="635000" h="635000" fill="none">
                  <a:moveTo>
                    <a:pt x="30217" y="452684"/>
                  </a:moveTo>
                  <a:arcTo wR="317500" hR="317500" stAng="9288000" swAng="6911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99" name="Harvey 69/100 [69]">
              <a:extLst>
                <a:ext uri="{FF2B5EF4-FFF2-40B4-BE49-F238E27FC236}">
                  <a16:creationId xmlns:a16="http://schemas.microsoft.com/office/drawing/2014/main" id="{DD9B9229-3D3A-4706-BEEC-04C19A30C5C3}"/>
                </a:ext>
              </a:extLst>
            </p:cNvPr>
            <p:cNvSpPr>
              <a:spLocks noChangeAspect="1"/>
            </p:cNvSpPr>
            <p:nvPr>
              <p:custDataLst>
                <p:tags r:id="rId105"/>
              </p:custDataLst>
            </p:nvPr>
          </p:nvSpPr>
          <p:spPr>
            <a:xfrm>
              <a:off x="4334905" y="3282696"/>
              <a:ext cx="292608" cy="292608"/>
            </a:xfrm>
            <a:custGeom>
              <a:avLst/>
              <a:gdLst/>
              <a:ahLst/>
              <a:cxnLst/>
              <a:rect l="l" t="t" r="r" b="b"/>
              <a:pathLst>
                <a:path w="635000" h="635000">
                  <a:moveTo>
                    <a:pt x="317500" y="0"/>
                  </a:moveTo>
                  <a:arcTo wR="317500" hR="317500" stAng="16200000" swAng="14903999"/>
                  <a:lnTo>
                    <a:pt x="317500" y="317500"/>
                  </a:lnTo>
                  <a:close/>
                </a:path>
                <a:path w="635000" h="635000" fill="none">
                  <a:moveTo>
                    <a:pt x="22295" y="434379"/>
                  </a:moveTo>
                  <a:arcTo wR="317500" hR="317500" stAng="9503999" swAng="669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00" name="Harvey 70/100 [70]">
              <a:extLst>
                <a:ext uri="{FF2B5EF4-FFF2-40B4-BE49-F238E27FC236}">
                  <a16:creationId xmlns:a16="http://schemas.microsoft.com/office/drawing/2014/main" id="{795A4CC8-0C08-491C-8D7F-95EC8E0E25B8}"/>
                </a:ext>
              </a:extLst>
            </p:cNvPr>
            <p:cNvSpPr>
              <a:spLocks noChangeAspect="1"/>
            </p:cNvSpPr>
            <p:nvPr>
              <p:custDataLst>
                <p:tags r:id="rId106"/>
              </p:custDataLst>
            </p:nvPr>
          </p:nvSpPr>
          <p:spPr>
            <a:xfrm>
              <a:off x="4334905" y="3282696"/>
              <a:ext cx="292608" cy="292608"/>
            </a:xfrm>
            <a:custGeom>
              <a:avLst/>
              <a:gdLst/>
              <a:ahLst/>
              <a:cxnLst/>
              <a:rect l="l" t="t" r="r" b="b"/>
              <a:pathLst>
                <a:path w="635000" h="635000">
                  <a:moveTo>
                    <a:pt x="317500" y="0"/>
                  </a:moveTo>
                  <a:arcTo wR="317500" hR="317500" stAng="16200000" swAng="15119999"/>
                  <a:lnTo>
                    <a:pt x="317500" y="317500"/>
                  </a:lnTo>
                  <a:close/>
                </a:path>
                <a:path w="635000" h="635000" fill="none">
                  <a:moveTo>
                    <a:pt x="15539" y="415612"/>
                  </a:moveTo>
                  <a:arcTo wR="317500" hR="317500" stAng="9719999" swAng="6480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01" name="Harvey 71/100 [71]">
              <a:extLst>
                <a:ext uri="{FF2B5EF4-FFF2-40B4-BE49-F238E27FC236}">
                  <a16:creationId xmlns:a16="http://schemas.microsoft.com/office/drawing/2014/main" id="{91862A76-5FCC-4C25-9A3F-A10651AC7725}"/>
                </a:ext>
              </a:extLst>
            </p:cNvPr>
            <p:cNvSpPr>
              <a:spLocks noChangeAspect="1"/>
            </p:cNvSpPr>
            <p:nvPr>
              <p:custDataLst>
                <p:tags r:id="rId107"/>
              </p:custDataLst>
            </p:nvPr>
          </p:nvSpPr>
          <p:spPr>
            <a:xfrm>
              <a:off x="4334905" y="3282696"/>
              <a:ext cx="292608" cy="292608"/>
            </a:xfrm>
            <a:custGeom>
              <a:avLst/>
              <a:gdLst/>
              <a:ahLst/>
              <a:cxnLst/>
              <a:rect l="l" t="t" r="r" b="b"/>
              <a:pathLst>
                <a:path w="635000" h="635000">
                  <a:moveTo>
                    <a:pt x="317500" y="0"/>
                  </a:moveTo>
                  <a:arcTo wR="317500" hR="317500" stAng="16200000" swAng="15336000"/>
                  <a:lnTo>
                    <a:pt x="317500" y="317500"/>
                  </a:lnTo>
                  <a:close/>
                </a:path>
                <a:path w="635000" h="635000" fill="none">
                  <a:moveTo>
                    <a:pt x="9974" y="396459"/>
                  </a:moveTo>
                  <a:arcTo wR="317500" hR="317500" stAng="9936000" swAng="6264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02" name="Harvey 72/100 [72]">
              <a:extLst>
                <a:ext uri="{FF2B5EF4-FFF2-40B4-BE49-F238E27FC236}">
                  <a16:creationId xmlns:a16="http://schemas.microsoft.com/office/drawing/2014/main" id="{46969644-17D9-45C9-A88A-9A88622DCE45}"/>
                </a:ext>
              </a:extLst>
            </p:cNvPr>
            <p:cNvSpPr>
              <a:spLocks noChangeAspect="1"/>
            </p:cNvSpPr>
            <p:nvPr>
              <p:custDataLst>
                <p:tags r:id="rId108"/>
              </p:custDataLst>
            </p:nvPr>
          </p:nvSpPr>
          <p:spPr>
            <a:xfrm>
              <a:off x="4334905" y="3282696"/>
              <a:ext cx="292608" cy="292608"/>
            </a:xfrm>
            <a:custGeom>
              <a:avLst/>
              <a:gdLst/>
              <a:ahLst/>
              <a:cxnLst/>
              <a:rect l="l" t="t" r="r" b="b"/>
              <a:pathLst>
                <a:path w="635000" h="635000">
                  <a:moveTo>
                    <a:pt x="317500" y="0"/>
                  </a:moveTo>
                  <a:arcTo wR="317500" hR="317500" stAng="16200000" swAng="15552000"/>
                  <a:lnTo>
                    <a:pt x="317500" y="317500"/>
                  </a:lnTo>
                  <a:close/>
                </a:path>
                <a:path w="635000" h="635000" fill="none">
                  <a:moveTo>
                    <a:pt x="5623" y="376993"/>
                  </a:moveTo>
                  <a:arcTo wR="317500" hR="317500" stAng="10152000" swAng="6048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03" name="Harvey 73/100 [73]">
              <a:extLst>
                <a:ext uri="{FF2B5EF4-FFF2-40B4-BE49-F238E27FC236}">
                  <a16:creationId xmlns:a16="http://schemas.microsoft.com/office/drawing/2014/main" id="{F89621F9-3ABB-450D-913E-7B467F289A9B}"/>
                </a:ext>
              </a:extLst>
            </p:cNvPr>
            <p:cNvSpPr>
              <a:spLocks noChangeAspect="1"/>
            </p:cNvSpPr>
            <p:nvPr>
              <p:custDataLst>
                <p:tags r:id="rId109"/>
              </p:custDataLst>
            </p:nvPr>
          </p:nvSpPr>
          <p:spPr>
            <a:xfrm>
              <a:off x="4334905" y="3282696"/>
              <a:ext cx="292608" cy="292608"/>
            </a:xfrm>
            <a:custGeom>
              <a:avLst/>
              <a:gdLst/>
              <a:ahLst/>
              <a:cxnLst/>
              <a:rect l="l" t="t" r="r" b="b"/>
              <a:pathLst>
                <a:path w="635000" h="635000">
                  <a:moveTo>
                    <a:pt x="317500" y="0"/>
                  </a:moveTo>
                  <a:arcTo wR="317500" hR="317500" stAng="16200000" swAng="15768000"/>
                  <a:lnTo>
                    <a:pt x="317500" y="317500"/>
                  </a:lnTo>
                  <a:close/>
                </a:path>
                <a:path w="635000" h="635000" fill="none">
                  <a:moveTo>
                    <a:pt x="2503" y="357293"/>
                  </a:moveTo>
                  <a:arcTo wR="317500" hR="317500" stAng="10368000" swAng="5832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04" name="Harvey 74/100 [74]">
              <a:extLst>
                <a:ext uri="{FF2B5EF4-FFF2-40B4-BE49-F238E27FC236}">
                  <a16:creationId xmlns:a16="http://schemas.microsoft.com/office/drawing/2014/main" id="{89EE4B1F-E703-471D-8307-BFB9EDEDB9F7}"/>
                </a:ext>
              </a:extLst>
            </p:cNvPr>
            <p:cNvSpPr>
              <a:spLocks noChangeAspect="1"/>
            </p:cNvSpPr>
            <p:nvPr>
              <p:custDataLst>
                <p:tags r:id="rId110"/>
              </p:custDataLst>
            </p:nvPr>
          </p:nvSpPr>
          <p:spPr>
            <a:xfrm>
              <a:off x="4334905" y="3282696"/>
              <a:ext cx="292608" cy="292608"/>
            </a:xfrm>
            <a:custGeom>
              <a:avLst/>
              <a:gdLst/>
              <a:ahLst/>
              <a:cxnLst/>
              <a:rect l="l" t="t" r="r" b="b"/>
              <a:pathLst>
                <a:path w="635000" h="635000">
                  <a:moveTo>
                    <a:pt x="317500" y="0"/>
                  </a:moveTo>
                  <a:arcTo wR="317500" hR="317500" stAng="16200000" swAng="15983999"/>
                  <a:lnTo>
                    <a:pt x="317500" y="317500"/>
                  </a:lnTo>
                  <a:close/>
                </a:path>
                <a:path w="635000" h="635000" fill="none">
                  <a:moveTo>
                    <a:pt x="626" y="337435"/>
                  </a:moveTo>
                  <a:arcTo wR="317500" hR="317500" stAng="10583999" swAng="561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05" name="Harvey 75/100 [75]">
              <a:extLst>
                <a:ext uri="{FF2B5EF4-FFF2-40B4-BE49-F238E27FC236}">
                  <a16:creationId xmlns:a16="http://schemas.microsoft.com/office/drawing/2014/main" id="{8AB2EEA8-04AC-4B6C-8D90-28093DB647E6}"/>
                </a:ext>
              </a:extLst>
            </p:cNvPr>
            <p:cNvSpPr>
              <a:spLocks noChangeAspect="1"/>
            </p:cNvSpPr>
            <p:nvPr>
              <p:custDataLst>
                <p:tags r:id="rId111"/>
              </p:custDataLst>
            </p:nvPr>
          </p:nvSpPr>
          <p:spPr>
            <a:xfrm>
              <a:off x="4334905" y="3282696"/>
              <a:ext cx="292608" cy="292608"/>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06" name="Harvey 76/100 [76]">
              <a:extLst>
                <a:ext uri="{FF2B5EF4-FFF2-40B4-BE49-F238E27FC236}">
                  <a16:creationId xmlns:a16="http://schemas.microsoft.com/office/drawing/2014/main" id="{6F4E00F2-EA6F-4809-B2FD-4CE3ABE8C480}"/>
                </a:ext>
              </a:extLst>
            </p:cNvPr>
            <p:cNvSpPr>
              <a:spLocks noChangeAspect="1"/>
            </p:cNvSpPr>
            <p:nvPr>
              <p:custDataLst>
                <p:tags r:id="rId112"/>
              </p:custDataLst>
            </p:nvPr>
          </p:nvSpPr>
          <p:spPr>
            <a:xfrm>
              <a:off x="4334905" y="3282696"/>
              <a:ext cx="292608" cy="292608"/>
            </a:xfrm>
            <a:custGeom>
              <a:avLst/>
              <a:gdLst/>
              <a:ahLst/>
              <a:cxnLst/>
              <a:rect l="l" t="t" r="r" b="b"/>
              <a:pathLst>
                <a:path w="635000" h="635000">
                  <a:moveTo>
                    <a:pt x="317500" y="0"/>
                  </a:moveTo>
                  <a:arcTo wR="317500" hR="317500" stAng="16200000" swAng="16416000"/>
                  <a:lnTo>
                    <a:pt x="317500" y="317500"/>
                  </a:lnTo>
                  <a:close/>
                </a:path>
                <a:path w="635000" h="635000" fill="none">
                  <a:moveTo>
                    <a:pt x="626" y="297564"/>
                  </a:moveTo>
                  <a:arcTo wR="317500" hR="317500" stAng="11016000" swAng="5183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07" name="Harvey 77/100 [77]">
              <a:extLst>
                <a:ext uri="{FF2B5EF4-FFF2-40B4-BE49-F238E27FC236}">
                  <a16:creationId xmlns:a16="http://schemas.microsoft.com/office/drawing/2014/main" id="{CF5CA593-7B87-4492-9B35-2255514CB496}"/>
                </a:ext>
              </a:extLst>
            </p:cNvPr>
            <p:cNvSpPr>
              <a:spLocks noChangeAspect="1"/>
            </p:cNvSpPr>
            <p:nvPr>
              <p:custDataLst>
                <p:tags r:id="rId113"/>
              </p:custDataLst>
            </p:nvPr>
          </p:nvSpPr>
          <p:spPr>
            <a:xfrm>
              <a:off x="4334905" y="3282696"/>
              <a:ext cx="292608" cy="292608"/>
            </a:xfrm>
            <a:custGeom>
              <a:avLst/>
              <a:gdLst/>
              <a:ahLst/>
              <a:cxnLst/>
              <a:rect l="l" t="t" r="r" b="b"/>
              <a:pathLst>
                <a:path w="635000" h="635000">
                  <a:moveTo>
                    <a:pt x="317500" y="0"/>
                  </a:moveTo>
                  <a:arcTo wR="317500" hR="317500" stAng="16200000" swAng="16632000"/>
                  <a:lnTo>
                    <a:pt x="317500" y="317500"/>
                  </a:lnTo>
                  <a:close/>
                </a:path>
                <a:path w="635000" h="635000" fill="none">
                  <a:moveTo>
                    <a:pt x="2503" y="277706"/>
                  </a:moveTo>
                  <a:arcTo wR="317500" hR="317500" stAng="11232000" swAng="4968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08" name="Harvey 78/100 [78]">
              <a:extLst>
                <a:ext uri="{FF2B5EF4-FFF2-40B4-BE49-F238E27FC236}">
                  <a16:creationId xmlns:a16="http://schemas.microsoft.com/office/drawing/2014/main" id="{8C036464-458E-48D4-BAC8-84819F820C60}"/>
                </a:ext>
              </a:extLst>
            </p:cNvPr>
            <p:cNvSpPr>
              <a:spLocks noChangeAspect="1"/>
            </p:cNvSpPr>
            <p:nvPr>
              <p:custDataLst>
                <p:tags r:id="rId114"/>
              </p:custDataLst>
            </p:nvPr>
          </p:nvSpPr>
          <p:spPr>
            <a:xfrm>
              <a:off x="4334905" y="3282696"/>
              <a:ext cx="292608" cy="292608"/>
            </a:xfrm>
            <a:custGeom>
              <a:avLst/>
              <a:gdLst/>
              <a:ahLst/>
              <a:cxnLst/>
              <a:rect l="l" t="t" r="r" b="b"/>
              <a:pathLst>
                <a:path w="635000" h="635000">
                  <a:moveTo>
                    <a:pt x="317500" y="0"/>
                  </a:moveTo>
                  <a:arcTo wR="317500" hR="317500" stAng="16200000" swAng="16848000"/>
                  <a:lnTo>
                    <a:pt x="317500" y="317500"/>
                  </a:lnTo>
                  <a:close/>
                </a:path>
                <a:path w="635000" h="635000" fill="none">
                  <a:moveTo>
                    <a:pt x="5623" y="258006"/>
                  </a:moveTo>
                  <a:arcTo wR="317500" hR="317500" stAng="11448000" swAng="4751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09" name="Harvey 79/100 [79]">
              <a:extLst>
                <a:ext uri="{FF2B5EF4-FFF2-40B4-BE49-F238E27FC236}">
                  <a16:creationId xmlns:a16="http://schemas.microsoft.com/office/drawing/2014/main" id="{6FD5AC00-8293-447C-B728-B963DD67B1C2}"/>
                </a:ext>
              </a:extLst>
            </p:cNvPr>
            <p:cNvSpPr>
              <a:spLocks noChangeAspect="1"/>
            </p:cNvSpPr>
            <p:nvPr>
              <p:custDataLst>
                <p:tags r:id="rId115"/>
              </p:custDataLst>
            </p:nvPr>
          </p:nvSpPr>
          <p:spPr>
            <a:xfrm>
              <a:off x="4334905" y="3282696"/>
              <a:ext cx="292608" cy="292608"/>
            </a:xfrm>
            <a:custGeom>
              <a:avLst/>
              <a:gdLst/>
              <a:ahLst/>
              <a:cxnLst/>
              <a:rect l="l" t="t" r="r" b="b"/>
              <a:pathLst>
                <a:path w="635000" h="635000">
                  <a:moveTo>
                    <a:pt x="317500" y="0"/>
                  </a:moveTo>
                  <a:arcTo wR="317500" hR="317500" stAng="16200000" swAng="17064000"/>
                  <a:lnTo>
                    <a:pt x="317500" y="317500"/>
                  </a:lnTo>
                  <a:close/>
                </a:path>
                <a:path w="635000" h="635000" fill="none">
                  <a:moveTo>
                    <a:pt x="9974" y="238540"/>
                  </a:moveTo>
                  <a:arcTo wR="317500" hR="317500" stAng="11664000" swAng="453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10" name="Harvey 80/100 [80]">
              <a:extLst>
                <a:ext uri="{FF2B5EF4-FFF2-40B4-BE49-F238E27FC236}">
                  <a16:creationId xmlns:a16="http://schemas.microsoft.com/office/drawing/2014/main" id="{29C0F859-BC49-430F-8C59-C0B9109E47A3}"/>
                </a:ext>
              </a:extLst>
            </p:cNvPr>
            <p:cNvSpPr>
              <a:spLocks noChangeAspect="1"/>
            </p:cNvSpPr>
            <p:nvPr>
              <p:custDataLst>
                <p:tags r:id="rId116"/>
              </p:custDataLst>
            </p:nvPr>
          </p:nvSpPr>
          <p:spPr>
            <a:xfrm>
              <a:off x="4334905" y="3282696"/>
              <a:ext cx="292608" cy="292608"/>
            </a:xfrm>
            <a:custGeom>
              <a:avLst/>
              <a:gdLst/>
              <a:ahLst/>
              <a:cxnLst/>
              <a:rect l="l" t="t" r="r" b="b"/>
              <a:pathLst>
                <a:path w="635000" h="635000">
                  <a:moveTo>
                    <a:pt x="317500" y="0"/>
                  </a:moveTo>
                  <a:arcTo wR="317500" hR="317500" stAng="16200000" swAng="17280000"/>
                  <a:lnTo>
                    <a:pt x="317500" y="317500"/>
                  </a:lnTo>
                  <a:close/>
                </a:path>
                <a:path w="635000" h="635000" fill="none">
                  <a:moveTo>
                    <a:pt x="15539" y="219387"/>
                  </a:moveTo>
                  <a:arcTo wR="317500" hR="317500" stAng="11880000" swAng="4319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11" name="Harvey 81/100 [81]">
              <a:extLst>
                <a:ext uri="{FF2B5EF4-FFF2-40B4-BE49-F238E27FC236}">
                  <a16:creationId xmlns:a16="http://schemas.microsoft.com/office/drawing/2014/main" id="{F78719E3-0417-4867-B70D-21538B3AC36E}"/>
                </a:ext>
              </a:extLst>
            </p:cNvPr>
            <p:cNvSpPr>
              <a:spLocks noChangeAspect="1"/>
            </p:cNvSpPr>
            <p:nvPr>
              <p:custDataLst>
                <p:tags r:id="rId117"/>
              </p:custDataLst>
            </p:nvPr>
          </p:nvSpPr>
          <p:spPr>
            <a:xfrm>
              <a:off x="4334905" y="3282696"/>
              <a:ext cx="292608" cy="292608"/>
            </a:xfrm>
            <a:custGeom>
              <a:avLst/>
              <a:gdLst/>
              <a:ahLst/>
              <a:cxnLst/>
              <a:rect l="l" t="t" r="r" b="b"/>
              <a:pathLst>
                <a:path w="635000" h="635000">
                  <a:moveTo>
                    <a:pt x="317500" y="0"/>
                  </a:moveTo>
                  <a:arcTo wR="317500" hR="317500" stAng="16200000" swAng="17496000"/>
                  <a:lnTo>
                    <a:pt x="317500" y="317500"/>
                  </a:lnTo>
                  <a:close/>
                </a:path>
                <a:path w="635000" h="635000" fill="none">
                  <a:moveTo>
                    <a:pt x="22295" y="200620"/>
                  </a:moveTo>
                  <a:arcTo wR="317500" hR="317500" stAng="12096000" swAng="4103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12" name="Harvey 82/100 [82]">
              <a:extLst>
                <a:ext uri="{FF2B5EF4-FFF2-40B4-BE49-F238E27FC236}">
                  <a16:creationId xmlns:a16="http://schemas.microsoft.com/office/drawing/2014/main" id="{9C5D0905-7412-4C75-BC20-E51105CA783D}"/>
                </a:ext>
              </a:extLst>
            </p:cNvPr>
            <p:cNvSpPr>
              <a:spLocks noChangeAspect="1"/>
            </p:cNvSpPr>
            <p:nvPr>
              <p:custDataLst>
                <p:tags r:id="rId118"/>
              </p:custDataLst>
            </p:nvPr>
          </p:nvSpPr>
          <p:spPr>
            <a:xfrm>
              <a:off x="4334905" y="3282696"/>
              <a:ext cx="292608" cy="292608"/>
            </a:xfrm>
            <a:custGeom>
              <a:avLst/>
              <a:gdLst/>
              <a:ahLst/>
              <a:cxnLst/>
              <a:rect l="l" t="t" r="r" b="b"/>
              <a:pathLst>
                <a:path w="635000" h="635000">
                  <a:moveTo>
                    <a:pt x="317500" y="0"/>
                  </a:moveTo>
                  <a:arcTo wR="317500" hR="317500" stAng="16200000" swAng="17712000"/>
                  <a:lnTo>
                    <a:pt x="317500" y="317500"/>
                  </a:lnTo>
                  <a:close/>
                </a:path>
                <a:path w="635000" h="635000" fill="none">
                  <a:moveTo>
                    <a:pt x="30217" y="182315"/>
                  </a:moveTo>
                  <a:arcTo wR="317500" hR="317500" stAng="12312000" swAng="3888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13" name="Harvey 83/100 [83]">
              <a:extLst>
                <a:ext uri="{FF2B5EF4-FFF2-40B4-BE49-F238E27FC236}">
                  <a16:creationId xmlns:a16="http://schemas.microsoft.com/office/drawing/2014/main" id="{96AA2E20-CC65-4632-B3D4-93E962B59D4C}"/>
                </a:ext>
              </a:extLst>
            </p:cNvPr>
            <p:cNvSpPr>
              <a:spLocks noChangeAspect="1"/>
            </p:cNvSpPr>
            <p:nvPr>
              <p:custDataLst>
                <p:tags r:id="rId119"/>
              </p:custDataLst>
            </p:nvPr>
          </p:nvSpPr>
          <p:spPr>
            <a:xfrm>
              <a:off x="4334905" y="3282696"/>
              <a:ext cx="292608" cy="292608"/>
            </a:xfrm>
            <a:custGeom>
              <a:avLst/>
              <a:gdLst/>
              <a:ahLst/>
              <a:cxnLst/>
              <a:rect l="l" t="t" r="r" b="b"/>
              <a:pathLst>
                <a:path w="635000" h="635000">
                  <a:moveTo>
                    <a:pt x="317500" y="0"/>
                  </a:moveTo>
                  <a:arcTo wR="317500" hR="317500" stAng="16200000" swAng="17928000"/>
                  <a:lnTo>
                    <a:pt x="317500" y="317500"/>
                  </a:lnTo>
                  <a:close/>
                </a:path>
                <a:path w="635000" h="635000" fill="none">
                  <a:moveTo>
                    <a:pt x="39272" y="164543"/>
                  </a:moveTo>
                  <a:arcTo wR="317500" hR="317500" stAng="12528000" swAng="3672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14" name="Harvey 84/100 [84]">
              <a:extLst>
                <a:ext uri="{FF2B5EF4-FFF2-40B4-BE49-F238E27FC236}">
                  <a16:creationId xmlns:a16="http://schemas.microsoft.com/office/drawing/2014/main" id="{9B4360A3-E0B2-48F7-B5A8-D24513748A82}"/>
                </a:ext>
              </a:extLst>
            </p:cNvPr>
            <p:cNvSpPr>
              <a:spLocks noChangeAspect="1"/>
            </p:cNvSpPr>
            <p:nvPr>
              <p:custDataLst>
                <p:tags r:id="rId120"/>
              </p:custDataLst>
            </p:nvPr>
          </p:nvSpPr>
          <p:spPr>
            <a:xfrm>
              <a:off x="4334905" y="3282696"/>
              <a:ext cx="292608" cy="292608"/>
            </a:xfrm>
            <a:custGeom>
              <a:avLst/>
              <a:gdLst/>
              <a:ahLst/>
              <a:cxnLst/>
              <a:rect l="l" t="t" r="r" b="b"/>
              <a:pathLst>
                <a:path w="635000" h="635000">
                  <a:moveTo>
                    <a:pt x="317500" y="0"/>
                  </a:moveTo>
                  <a:arcTo wR="317500" hR="317500" stAng="16200000" swAng="18144000"/>
                  <a:lnTo>
                    <a:pt x="317500" y="317500"/>
                  </a:lnTo>
                  <a:close/>
                </a:path>
                <a:path w="635000" h="635000" fill="none">
                  <a:moveTo>
                    <a:pt x="49425" y="147374"/>
                  </a:moveTo>
                  <a:arcTo wR="317500" hR="317500" stAng="12743999" swAng="345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15" name="Harvey 85/100 [85]">
              <a:extLst>
                <a:ext uri="{FF2B5EF4-FFF2-40B4-BE49-F238E27FC236}">
                  <a16:creationId xmlns:a16="http://schemas.microsoft.com/office/drawing/2014/main" id="{D694B21E-EEA0-48FA-A35C-7B6570B3F861}"/>
                </a:ext>
              </a:extLst>
            </p:cNvPr>
            <p:cNvSpPr>
              <a:spLocks noChangeAspect="1"/>
            </p:cNvSpPr>
            <p:nvPr>
              <p:custDataLst>
                <p:tags r:id="rId121"/>
              </p:custDataLst>
            </p:nvPr>
          </p:nvSpPr>
          <p:spPr>
            <a:xfrm>
              <a:off x="4334905" y="3282696"/>
              <a:ext cx="292608" cy="292608"/>
            </a:xfrm>
            <a:custGeom>
              <a:avLst/>
              <a:gdLst/>
              <a:ahLst/>
              <a:cxnLst/>
              <a:rect l="l" t="t" r="r" b="b"/>
              <a:pathLst>
                <a:path w="635000" h="635000">
                  <a:moveTo>
                    <a:pt x="317500" y="0"/>
                  </a:moveTo>
                  <a:arcTo wR="317500" hR="317500" stAng="16200000" swAng="18360000"/>
                  <a:lnTo>
                    <a:pt x="317500" y="317500"/>
                  </a:lnTo>
                  <a:close/>
                </a:path>
                <a:path w="635000" h="635000" fill="none">
                  <a:moveTo>
                    <a:pt x="60637" y="130878"/>
                  </a:moveTo>
                  <a:arcTo wR="317500" hR="317500" stAng="12960000" swAng="3240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16" name="Harvey 86/100 [86]">
              <a:extLst>
                <a:ext uri="{FF2B5EF4-FFF2-40B4-BE49-F238E27FC236}">
                  <a16:creationId xmlns:a16="http://schemas.microsoft.com/office/drawing/2014/main" id="{85E1AF41-C21D-4514-B37E-CC830BC09C0A}"/>
                </a:ext>
              </a:extLst>
            </p:cNvPr>
            <p:cNvSpPr>
              <a:spLocks noChangeAspect="1"/>
            </p:cNvSpPr>
            <p:nvPr>
              <p:custDataLst>
                <p:tags r:id="rId122"/>
              </p:custDataLst>
            </p:nvPr>
          </p:nvSpPr>
          <p:spPr>
            <a:xfrm>
              <a:off x="4334905" y="3282696"/>
              <a:ext cx="292608" cy="292608"/>
            </a:xfrm>
            <a:custGeom>
              <a:avLst/>
              <a:gdLst/>
              <a:ahLst/>
              <a:cxnLst/>
              <a:rect l="l" t="t" r="r" b="b"/>
              <a:pathLst>
                <a:path w="635000" h="635000">
                  <a:moveTo>
                    <a:pt x="317500" y="0"/>
                  </a:moveTo>
                  <a:arcTo wR="317500" hR="317500" stAng="16200000" swAng="18576000"/>
                  <a:lnTo>
                    <a:pt x="317500" y="317500"/>
                  </a:lnTo>
                  <a:close/>
                </a:path>
                <a:path w="635000" h="635000" fill="none">
                  <a:moveTo>
                    <a:pt x="72862" y="115117"/>
                  </a:moveTo>
                  <a:arcTo wR="317500" hR="317500" stAng="13176000" swAng="3024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17" name="Harvey 87/100 [87]">
              <a:extLst>
                <a:ext uri="{FF2B5EF4-FFF2-40B4-BE49-F238E27FC236}">
                  <a16:creationId xmlns:a16="http://schemas.microsoft.com/office/drawing/2014/main" id="{E3948F2E-FD5F-4107-B122-9AC75FE0CD9E}"/>
                </a:ext>
              </a:extLst>
            </p:cNvPr>
            <p:cNvSpPr>
              <a:spLocks noChangeAspect="1"/>
            </p:cNvSpPr>
            <p:nvPr>
              <p:custDataLst>
                <p:tags r:id="rId123"/>
              </p:custDataLst>
            </p:nvPr>
          </p:nvSpPr>
          <p:spPr>
            <a:xfrm>
              <a:off x="4334905" y="3282696"/>
              <a:ext cx="292608" cy="292608"/>
            </a:xfrm>
            <a:custGeom>
              <a:avLst/>
              <a:gdLst/>
              <a:ahLst/>
              <a:cxnLst/>
              <a:rect l="l" t="t" r="r" b="b"/>
              <a:pathLst>
                <a:path w="635000" h="635000">
                  <a:moveTo>
                    <a:pt x="317500" y="0"/>
                  </a:moveTo>
                  <a:arcTo wR="317500" hR="317500" stAng="16200000" swAng="18792000"/>
                  <a:lnTo>
                    <a:pt x="317500" y="317500"/>
                  </a:lnTo>
                  <a:close/>
                </a:path>
                <a:path w="635000" h="635000" fill="none">
                  <a:moveTo>
                    <a:pt x="86052" y="100156"/>
                  </a:moveTo>
                  <a:arcTo wR="317500" hR="317500" stAng="13392000" swAng="2808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18" name="Harvey 88/100 [88]">
              <a:extLst>
                <a:ext uri="{FF2B5EF4-FFF2-40B4-BE49-F238E27FC236}">
                  <a16:creationId xmlns:a16="http://schemas.microsoft.com/office/drawing/2014/main" id="{744E57ED-019F-4A8B-A06E-9FB965FEBB23}"/>
                </a:ext>
              </a:extLst>
            </p:cNvPr>
            <p:cNvSpPr>
              <a:spLocks noChangeAspect="1"/>
            </p:cNvSpPr>
            <p:nvPr>
              <p:custDataLst>
                <p:tags r:id="rId124"/>
              </p:custDataLst>
            </p:nvPr>
          </p:nvSpPr>
          <p:spPr>
            <a:xfrm>
              <a:off x="4334905" y="3282696"/>
              <a:ext cx="292608" cy="292608"/>
            </a:xfrm>
            <a:custGeom>
              <a:avLst/>
              <a:gdLst/>
              <a:ahLst/>
              <a:cxnLst/>
              <a:rect l="l" t="t" r="r" b="b"/>
              <a:pathLst>
                <a:path w="635000" h="635000">
                  <a:moveTo>
                    <a:pt x="317500" y="0"/>
                  </a:moveTo>
                  <a:arcTo wR="317500" hR="317500" stAng="16200000" swAng="19008000"/>
                  <a:lnTo>
                    <a:pt x="317500" y="317500"/>
                  </a:lnTo>
                  <a:close/>
                </a:path>
                <a:path w="635000" h="635000" fill="none">
                  <a:moveTo>
                    <a:pt x="100156" y="86052"/>
                  </a:moveTo>
                  <a:arcTo wR="317500" hR="317500" stAng="13608000" swAng="2591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19" name="Harvey 89/100 [89]">
              <a:extLst>
                <a:ext uri="{FF2B5EF4-FFF2-40B4-BE49-F238E27FC236}">
                  <a16:creationId xmlns:a16="http://schemas.microsoft.com/office/drawing/2014/main" id="{5567719B-31CA-4A86-801E-E0531122E504}"/>
                </a:ext>
              </a:extLst>
            </p:cNvPr>
            <p:cNvSpPr>
              <a:spLocks noChangeAspect="1"/>
            </p:cNvSpPr>
            <p:nvPr>
              <p:custDataLst>
                <p:tags r:id="rId125"/>
              </p:custDataLst>
            </p:nvPr>
          </p:nvSpPr>
          <p:spPr>
            <a:xfrm>
              <a:off x="4334905" y="3282696"/>
              <a:ext cx="292608" cy="292608"/>
            </a:xfrm>
            <a:custGeom>
              <a:avLst/>
              <a:gdLst/>
              <a:ahLst/>
              <a:cxnLst/>
              <a:rect l="l" t="t" r="r" b="b"/>
              <a:pathLst>
                <a:path w="635000" h="635000">
                  <a:moveTo>
                    <a:pt x="317500" y="0"/>
                  </a:moveTo>
                  <a:arcTo wR="317500" hR="317500" stAng="16200000" swAng="19224000"/>
                  <a:lnTo>
                    <a:pt x="317500" y="317500"/>
                  </a:lnTo>
                  <a:close/>
                </a:path>
                <a:path w="635000" h="635000" fill="none">
                  <a:moveTo>
                    <a:pt x="115117" y="72862"/>
                  </a:moveTo>
                  <a:arcTo wR="317500" hR="317500" stAng="13823999" swAng="2375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20" name="Harvey 90/100 [90]">
              <a:extLst>
                <a:ext uri="{FF2B5EF4-FFF2-40B4-BE49-F238E27FC236}">
                  <a16:creationId xmlns:a16="http://schemas.microsoft.com/office/drawing/2014/main" id="{2CD4B3A1-B882-43A6-A4CA-C9FCA394B28B}"/>
                </a:ext>
              </a:extLst>
            </p:cNvPr>
            <p:cNvSpPr>
              <a:spLocks noChangeAspect="1"/>
            </p:cNvSpPr>
            <p:nvPr>
              <p:custDataLst>
                <p:tags r:id="rId126"/>
              </p:custDataLst>
            </p:nvPr>
          </p:nvSpPr>
          <p:spPr>
            <a:xfrm>
              <a:off x="4334905" y="3282696"/>
              <a:ext cx="292608" cy="292608"/>
            </a:xfrm>
            <a:custGeom>
              <a:avLst/>
              <a:gdLst/>
              <a:ahLst/>
              <a:cxnLst/>
              <a:rect l="l" t="t" r="r" b="b"/>
              <a:pathLst>
                <a:path w="635000" h="635000">
                  <a:moveTo>
                    <a:pt x="317500" y="0"/>
                  </a:moveTo>
                  <a:arcTo wR="317500" hR="317500" stAng="16200000" swAng="19440000"/>
                  <a:lnTo>
                    <a:pt x="317500" y="317500"/>
                  </a:lnTo>
                  <a:close/>
                </a:path>
                <a:path w="635000" h="635000" fill="none">
                  <a:moveTo>
                    <a:pt x="130878" y="60637"/>
                  </a:moveTo>
                  <a:arcTo wR="317500" hR="317500" stAng="14040000" swAng="2159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21" name="Harvey 91/100 [91]">
              <a:extLst>
                <a:ext uri="{FF2B5EF4-FFF2-40B4-BE49-F238E27FC236}">
                  <a16:creationId xmlns:a16="http://schemas.microsoft.com/office/drawing/2014/main" id="{68606D93-5175-4900-AD89-6D0710AFE75F}"/>
                </a:ext>
              </a:extLst>
            </p:cNvPr>
            <p:cNvSpPr>
              <a:spLocks noChangeAspect="1"/>
            </p:cNvSpPr>
            <p:nvPr>
              <p:custDataLst>
                <p:tags r:id="rId127"/>
              </p:custDataLst>
            </p:nvPr>
          </p:nvSpPr>
          <p:spPr>
            <a:xfrm>
              <a:off x="4334905" y="3282696"/>
              <a:ext cx="292608" cy="292608"/>
            </a:xfrm>
            <a:custGeom>
              <a:avLst/>
              <a:gdLst/>
              <a:ahLst/>
              <a:cxnLst/>
              <a:rect l="l" t="t" r="r" b="b"/>
              <a:pathLst>
                <a:path w="635000" h="635000">
                  <a:moveTo>
                    <a:pt x="317500" y="0"/>
                  </a:moveTo>
                  <a:arcTo wR="317500" hR="317500" stAng="16200000" swAng="19656000"/>
                  <a:lnTo>
                    <a:pt x="317500" y="317500"/>
                  </a:lnTo>
                  <a:close/>
                </a:path>
                <a:path w="635000" h="635000" fill="none">
                  <a:moveTo>
                    <a:pt x="147374" y="49425"/>
                  </a:moveTo>
                  <a:arcTo wR="317500" hR="317500" stAng="14256000" swAng="1943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22" name="Harvey 92/100 [92]">
              <a:extLst>
                <a:ext uri="{FF2B5EF4-FFF2-40B4-BE49-F238E27FC236}">
                  <a16:creationId xmlns:a16="http://schemas.microsoft.com/office/drawing/2014/main" id="{7EE30864-DDCC-4BBA-B70A-48810E224581}"/>
                </a:ext>
              </a:extLst>
            </p:cNvPr>
            <p:cNvSpPr>
              <a:spLocks noChangeAspect="1"/>
            </p:cNvSpPr>
            <p:nvPr>
              <p:custDataLst>
                <p:tags r:id="rId128"/>
              </p:custDataLst>
            </p:nvPr>
          </p:nvSpPr>
          <p:spPr>
            <a:xfrm>
              <a:off x="4334905" y="3282696"/>
              <a:ext cx="292608" cy="292608"/>
            </a:xfrm>
            <a:custGeom>
              <a:avLst/>
              <a:gdLst/>
              <a:ahLst/>
              <a:cxnLst/>
              <a:rect l="l" t="t" r="r" b="b"/>
              <a:pathLst>
                <a:path w="635000" h="635000">
                  <a:moveTo>
                    <a:pt x="317500" y="0"/>
                  </a:moveTo>
                  <a:arcTo wR="317500" hR="317500" stAng="16200000" swAng="19872000"/>
                  <a:lnTo>
                    <a:pt x="317500" y="317500"/>
                  </a:lnTo>
                  <a:close/>
                </a:path>
                <a:path w="635000" h="635000" fill="none">
                  <a:moveTo>
                    <a:pt x="164543" y="39272"/>
                  </a:moveTo>
                  <a:arcTo wR="317500" hR="317500" stAng="14472000" swAng="1727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23" name="Harvey 93/100 [93]">
              <a:extLst>
                <a:ext uri="{FF2B5EF4-FFF2-40B4-BE49-F238E27FC236}">
                  <a16:creationId xmlns:a16="http://schemas.microsoft.com/office/drawing/2014/main" id="{608CA488-A707-4C7A-9287-9DA9A38ED3D4}"/>
                </a:ext>
              </a:extLst>
            </p:cNvPr>
            <p:cNvSpPr>
              <a:spLocks noChangeAspect="1"/>
            </p:cNvSpPr>
            <p:nvPr>
              <p:custDataLst>
                <p:tags r:id="rId129"/>
              </p:custDataLst>
            </p:nvPr>
          </p:nvSpPr>
          <p:spPr>
            <a:xfrm>
              <a:off x="4334905" y="3282696"/>
              <a:ext cx="292608" cy="292608"/>
            </a:xfrm>
            <a:custGeom>
              <a:avLst/>
              <a:gdLst/>
              <a:ahLst/>
              <a:cxnLst/>
              <a:rect l="l" t="t" r="r" b="b"/>
              <a:pathLst>
                <a:path w="635000" h="635000">
                  <a:moveTo>
                    <a:pt x="317500" y="0"/>
                  </a:moveTo>
                  <a:arcTo wR="317500" hR="317500" stAng="16200000" swAng="20088000"/>
                  <a:lnTo>
                    <a:pt x="317500" y="317500"/>
                  </a:lnTo>
                  <a:close/>
                </a:path>
                <a:path w="635000" h="635000" fill="none">
                  <a:moveTo>
                    <a:pt x="182315" y="30217"/>
                  </a:moveTo>
                  <a:arcTo wR="317500" hR="317500" stAng="14688000" swAng="1511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24" name="Harvey 94/100 [94]">
              <a:extLst>
                <a:ext uri="{FF2B5EF4-FFF2-40B4-BE49-F238E27FC236}">
                  <a16:creationId xmlns:a16="http://schemas.microsoft.com/office/drawing/2014/main" id="{FE1836A9-F92A-4F07-BBB8-2274E290E952}"/>
                </a:ext>
              </a:extLst>
            </p:cNvPr>
            <p:cNvSpPr>
              <a:spLocks noChangeAspect="1"/>
            </p:cNvSpPr>
            <p:nvPr>
              <p:custDataLst>
                <p:tags r:id="rId130"/>
              </p:custDataLst>
            </p:nvPr>
          </p:nvSpPr>
          <p:spPr>
            <a:xfrm>
              <a:off x="4334905" y="3282696"/>
              <a:ext cx="292608" cy="292608"/>
            </a:xfrm>
            <a:custGeom>
              <a:avLst/>
              <a:gdLst/>
              <a:ahLst/>
              <a:cxnLst/>
              <a:rect l="l" t="t" r="r" b="b"/>
              <a:pathLst>
                <a:path w="635000" h="635000">
                  <a:moveTo>
                    <a:pt x="317500" y="0"/>
                  </a:moveTo>
                  <a:arcTo wR="317500" hR="317500" stAng="16200000" swAng="20304000"/>
                  <a:lnTo>
                    <a:pt x="317500" y="317500"/>
                  </a:lnTo>
                  <a:close/>
                </a:path>
                <a:path w="635000" h="635000" fill="none">
                  <a:moveTo>
                    <a:pt x="200620" y="22295"/>
                  </a:moveTo>
                  <a:arcTo wR="317500" hR="317500" stAng="14903999" swAng="129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25" name="Harvey 95/100 [95]">
              <a:extLst>
                <a:ext uri="{FF2B5EF4-FFF2-40B4-BE49-F238E27FC236}">
                  <a16:creationId xmlns:a16="http://schemas.microsoft.com/office/drawing/2014/main" id="{3169BE73-7F99-46E3-BDA9-D9BB85BE343E}"/>
                </a:ext>
              </a:extLst>
            </p:cNvPr>
            <p:cNvSpPr>
              <a:spLocks noChangeAspect="1"/>
            </p:cNvSpPr>
            <p:nvPr>
              <p:custDataLst>
                <p:tags r:id="rId131"/>
              </p:custDataLst>
            </p:nvPr>
          </p:nvSpPr>
          <p:spPr>
            <a:xfrm>
              <a:off x="4334905" y="3282696"/>
              <a:ext cx="292608" cy="292608"/>
            </a:xfrm>
            <a:custGeom>
              <a:avLst/>
              <a:gdLst/>
              <a:ahLst/>
              <a:cxnLst/>
              <a:rect l="l" t="t" r="r" b="b"/>
              <a:pathLst>
                <a:path w="635000" h="635000">
                  <a:moveTo>
                    <a:pt x="317500" y="0"/>
                  </a:moveTo>
                  <a:arcTo wR="317500" hR="317500" stAng="16200000" swAng="20520000"/>
                  <a:lnTo>
                    <a:pt x="317500" y="317500"/>
                  </a:lnTo>
                  <a:close/>
                </a:path>
                <a:path w="635000" h="635000" fill="none">
                  <a:moveTo>
                    <a:pt x="219387" y="15539"/>
                  </a:moveTo>
                  <a:arcTo wR="317500" hR="317500" stAng="15120000" swAng="1080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26" name="Harvey 96/100 [96]">
              <a:extLst>
                <a:ext uri="{FF2B5EF4-FFF2-40B4-BE49-F238E27FC236}">
                  <a16:creationId xmlns:a16="http://schemas.microsoft.com/office/drawing/2014/main" id="{12E3B5ED-B1AB-4A99-BD20-FF638135BE37}"/>
                </a:ext>
              </a:extLst>
            </p:cNvPr>
            <p:cNvSpPr>
              <a:spLocks noChangeAspect="1"/>
            </p:cNvSpPr>
            <p:nvPr>
              <p:custDataLst>
                <p:tags r:id="rId132"/>
              </p:custDataLst>
            </p:nvPr>
          </p:nvSpPr>
          <p:spPr>
            <a:xfrm>
              <a:off x="4334905" y="3282696"/>
              <a:ext cx="292608" cy="292608"/>
            </a:xfrm>
            <a:custGeom>
              <a:avLst/>
              <a:gdLst/>
              <a:ahLst/>
              <a:cxnLst/>
              <a:rect l="l" t="t" r="r" b="b"/>
              <a:pathLst>
                <a:path w="635000" h="635000">
                  <a:moveTo>
                    <a:pt x="317500" y="0"/>
                  </a:moveTo>
                  <a:arcTo wR="317500" hR="317500" stAng="16200000" swAng="20735999"/>
                  <a:lnTo>
                    <a:pt x="317500" y="317500"/>
                  </a:lnTo>
                  <a:close/>
                </a:path>
                <a:path w="635000" h="635000" fill="none">
                  <a:moveTo>
                    <a:pt x="238540" y="9974"/>
                  </a:moveTo>
                  <a:arcTo wR="317500" hR="317500" stAng="15335999" swAng="864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27" name="Harvey 97/100 [97]">
              <a:extLst>
                <a:ext uri="{FF2B5EF4-FFF2-40B4-BE49-F238E27FC236}">
                  <a16:creationId xmlns:a16="http://schemas.microsoft.com/office/drawing/2014/main" id="{75A7FEAD-6C4B-4F7A-BB60-3A68D96114DE}"/>
                </a:ext>
              </a:extLst>
            </p:cNvPr>
            <p:cNvSpPr>
              <a:spLocks noChangeAspect="1"/>
            </p:cNvSpPr>
            <p:nvPr>
              <p:custDataLst>
                <p:tags r:id="rId133"/>
              </p:custDataLst>
            </p:nvPr>
          </p:nvSpPr>
          <p:spPr>
            <a:xfrm>
              <a:off x="4334905" y="3282696"/>
              <a:ext cx="292608" cy="292608"/>
            </a:xfrm>
            <a:custGeom>
              <a:avLst/>
              <a:gdLst/>
              <a:ahLst/>
              <a:cxnLst/>
              <a:rect l="l" t="t" r="r" b="b"/>
              <a:pathLst>
                <a:path w="635000" h="635000">
                  <a:moveTo>
                    <a:pt x="317500" y="0"/>
                  </a:moveTo>
                  <a:arcTo wR="317500" hR="317500" stAng="16200000" swAng="20952000"/>
                  <a:lnTo>
                    <a:pt x="317500" y="317500"/>
                  </a:lnTo>
                  <a:close/>
                </a:path>
                <a:path w="635000" h="635000" fill="none">
                  <a:moveTo>
                    <a:pt x="258006" y="5623"/>
                  </a:moveTo>
                  <a:arcTo wR="317500" hR="317500" stAng="15552000" swAng="648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28" name="Harvey 98/100 [98]">
              <a:extLst>
                <a:ext uri="{FF2B5EF4-FFF2-40B4-BE49-F238E27FC236}">
                  <a16:creationId xmlns:a16="http://schemas.microsoft.com/office/drawing/2014/main" id="{C4B5128E-9380-4C38-A1EB-CB12E7401609}"/>
                </a:ext>
              </a:extLst>
            </p:cNvPr>
            <p:cNvSpPr>
              <a:spLocks noChangeAspect="1"/>
            </p:cNvSpPr>
            <p:nvPr>
              <p:custDataLst>
                <p:tags r:id="rId134"/>
              </p:custDataLst>
            </p:nvPr>
          </p:nvSpPr>
          <p:spPr>
            <a:xfrm>
              <a:off x="4334905" y="3282696"/>
              <a:ext cx="292608" cy="292608"/>
            </a:xfrm>
            <a:custGeom>
              <a:avLst/>
              <a:gdLst/>
              <a:ahLst/>
              <a:cxnLst/>
              <a:rect l="l" t="t" r="r" b="b"/>
              <a:pathLst>
                <a:path w="635000" h="635000">
                  <a:moveTo>
                    <a:pt x="317500" y="0"/>
                  </a:moveTo>
                  <a:arcTo wR="317500" hR="317500" stAng="16200000" swAng="21168000"/>
                  <a:lnTo>
                    <a:pt x="317500" y="317500"/>
                  </a:lnTo>
                  <a:close/>
                </a:path>
                <a:path w="635000" h="635000" fill="none">
                  <a:moveTo>
                    <a:pt x="277706" y="2503"/>
                  </a:moveTo>
                  <a:arcTo wR="317500" hR="317500" stAng="15768000" swAng="432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29" name="Harvey 99/100 [99]">
              <a:extLst>
                <a:ext uri="{FF2B5EF4-FFF2-40B4-BE49-F238E27FC236}">
                  <a16:creationId xmlns:a16="http://schemas.microsoft.com/office/drawing/2014/main" id="{50F634E4-E5B9-4DA6-9F91-8AF5B6ACF1FB}"/>
                </a:ext>
              </a:extLst>
            </p:cNvPr>
            <p:cNvSpPr>
              <a:spLocks noChangeAspect="1"/>
            </p:cNvSpPr>
            <p:nvPr>
              <p:custDataLst>
                <p:tags r:id="rId135"/>
              </p:custDataLst>
            </p:nvPr>
          </p:nvSpPr>
          <p:spPr>
            <a:xfrm>
              <a:off x="4334905" y="3282696"/>
              <a:ext cx="292608" cy="292608"/>
            </a:xfrm>
            <a:custGeom>
              <a:avLst/>
              <a:gdLst/>
              <a:ahLst/>
              <a:cxnLst/>
              <a:rect l="l" t="t" r="r" b="b"/>
              <a:pathLst>
                <a:path w="635000" h="635000">
                  <a:moveTo>
                    <a:pt x="317500" y="0"/>
                  </a:moveTo>
                  <a:arcTo wR="317500" hR="317500" stAng="16200000" swAng="21384000"/>
                  <a:lnTo>
                    <a:pt x="317500" y="317500"/>
                  </a:lnTo>
                  <a:close/>
                </a:path>
                <a:path w="635000" h="635000" fill="none">
                  <a:moveTo>
                    <a:pt x="297564" y="626"/>
                  </a:moveTo>
                  <a:arcTo wR="317500" hR="317500" stAng="15983999" swAng="21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30" name="Harvey 100/100 [100]">
              <a:extLst>
                <a:ext uri="{FF2B5EF4-FFF2-40B4-BE49-F238E27FC236}">
                  <a16:creationId xmlns:a16="http://schemas.microsoft.com/office/drawing/2014/main" id="{94AA53CD-8233-470E-AFEE-0BCC721BFAE9}"/>
                </a:ext>
              </a:extLst>
            </p:cNvPr>
            <p:cNvSpPr>
              <a:spLocks noChangeAspect="1"/>
            </p:cNvSpPr>
            <p:nvPr>
              <p:custDataLst>
                <p:tags r:id="rId136"/>
              </p:custDataLst>
            </p:nvPr>
          </p:nvSpPr>
          <p:spPr>
            <a:xfrm>
              <a:off x="4334905" y="3282696"/>
              <a:ext cx="292608" cy="292608"/>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txBody>
            <a:bodyPr/>
            <a:lstStyle/>
            <a:p>
              <a:endParaRPr lang="en-GB" b="0" i="0">
                <a:latin typeface="Arial" panose="020B0604020202020204" pitchFamily="34" charset="0"/>
              </a:endParaRPr>
            </a:p>
          </p:txBody>
        </p:sp>
      </p:grpSp>
      <p:sp>
        <p:nvSpPr>
          <p:cNvPr id="131" name="Footnote [Placeholder]" hidden="1">
            <a:extLst>
              <a:ext uri="{FF2B5EF4-FFF2-40B4-BE49-F238E27FC236}">
                <a16:creationId xmlns:a16="http://schemas.microsoft.com/office/drawing/2014/main" id="{1B41FB17-6D57-4EE1-9C4C-9C305D5D6BEC}"/>
              </a:ext>
            </a:extLst>
          </p:cNvPr>
          <p:cNvSpPr txBox="1"/>
          <p:nvPr userDrawn="1"/>
        </p:nvSpPr>
        <p:spPr>
          <a:xfrm>
            <a:off x="503238" y="5984668"/>
            <a:ext cx="10188208" cy="138499"/>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en-US" sz="900" b="0" i="0" kern="0">
                <a:latin typeface="Arial" panose="020B0604020202020204" pitchFamily="34" charset="0"/>
                <a:ea typeface="Arial Unicode MS" pitchFamily="34" charset="-128"/>
                <a:cs typeface="Arial Unicode MS" pitchFamily="34" charset="-128"/>
              </a:rPr>
              <a:t>(r) Footnote</a:t>
            </a:r>
          </a:p>
        </p:txBody>
      </p:sp>
      <p:sp>
        <p:nvSpPr>
          <p:cNvPr id="132" name="Responsible [Sticker]" hidden="1">
            <a:extLst>
              <a:ext uri="{FF2B5EF4-FFF2-40B4-BE49-F238E27FC236}">
                <a16:creationId xmlns:a16="http://schemas.microsoft.com/office/drawing/2014/main" id="{3CB674C2-91C9-46E6-8AB4-E90ABF1CAFE0}"/>
              </a:ext>
            </a:extLst>
          </p:cNvPr>
          <p:cNvSpPr>
            <a:spLocks/>
          </p:cNvSpPr>
          <p:nvPr userDrawn="1"/>
        </p:nvSpPr>
        <p:spPr>
          <a:xfrm>
            <a:off x="10071105" y="896931"/>
            <a:ext cx="2124070" cy="59540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Arial" panose="020B0604020202020204" pitchFamily="34" charset="0"/>
                <a:ea typeface="+mn-ea"/>
                <a:cs typeface="+mn-cs"/>
              </a:rPr>
              <a:t>Responsible:</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Arial" panose="020B0604020202020204" pitchFamily="34" charset="0"/>
                <a:ea typeface="+mn-ea"/>
                <a:cs typeface="+mn-cs"/>
              </a:rPr>
              <a:t>Name Lastname</a:t>
            </a:r>
          </a:p>
        </p:txBody>
      </p:sp>
      <p:sp>
        <p:nvSpPr>
          <p:cNvPr id="133" name="Discussion [Sticker]" hidden="1">
            <a:extLst>
              <a:ext uri="{FF2B5EF4-FFF2-40B4-BE49-F238E27FC236}">
                <a16:creationId xmlns:a16="http://schemas.microsoft.com/office/drawing/2014/main" id="{7C793D27-9296-461C-878D-BA16CBD91587}"/>
              </a:ext>
            </a:extLst>
          </p:cNvPr>
          <p:cNvSpPr>
            <a:spLocks/>
          </p:cNvSpPr>
          <p:nvPr userDrawn="1"/>
        </p:nvSpPr>
        <p:spPr>
          <a:xfrm>
            <a:off x="10071105" y="896921"/>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Arial" panose="020B0604020202020204" pitchFamily="34" charset="0"/>
                <a:ea typeface="Roboto Medium" panose="02000000000000000000" pitchFamily="2" charset="0"/>
                <a:cs typeface="+mn-cs"/>
              </a:rPr>
              <a:t>For discussion</a:t>
            </a:r>
          </a:p>
        </p:txBody>
      </p:sp>
      <p:sp>
        <p:nvSpPr>
          <p:cNvPr id="134" name="Internal [Sticker]" hidden="1">
            <a:extLst>
              <a:ext uri="{FF2B5EF4-FFF2-40B4-BE49-F238E27FC236}">
                <a16:creationId xmlns:a16="http://schemas.microsoft.com/office/drawing/2014/main" id="{704CE42F-5A9B-4CC0-8048-99928A53C0C4}"/>
              </a:ext>
            </a:extLst>
          </p:cNvPr>
          <p:cNvSpPr>
            <a:spLocks/>
          </p:cNvSpPr>
          <p:nvPr userDrawn="1"/>
        </p:nvSpPr>
        <p:spPr>
          <a:xfrm>
            <a:off x="10071105" y="896921"/>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Arial" panose="020B0604020202020204" pitchFamily="34" charset="0"/>
                <a:ea typeface="+mn-ea"/>
                <a:cs typeface="+mn-cs"/>
              </a:rPr>
              <a:t>Internal use only</a:t>
            </a:r>
          </a:p>
        </p:txBody>
      </p:sp>
      <p:sp>
        <p:nvSpPr>
          <p:cNvPr id="135" name="Final [Sticker]" hidden="1">
            <a:extLst>
              <a:ext uri="{FF2B5EF4-FFF2-40B4-BE49-F238E27FC236}">
                <a16:creationId xmlns:a16="http://schemas.microsoft.com/office/drawing/2014/main" id="{348603E9-9858-4213-9B5B-929AD136906A}"/>
              </a:ext>
            </a:extLst>
          </p:cNvPr>
          <p:cNvSpPr>
            <a:spLocks/>
          </p:cNvSpPr>
          <p:nvPr userDrawn="1"/>
        </p:nvSpPr>
        <p:spPr>
          <a:xfrm>
            <a:off x="10071105" y="896921"/>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Arial" panose="020B0604020202020204" pitchFamily="34" charset="0"/>
                <a:ea typeface="+mn-ea"/>
                <a:cs typeface="+mn-cs"/>
              </a:rPr>
              <a:t>Final slide</a:t>
            </a:r>
          </a:p>
        </p:txBody>
      </p:sp>
      <p:sp>
        <p:nvSpPr>
          <p:cNvPr id="136" name="Backup [Sticker]" hidden="1">
            <a:extLst>
              <a:ext uri="{FF2B5EF4-FFF2-40B4-BE49-F238E27FC236}">
                <a16:creationId xmlns:a16="http://schemas.microsoft.com/office/drawing/2014/main" id="{7EEB833A-9AFC-4A66-8469-9D3897CE1E66}"/>
              </a:ext>
            </a:extLst>
          </p:cNvPr>
          <p:cNvSpPr>
            <a:spLocks/>
          </p:cNvSpPr>
          <p:nvPr userDrawn="1"/>
        </p:nvSpPr>
        <p:spPr>
          <a:xfrm>
            <a:off x="10071105" y="896921"/>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Arial" panose="020B0604020202020204" pitchFamily="34" charset="0"/>
                <a:ea typeface="+mn-ea"/>
                <a:cs typeface="+mn-cs"/>
              </a:rPr>
              <a:t>Backup</a:t>
            </a:r>
          </a:p>
        </p:txBody>
      </p:sp>
      <p:sp>
        <p:nvSpPr>
          <p:cNvPr id="137" name="Update [Sticker]" hidden="1">
            <a:extLst>
              <a:ext uri="{FF2B5EF4-FFF2-40B4-BE49-F238E27FC236}">
                <a16:creationId xmlns:a16="http://schemas.microsoft.com/office/drawing/2014/main" id="{D41FF937-AB04-46EE-82EF-FCE26A919A7B}"/>
              </a:ext>
            </a:extLst>
          </p:cNvPr>
          <p:cNvSpPr>
            <a:spLocks/>
          </p:cNvSpPr>
          <p:nvPr userDrawn="1"/>
        </p:nvSpPr>
        <p:spPr>
          <a:xfrm>
            <a:off x="10071105" y="896921"/>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Arial" panose="020B0604020202020204" pitchFamily="34" charset="0"/>
                <a:ea typeface="+mn-ea"/>
                <a:cs typeface="+mn-cs"/>
              </a:rPr>
              <a:t>Update data</a:t>
            </a:r>
          </a:p>
        </p:txBody>
      </p:sp>
      <p:sp>
        <p:nvSpPr>
          <p:cNvPr id="138" name="Dummy [Sticker]" hidden="1">
            <a:extLst>
              <a:ext uri="{FF2B5EF4-FFF2-40B4-BE49-F238E27FC236}">
                <a16:creationId xmlns:a16="http://schemas.microsoft.com/office/drawing/2014/main" id="{06C5579C-7A02-48D6-A733-4B9E6D9F1443}"/>
              </a:ext>
            </a:extLst>
          </p:cNvPr>
          <p:cNvSpPr>
            <a:spLocks/>
          </p:cNvSpPr>
          <p:nvPr userDrawn="1"/>
        </p:nvSpPr>
        <p:spPr>
          <a:xfrm>
            <a:off x="10071105" y="896920"/>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Arial" panose="020B0604020202020204" pitchFamily="34" charset="0"/>
              </a:rPr>
              <a:t>Dummy data</a:t>
            </a:r>
          </a:p>
        </p:txBody>
      </p:sp>
      <p:sp>
        <p:nvSpPr>
          <p:cNvPr id="139" name="Formatting [Comment]" hidden="1">
            <a:extLst>
              <a:ext uri="{FF2B5EF4-FFF2-40B4-BE49-F238E27FC236}">
                <a16:creationId xmlns:a16="http://schemas.microsoft.com/office/drawing/2014/main" id="{89EB4C18-DFF3-4A27-ACBB-99DCDC8961A8}"/>
              </a:ext>
            </a:extLst>
          </p:cNvPr>
          <p:cNvSpPr>
            <a:spLocks/>
          </p:cNvSpPr>
          <p:nvPr userDrawn="1"/>
        </p:nvSpPr>
        <p:spPr>
          <a:xfrm>
            <a:off x="9483344" y="1097679"/>
            <a:ext cx="2479101" cy="1277432"/>
          </a:xfrm>
          <a:prstGeom prst="wedgeRectCallout">
            <a:avLst/>
          </a:prstGeom>
          <a:solidFill>
            <a:srgbClr val="FFFF00"/>
          </a:solidFill>
          <a:ln w="12700" cap="flat" cmpd="sng" algn="ctr">
            <a:solidFill>
              <a:srgbClr val="000000"/>
            </a:solidFill>
            <a:prstDash val="solid"/>
            <a:miter lim="800000"/>
          </a:ln>
          <a:effectLst/>
        </p:spPr>
        <p:txBody>
          <a:bodyPr lIns="143252" tIns="143252" rIns="143252" bIns="143252"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A0A0A"/>
                </a:solidFill>
                <a:effectLst/>
                <a:uLnTx/>
                <a:uFillTx/>
                <a:latin typeface="Arial" panose="020B0604020202020204" pitchFamily="34" charset="0"/>
              </a:rPr>
              <a:t>&lt;initials&gt; &lt;date&gt;</a:t>
            </a:r>
            <a:r>
              <a:rPr kumimoji="0" lang="en-US" sz="1200" b="0" i="0" u="none" strike="noStrike" kern="0" cap="none" spc="0" normalizeH="0" baseline="0" noProof="0" err="1">
                <a:ln>
                  <a:noFill/>
                </a:ln>
                <a:solidFill>
                  <a:srgbClr val="0A0A0A"/>
                </a:solidFill>
                <a:effectLst/>
                <a:uLnTx/>
                <a:uFillTx/>
                <a:latin typeface="Arial" panose="020B0604020202020204" pitchFamily="34" charset="0"/>
              </a:rPr>
              <a:t>yyyy</a:t>
            </a:r>
            <a:r>
              <a:rPr kumimoji="0" lang="en-US" sz="1200" b="0" i="0" u="none" strike="noStrike" kern="0" cap="none" spc="0" normalizeH="0" baseline="0" noProof="0">
                <a:ln>
                  <a:noFill/>
                </a:ln>
                <a:solidFill>
                  <a:srgbClr val="0A0A0A"/>
                </a:solidFill>
                <a:effectLst/>
                <a:uLnTx/>
                <a:uFillTx/>
                <a:latin typeface="Arial" panose="020B0604020202020204" pitchFamily="34" charset="0"/>
              </a:rPr>
              <a:t>-MM-dd </a:t>
            </a:r>
            <a:r>
              <a:rPr kumimoji="0" lang="en-US" sz="1200" b="0" i="0" u="none" strike="noStrike" kern="0" cap="none" spc="0" normalizeH="0" baseline="0" noProof="0" err="1">
                <a:ln>
                  <a:noFill/>
                </a:ln>
                <a:solidFill>
                  <a:srgbClr val="0A0A0A"/>
                </a:solidFill>
                <a:effectLst/>
                <a:uLnTx/>
                <a:uFillTx/>
                <a:latin typeface="Arial" panose="020B0604020202020204" pitchFamily="34" charset="0"/>
              </a:rPr>
              <a:t>hh:mm</a:t>
            </a:r>
            <a:r>
              <a:rPr kumimoji="0" lang="en-US" sz="1200" b="0" i="0" u="none" strike="noStrike" kern="0" cap="none" spc="0" normalizeH="0" baseline="0" noProof="0">
                <a:ln>
                  <a:noFill/>
                </a:ln>
                <a:solidFill>
                  <a:srgbClr val="0A0A0A"/>
                </a:solidFill>
                <a:effectLst/>
                <a:uLnTx/>
                <a:uFillTx/>
                <a:latin typeface="Arial" panose="020B0604020202020204" pitchFamily="34" charset="0"/>
              </a:rPr>
              <a:t>&lt;/date&gt;: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0A0A0A"/>
              </a:solidFill>
              <a:effectLst/>
              <a:uLnTx/>
              <a:uFillTx/>
              <a:latin typeface="Arial" panose="020B0604020202020204" pitchFamily="34" charset="0"/>
            </a:endParaRPr>
          </a:p>
        </p:txBody>
      </p:sp>
      <p:sp>
        <p:nvSpPr>
          <p:cNvPr id="140" name="Content [Comment]" hidden="1">
            <a:extLst>
              <a:ext uri="{FF2B5EF4-FFF2-40B4-BE49-F238E27FC236}">
                <a16:creationId xmlns:a16="http://schemas.microsoft.com/office/drawing/2014/main" id="{906252E7-98DB-45F0-8278-EB60F71B7340}"/>
              </a:ext>
            </a:extLst>
          </p:cNvPr>
          <p:cNvSpPr>
            <a:spLocks/>
          </p:cNvSpPr>
          <p:nvPr userDrawn="1"/>
        </p:nvSpPr>
        <p:spPr>
          <a:xfrm>
            <a:off x="9483344" y="1097671"/>
            <a:ext cx="2479101" cy="1277440"/>
          </a:xfrm>
          <a:prstGeom prst="wedgeRectCallout">
            <a:avLst/>
          </a:prstGeom>
          <a:solidFill>
            <a:srgbClr val="FFFF00"/>
          </a:solidFill>
          <a:ln w="12700" cap="flat" cmpd="sng" algn="ctr">
            <a:solidFill>
              <a:srgbClr val="000000"/>
            </a:solidFill>
            <a:prstDash val="solid"/>
            <a:miter lim="800000"/>
          </a:ln>
          <a:effectLst/>
        </p:spPr>
        <p:txBody>
          <a:bodyPr lIns="143252" tIns="143252" rIns="143252" bIns="143252"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A0A0A"/>
                </a:solidFill>
                <a:effectLst/>
                <a:uLnTx/>
                <a:uFillTx/>
                <a:latin typeface="Arial" panose="020B0604020202020204" pitchFamily="34" charset="0"/>
              </a:rPr>
              <a:t>&lt;initials&gt; &lt;date&gt;</a:t>
            </a:r>
            <a:r>
              <a:rPr kumimoji="0" lang="en-US" sz="1200" b="0" i="0" u="none" strike="noStrike" kern="0" cap="none" spc="0" normalizeH="0" baseline="0" noProof="0" err="1">
                <a:ln>
                  <a:noFill/>
                </a:ln>
                <a:solidFill>
                  <a:srgbClr val="0A0A0A"/>
                </a:solidFill>
                <a:effectLst/>
                <a:uLnTx/>
                <a:uFillTx/>
                <a:latin typeface="Arial" panose="020B0604020202020204" pitchFamily="34" charset="0"/>
              </a:rPr>
              <a:t>yyyy</a:t>
            </a:r>
            <a:r>
              <a:rPr kumimoji="0" lang="en-US" sz="1200" b="0" i="0" u="none" strike="noStrike" kern="0" cap="none" spc="0" normalizeH="0" baseline="0" noProof="0">
                <a:ln>
                  <a:noFill/>
                </a:ln>
                <a:solidFill>
                  <a:srgbClr val="0A0A0A"/>
                </a:solidFill>
                <a:effectLst/>
                <a:uLnTx/>
                <a:uFillTx/>
                <a:latin typeface="Arial" panose="020B0604020202020204" pitchFamily="34" charset="0"/>
              </a:rPr>
              <a:t>-MM-dd </a:t>
            </a:r>
            <a:r>
              <a:rPr kumimoji="0" lang="en-US" sz="1200" b="0" i="0" u="none" strike="noStrike" kern="0" cap="none" spc="0" normalizeH="0" baseline="0" noProof="0" err="1">
                <a:ln>
                  <a:noFill/>
                </a:ln>
                <a:solidFill>
                  <a:srgbClr val="0A0A0A"/>
                </a:solidFill>
                <a:effectLst/>
                <a:uLnTx/>
                <a:uFillTx/>
                <a:latin typeface="Arial" panose="020B0604020202020204" pitchFamily="34" charset="0"/>
              </a:rPr>
              <a:t>hh:mm</a:t>
            </a:r>
            <a:r>
              <a:rPr kumimoji="0" lang="en-US" sz="1200" b="0" i="0" u="none" strike="noStrike" kern="0" cap="none" spc="0" normalizeH="0" baseline="0" noProof="0">
                <a:ln>
                  <a:noFill/>
                </a:ln>
                <a:solidFill>
                  <a:srgbClr val="0A0A0A"/>
                </a:solidFill>
                <a:effectLst/>
                <a:uLnTx/>
                <a:uFillTx/>
                <a:latin typeface="Arial" panose="020B0604020202020204" pitchFamily="34" charset="0"/>
              </a:rPr>
              <a:t>&lt;/date&gt;: </a:t>
            </a:r>
          </a:p>
        </p:txBody>
      </p:sp>
      <p:sp>
        <p:nvSpPr>
          <p:cNvPr id="141" name="Draft [Sticker]" hidden="1">
            <a:extLst>
              <a:ext uri="{FF2B5EF4-FFF2-40B4-BE49-F238E27FC236}">
                <a16:creationId xmlns:a16="http://schemas.microsoft.com/office/drawing/2014/main" id="{904633E3-6BC9-4C5E-B74A-8B9D4AE95B20}"/>
              </a:ext>
            </a:extLst>
          </p:cNvPr>
          <p:cNvSpPr/>
          <p:nvPr userDrawn="1"/>
        </p:nvSpPr>
        <p:spPr bwMode="gray">
          <a:xfrm rot="18900000">
            <a:off x="2916643" y="2819462"/>
            <a:ext cx="6361889" cy="1219077"/>
          </a:xfrm>
          <a:prstGeom prst="rect">
            <a:avLst/>
          </a:prstGeom>
          <a:no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800" b="0" i="0" u="none" strike="noStrike" kern="0" cap="none" spc="0" normalizeH="0" baseline="0" noProof="0">
                <a:ln>
                  <a:noFill/>
                </a:ln>
                <a:solidFill>
                  <a:schemeClr val="tx2"/>
                </a:solidFill>
                <a:effectLst/>
                <a:uLnTx/>
                <a:uFillTx/>
                <a:latin typeface="Arial" panose="020B0604020202020204" pitchFamily="34" charset="0"/>
                <a:ea typeface="Arial Unicode MS" pitchFamily="34" charset="-128"/>
                <a:cs typeface="Arial Unicode MS" pitchFamily="34" charset="-128"/>
              </a:rPr>
              <a:t>DRAFT</a:t>
            </a:r>
          </a:p>
        </p:txBody>
      </p:sp>
      <p:sp>
        <p:nvSpPr>
          <p:cNvPr id="142" name="TextBox 141">
            <a:extLst>
              <a:ext uri="{FF2B5EF4-FFF2-40B4-BE49-F238E27FC236}">
                <a16:creationId xmlns:a16="http://schemas.microsoft.com/office/drawing/2014/main" id="{6C24021C-058B-753C-1966-6F7995B5801A}"/>
              </a:ext>
            </a:extLst>
          </p:cNvPr>
          <p:cNvSpPr txBox="1"/>
          <p:nvPr>
            <p:extLst>
              <p:ext uri="{1162E1C5-73C7-4A58-AE30-91384D911F3F}">
                <p184:classification xmlns:p184="http://schemas.microsoft.com/office/powerpoint/2018/4/main" val="ftr"/>
              </p:ext>
            </p:extLst>
          </p:nvPr>
        </p:nvSpPr>
        <p:spPr>
          <a:xfrm>
            <a:off x="203200" y="6563360"/>
            <a:ext cx="1589088" cy="91440"/>
          </a:xfrm>
          <a:prstGeom prst="rect">
            <a:avLst/>
          </a:prstGeom>
        </p:spPr>
        <p:txBody>
          <a:bodyPr horzOverflow="overflow" lIns="0" tIns="0" rIns="0" bIns="0">
            <a:spAutoFit/>
          </a:bodyPr>
          <a:lstStyle/>
          <a:p>
            <a:pPr algn="l"/>
            <a:r>
              <a:rPr lang="en-US" sz="600">
                <a:solidFill>
                  <a:srgbClr val="000000">
                    <a:alpha val="50000"/>
                  </a:srgbClr>
                </a:solidFill>
                <a:latin typeface="72 Brand" panose="020B0504030603020204" pitchFamily="34" charset="0"/>
              </a:rPr>
              <a:t>                 INTERNAL ‒ SAP and Customers Only</a:t>
            </a:r>
          </a:p>
        </p:txBody>
      </p:sp>
    </p:spTree>
    <p:extLst>
      <p:ext uri="{BB962C8B-B14F-4D97-AF65-F5344CB8AC3E}">
        <p14:creationId xmlns:p14="http://schemas.microsoft.com/office/powerpoint/2010/main" val="1301108790"/>
      </p:ext>
    </p:extLst>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 id="2147483843" r:id="rId12"/>
    <p:sldLayoutId id="2147483844" r:id="rId13"/>
    <p:sldLayoutId id="2147483845" r:id="rId14"/>
    <p:sldLayoutId id="2147483846" r:id="rId15"/>
    <p:sldLayoutId id="2147483847" r:id="rId16"/>
    <p:sldLayoutId id="2147483848" r:id="rId17"/>
    <p:sldLayoutId id="2147483849" r:id="rId18"/>
    <p:sldLayoutId id="2147483850" r:id="rId19"/>
    <p:sldLayoutId id="2147483851" r:id="rId20"/>
    <p:sldLayoutId id="2147483852" r:id="rId21"/>
    <p:sldLayoutId id="2147483853" r:id="rId22"/>
    <p:sldLayoutId id="2147483854" r:id="rId23"/>
    <p:sldLayoutId id="2147483855" r:id="rId24"/>
    <p:sldLayoutId id="2147483856" r:id="rId25"/>
    <p:sldLayoutId id="2147483857" r:id="rId26"/>
    <p:sldLayoutId id="2147483858" r:id="rId27"/>
    <p:sldLayoutId id="2147483859" r:id="rId28"/>
    <p:sldLayoutId id="2147483860" r:id="rId29"/>
    <p:sldLayoutId id="2147483861" r:id="rId30"/>
  </p:sldLayoutIdLst>
  <p:hf hdr="0" ftr="0" dt="0"/>
  <p:txStyles>
    <p:titleStyle>
      <a:lvl1pPr algn="l" defTabSz="1088558" rtl="0" eaLnBrk="1" latinLnBrk="0" hangingPunct="1">
        <a:spcBef>
          <a:spcPct val="0"/>
        </a:spcBef>
        <a:buNone/>
        <a:defRPr sz="2400" b="0" i="0" kern="1200" baseline="0">
          <a:solidFill>
            <a:schemeClr val="tx1"/>
          </a:solidFill>
          <a:latin typeface="72 Brand Medium" panose="020B0504030603020204" pitchFamily="34" charset="0"/>
          <a:ea typeface="+mj-ea"/>
          <a:cs typeface="+mj-cs"/>
        </a:defRPr>
      </a:lvl1pPr>
    </p:titleStyle>
    <p:bodyStyle>
      <a:lvl1pPr marL="0" indent="0" algn="l" defTabSz="1088558" rtl="0" eaLnBrk="1" latinLnBrk="0" hangingPunct="1">
        <a:spcBef>
          <a:spcPts val="1800"/>
        </a:spcBef>
        <a:buClrTx/>
        <a:buSzPct val="100000"/>
        <a:buFont typeface="Roboto" panose="02000000000000000000" pitchFamily="2" charset="0"/>
        <a:buChar char="​"/>
        <a:defRPr sz="2000" b="0" i="0" kern="1200">
          <a:solidFill>
            <a:schemeClr val="tx1"/>
          </a:solidFill>
          <a:latin typeface="72 Brand" panose="020B0504030603020204" pitchFamily="34" charset="0"/>
          <a:ea typeface="+mn-ea"/>
          <a:cs typeface="+mn-cs"/>
        </a:defRPr>
      </a:lvl1pPr>
      <a:lvl2pPr marL="179964" indent="-179964" algn="l" defTabSz="1088558" rtl="0" eaLnBrk="1" latinLnBrk="0" hangingPunct="1">
        <a:spcBef>
          <a:spcPts val="600"/>
        </a:spcBef>
        <a:buClr>
          <a:schemeClr val="tx1"/>
        </a:buClr>
        <a:buSzPct val="100000"/>
        <a:buFont typeface="Arial" panose="020B0604020202020204" pitchFamily="34" charset="0"/>
        <a:buChar char="•"/>
        <a:defRPr sz="1800" b="0" i="0" kern="1200">
          <a:solidFill>
            <a:schemeClr val="tx1"/>
          </a:solidFill>
          <a:latin typeface="72 Brand" panose="020B0504030603020204" pitchFamily="34" charset="0"/>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b="0" i="0" kern="1200" noProof="0" dirty="0" smtClean="0">
          <a:solidFill>
            <a:schemeClr val="tx1"/>
          </a:solidFill>
          <a:latin typeface="72 Brand" panose="020B0504030603020204" pitchFamily="34" charset="0"/>
          <a:ea typeface="+mn-ea"/>
          <a:cs typeface="+mn-cs"/>
        </a:defRPr>
      </a:lvl3pPr>
      <a:lvl4pPr marL="539892" indent="-179964" algn="l" defTabSz="1088558" rtl="0" eaLnBrk="1" latinLnBrk="0" hangingPunct="1">
        <a:spcBef>
          <a:spcPts val="300"/>
        </a:spcBef>
        <a:buClr>
          <a:schemeClr val="tx1"/>
        </a:buClr>
        <a:buSzPct val="80000"/>
        <a:buFont typeface="Courier New" panose="02070309020205020404" pitchFamily="49" charset="0"/>
        <a:buChar char="o"/>
        <a:defRPr sz="1600" b="0" i="0" kern="1200">
          <a:solidFill>
            <a:schemeClr val="tx1"/>
          </a:solidFill>
          <a:latin typeface="72 Brand" panose="020B0504030603020204" pitchFamily="34" charset="0"/>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b="0" i="0" kern="1200" baseline="0">
          <a:solidFill>
            <a:schemeClr val="tx1"/>
          </a:solidFill>
          <a:latin typeface="72 Brand" panose="020B0504030603020204" pitchFamily="34" charset="0"/>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558" rtl="0" eaLnBrk="1" latinLnBrk="0" hangingPunct="1">
        <a:defRPr sz="2100" kern="1200">
          <a:solidFill>
            <a:schemeClr val="tx1"/>
          </a:solidFill>
          <a:latin typeface="+mn-lt"/>
          <a:ea typeface="+mn-ea"/>
          <a:cs typeface="+mn-cs"/>
        </a:defRPr>
      </a:lvl1pPr>
      <a:lvl2pPr marL="544279" algn="l" defTabSz="1088558" rtl="0" eaLnBrk="1" latinLnBrk="0" hangingPunct="1">
        <a:defRPr sz="2100" kern="1200">
          <a:solidFill>
            <a:schemeClr val="tx1"/>
          </a:solidFill>
          <a:latin typeface="+mn-lt"/>
          <a:ea typeface="+mn-ea"/>
          <a:cs typeface="+mn-cs"/>
        </a:defRPr>
      </a:lvl2pPr>
      <a:lvl3pPr marL="1088558" algn="l" defTabSz="1088558" rtl="0" eaLnBrk="1" latinLnBrk="0" hangingPunct="1">
        <a:defRPr sz="2100" kern="1200">
          <a:solidFill>
            <a:schemeClr val="tx1"/>
          </a:solidFill>
          <a:latin typeface="+mn-lt"/>
          <a:ea typeface="+mn-ea"/>
          <a:cs typeface="+mn-cs"/>
        </a:defRPr>
      </a:lvl3pPr>
      <a:lvl4pPr marL="1632837" algn="l" defTabSz="1088558" rtl="0" eaLnBrk="1" latinLnBrk="0" hangingPunct="1">
        <a:defRPr sz="2100" kern="1200">
          <a:solidFill>
            <a:schemeClr val="tx1"/>
          </a:solidFill>
          <a:latin typeface="+mn-lt"/>
          <a:ea typeface="+mn-ea"/>
          <a:cs typeface="+mn-cs"/>
        </a:defRPr>
      </a:lvl4pPr>
      <a:lvl5pPr marL="2177116" algn="l" defTabSz="1088558" rtl="0" eaLnBrk="1" latinLnBrk="0" hangingPunct="1">
        <a:defRPr sz="2100" kern="1200">
          <a:solidFill>
            <a:schemeClr val="tx1"/>
          </a:solidFill>
          <a:latin typeface="+mn-lt"/>
          <a:ea typeface="+mn-ea"/>
          <a:cs typeface="+mn-cs"/>
        </a:defRPr>
      </a:lvl5pPr>
      <a:lvl6pPr marL="2721396" algn="l" defTabSz="1088558" rtl="0" eaLnBrk="1" latinLnBrk="0" hangingPunct="1">
        <a:defRPr sz="2100" kern="1200">
          <a:solidFill>
            <a:schemeClr val="tx1"/>
          </a:solidFill>
          <a:latin typeface="+mn-lt"/>
          <a:ea typeface="+mn-ea"/>
          <a:cs typeface="+mn-cs"/>
        </a:defRPr>
      </a:lvl6pPr>
      <a:lvl7pPr marL="3265675" algn="l" defTabSz="1088558" rtl="0" eaLnBrk="1" latinLnBrk="0" hangingPunct="1">
        <a:defRPr sz="2100" kern="1200">
          <a:solidFill>
            <a:schemeClr val="tx1"/>
          </a:solidFill>
          <a:latin typeface="+mn-lt"/>
          <a:ea typeface="+mn-ea"/>
          <a:cs typeface="+mn-cs"/>
        </a:defRPr>
      </a:lvl7pPr>
      <a:lvl8pPr marL="3809954" algn="l" defTabSz="1088558" rtl="0" eaLnBrk="1" latinLnBrk="0" hangingPunct="1">
        <a:defRPr sz="2100" kern="1200">
          <a:solidFill>
            <a:schemeClr val="tx1"/>
          </a:solidFill>
          <a:latin typeface="+mn-lt"/>
          <a:ea typeface="+mn-ea"/>
          <a:cs typeface="+mn-cs"/>
        </a:defRPr>
      </a:lvl8pPr>
      <a:lvl9pPr marL="4354233" algn="l" defTabSz="1088558" rtl="0" eaLnBrk="1" latinLnBrk="0" hangingPunct="1">
        <a:defRPr sz="21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43" name="think-cell data - do not delete" hidden="1">
            <a:extLst>
              <a:ext uri="{FF2B5EF4-FFF2-40B4-BE49-F238E27FC236}">
                <a16:creationId xmlns:a16="http://schemas.microsoft.com/office/drawing/2014/main" id="{64DFD7F0-A828-04BB-20A3-C5B0E29D9BDC}"/>
              </a:ext>
            </a:extLst>
          </p:cNvPr>
          <p:cNvGraphicFramePr>
            <a:graphicFrameLocks noChangeAspect="1"/>
          </p:cNvGraphicFramePr>
          <p:nvPr userDrawn="1">
            <p:custDataLst>
              <p:tags r:id="rId39"/>
            </p:custDataLst>
            <p:extLst>
              <p:ext uri="{D42A27DB-BD31-4B8C-83A1-F6EECF244321}">
                <p14:modId xmlns:p14="http://schemas.microsoft.com/office/powerpoint/2010/main" val="767915272"/>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163" imgW="360" imgH="360" progId="TCLayout.ActiveDocument.1">
                  <p:embed/>
                </p:oleObj>
              </mc:Choice>
              <mc:Fallback>
                <p:oleObj name="think-cell Slide" r:id="rId163" imgW="360" imgH="360" progId="TCLayout.ActiveDocument.1">
                  <p:embed/>
                  <p:pic>
                    <p:nvPicPr>
                      <p:cNvPr id="143" name="think-cell data - do not delete" hidden="1">
                        <a:extLst>
                          <a:ext uri="{FF2B5EF4-FFF2-40B4-BE49-F238E27FC236}">
                            <a16:creationId xmlns:a16="http://schemas.microsoft.com/office/drawing/2014/main" id="{64DFD7F0-A828-04BB-20A3-C5B0E29D9BDC}"/>
                          </a:ext>
                        </a:extLst>
                      </p:cNvPr>
                      <p:cNvPicPr/>
                      <p:nvPr/>
                    </p:nvPicPr>
                    <p:blipFill>
                      <a:blip r:embed="rId164"/>
                      <a:stretch>
                        <a:fillRect/>
                      </a:stretch>
                    </p:blipFill>
                    <p:spPr>
                      <a:xfrm>
                        <a:off x="1589" y="1588"/>
                        <a:ext cx="1588" cy="1588"/>
                      </a:xfrm>
                      <a:prstGeom prst="rect">
                        <a:avLst/>
                      </a:prstGeom>
                    </p:spPr>
                  </p:pic>
                </p:oleObj>
              </mc:Fallback>
            </mc:AlternateContent>
          </a:graphicData>
        </a:graphic>
      </p:graphicFrame>
      <p:sp>
        <p:nvSpPr>
          <p:cNvPr id="4" name="Background">
            <a:extLst>
              <a:ext uri="{FF2B5EF4-FFF2-40B4-BE49-F238E27FC236}">
                <a16:creationId xmlns:a16="http://schemas.microsoft.com/office/drawing/2014/main" id="{57293E41-954C-9E9C-7DE2-32FEDBD5A1C6}"/>
              </a:ext>
            </a:extLst>
          </p:cNvPr>
          <p:cNvSpPr/>
          <p:nvPr userDrawn="1"/>
        </p:nvSpPr>
        <p:spPr bwMode="gray">
          <a:xfrm>
            <a:off x="0" y="0"/>
            <a:ext cx="12195175" cy="6858000"/>
          </a:xfrm>
          <a:prstGeom prst="rect">
            <a:avLst/>
          </a:prstGeom>
          <a:solidFill>
            <a:schemeClr val="bg1"/>
          </a:solidFill>
          <a:ln w="15238" cap="flat">
            <a:noFill/>
            <a:prstDash val="solid"/>
            <a:miter/>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799"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34" name="Slide number"/>
          <p:cNvSpPr txBox="1"/>
          <p:nvPr userDrawn="1"/>
        </p:nvSpPr>
        <p:spPr bwMode="black">
          <a:xfrm>
            <a:off x="11546207" y="6536753"/>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
        <p:nvSpPr>
          <p:cNvPr id="12" name="Copyright Placeholder" descr="{&quot;templafy&quot;:{&quot;id&quot;:&quot;f30260cb-a69e-4342-8ba1-28ffa141d680&quot;}}">
            <a:extLst>
              <a:ext uri="{FF2B5EF4-FFF2-40B4-BE49-F238E27FC236}">
                <a16:creationId xmlns:a16="http://schemas.microsoft.com/office/drawing/2014/main" id="{539D88F9-B48F-F143-B90F-EDFB85A350E8}"/>
              </a:ext>
            </a:extLst>
          </p:cNvPr>
          <p:cNvSpPr txBox="1">
            <a:spLocks/>
          </p:cNvSpPr>
          <p:nvPr userDrawn="1"/>
        </p:nvSpPr>
        <p:spPr>
          <a:xfrm>
            <a:off x="504001" y="6536751"/>
            <a:ext cx="10155600" cy="138498"/>
          </a:xfrm>
          <a:prstGeom prst="rect">
            <a:avLst/>
          </a:prstGeom>
        </p:spPr>
        <p:txBody>
          <a:bodyPr lIns="0" tIns="0" rIns="0" bIns="0" anchor="ctr" anchorCtr="0">
            <a:noAutofit/>
          </a:bodyPr>
          <a:lstStyle>
            <a:lvl1pPr marL="0" indent="0" algn="l" defTabSz="1088558" rtl="0" eaLnBrk="1" latinLnBrk="0" hangingPunct="1">
              <a:spcBef>
                <a:spcPts val="1800"/>
              </a:spcBef>
              <a:buClr>
                <a:schemeClr val="accent1"/>
              </a:buClr>
              <a:buSzPct val="80000"/>
              <a:buFontTx/>
              <a:buNone/>
              <a:defRPr sz="6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539892" indent="0" algn="l" defTabSz="1088558" rtl="0" eaLnBrk="1" latinLnBrk="0" hangingPunct="1">
              <a:spcBef>
                <a:spcPts val="100"/>
              </a:spcBef>
              <a:buClr>
                <a:schemeClr val="tx1"/>
              </a:buClr>
              <a:buSzPct val="100000"/>
              <a:buFont typeface="Symbol" panose="05050102010706020507" pitchFamily="18" charset="2"/>
              <a:buNone/>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Font typeface="Arial" panose="020B0604020202020204" pitchFamily="34" charset="0"/>
              <a:buNone/>
            </a:pPr>
            <a:r>
              <a:rPr lang="en-US" sz="600" b="0" i="0">
                <a:latin typeface="72 Brand" panose="020B0504030603020204" pitchFamily="34" charset="0"/>
              </a:rPr>
              <a:t> INTERNAL ‒ SAP and Customers Only</a:t>
            </a:r>
          </a:p>
        </p:txBody>
      </p:sp>
      <p:sp>
        <p:nvSpPr>
          <p:cNvPr id="3" name="Text Placeholder"/>
          <p:cNvSpPr>
            <a:spLocks noGrp="1"/>
          </p:cNvSpPr>
          <p:nvPr userDrawn="1">
            <p:ph type="body" idx="1"/>
          </p:nvPr>
        </p:nvSpPr>
        <p:spPr bwMode="black">
          <a:xfrm>
            <a:off x="504001" y="1548560"/>
            <a:ext cx="11186476" cy="4788000"/>
          </a:xfrm>
          <a:prstGeom prst="rect">
            <a:avLst/>
          </a:prstGeom>
        </p:spPr>
        <p:txBody>
          <a:bodyPr vert="horz" lIns="0" tIns="0" rIns="0" bIns="0" rtlCol="0">
            <a:noAutofit/>
          </a:bodyPr>
          <a:lstStyle/>
          <a:p>
            <a:pPr lvl="0"/>
            <a:r>
              <a:rPr lang="en-GB"/>
              <a:t>Start typing to add text without a bullet point. To add a bullet point, place the cursor at the start of this line and press tab.</a:t>
            </a:r>
            <a:endParaRPr lang="en-US" noProof="0"/>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Placeholder"/>
          <p:cNvSpPr>
            <a:spLocks noGrp="1"/>
          </p:cNvSpPr>
          <p:nvPr userDrawn="1">
            <p:ph type="title"/>
          </p:nvPr>
        </p:nvSpPr>
        <p:spPr bwMode="black">
          <a:xfrm>
            <a:off x="504001" y="504000"/>
            <a:ext cx="11186476" cy="369332"/>
          </a:xfrm>
          <a:prstGeom prst="rect">
            <a:avLst/>
          </a:prstGeom>
        </p:spPr>
        <p:txBody>
          <a:bodyPr vert="horz" wrap="square" lIns="0" tIns="0" rIns="0" bIns="0" rtlCol="0" anchor="t" anchorCtr="0">
            <a:spAutoFit/>
          </a:bodyPr>
          <a:lstStyle/>
          <a:p>
            <a:r>
              <a:rPr lang="en-US" noProof="0"/>
              <a:t>Insert page title (sentence case)</a:t>
            </a:r>
          </a:p>
        </p:txBody>
      </p:sp>
      <p:grpSp>
        <p:nvGrpSpPr>
          <p:cNvPr id="6" name="Harvey 3" hidden="1">
            <a:extLst>
              <a:ext uri="{FF2B5EF4-FFF2-40B4-BE49-F238E27FC236}">
                <a16:creationId xmlns:a16="http://schemas.microsoft.com/office/drawing/2014/main" id="{B3E7C216-6801-4AB8-8D95-E7D60F39B210}"/>
              </a:ext>
            </a:extLst>
          </p:cNvPr>
          <p:cNvGrpSpPr>
            <a:grpSpLocks/>
          </p:cNvGrpSpPr>
          <p:nvPr userDrawn="1">
            <p:custDataLst>
              <p:tags r:id="rId40"/>
            </p:custDataLst>
          </p:nvPr>
        </p:nvGrpSpPr>
        <p:grpSpPr>
          <a:xfrm>
            <a:off x="3938799" y="3978000"/>
            <a:ext cx="1024878" cy="1024878"/>
            <a:chOff x="0" y="0"/>
            <a:chExt cx="914400" cy="914400"/>
          </a:xfrm>
          <a:solidFill>
            <a:schemeClr val="accent1"/>
          </a:solidFill>
        </p:grpSpPr>
        <p:sp>
          <p:nvSpPr>
            <p:cNvPr id="7" name="Harvey 0/3 [0]">
              <a:extLst>
                <a:ext uri="{FF2B5EF4-FFF2-40B4-BE49-F238E27FC236}">
                  <a16:creationId xmlns:a16="http://schemas.microsoft.com/office/drawing/2014/main" id="{FC8CECD5-A3FB-4DD5-A846-DC09FDB6EB04}"/>
                </a:ext>
              </a:extLst>
            </p:cNvPr>
            <p:cNvSpPr>
              <a:spLocks noChangeAspect="1"/>
            </p:cNvSpPr>
            <p:nvPr>
              <p:custDataLst>
                <p:tags r:id="rId159"/>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72 Brand" panose="020B0504030603020204" pitchFamily="34" charset="0"/>
              </a:endParaRPr>
            </a:p>
          </p:txBody>
        </p:sp>
        <p:sp>
          <p:nvSpPr>
            <p:cNvPr id="8" name="Harvey 1/3 [1]">
              <a:extLst>
                <a:ext uri="{FF2B5EF4-FFF2-40B4-BE49-F238E27FC236}">
                  <a16:creationId xmlns:a16="http://schemas.microsoft.com/office/drawing/2014/main" id="{750B853B-8389-4427-AFB9-1CE880FE9BEE}"/>
                </a:ext>
              </a:extLst>
            </p:cNvPr>
            <p:cNvSpPr>
              <a:spLocks noChangeAspect="1"/>
            </p:cNvSpPr>
            <p:nvPr>
              <p:custDataLst>
                <p:tags r:id="rId160"/>
              </p:custDataLst>
            </p:nvPr>
          </p:nvSpPr>
          <p:spPr>
            <a:xfrm>
              <a:off x="0" y="0"/>
              <a:ext cx="914400" cy="914400"/>
            </a:xfrm>
            <a:custGeom>
              <a:avLst/>
              <a:gdLst/>
              <a:ahLst/>
              <a:cxnLst/>
              <a:rect l="l" t="t" r="r" b="b"/>
              <a:pathLst>
                <a:path w="635000" h="635000">
                  <a:moveTo>
                    <a:pt x="317500" y="0"/>
                  </a:moveTo>
                  <a:arcTo wR="317500" hR="317500" stAng="16200000" swAng="7200000"/>
                  <a:lnTo>
                    <a:pt x="317500" y="317500"/>
                  </a:lnTo>
                  <a:close/>
                </a:path>
                <a:path w="635000" h="635000" fill="none">
                  <a:moveTo>
                    <a:pt x="592463" y="476249"/>
                  </a:moveTo>
                  <a:arcTo wR="317500" hR="317500" stAng="1800000" swAng="14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72 Brand" panose="020B0504030603020204" pitchFamily="34" charset="0"/>
              </a:endParaRPr>
            </a:p>
          </p:txBody>
        </p:sp>
        <p:sp>
          <p:nvSpPr>
            <p:cNvPr id="9" name="Harvey 2/3 [2]">
              <a:extLst>
                <a:ext uri="{FF2B5EF4-FFF2-40B4-BE49-F238E27FC236}">
                  <a16:creationId xmlns:a16="http://schemas.microsoft.com/office/drawing/2014/main" id="{0CA9A207-7055-4A72-8ED2-D82605C3D0C8}"/>
                </a:ext>
              </a:extLst>
            </p:cNvPr>
            <p:cNvSpPr>
              <a:spLocks noChangeAspect="1"/>
            </p:cNvSpPr>
            <p:nvPr>
              <p:custDataLst>
                <p:tags r:id="rId161"/>
              </p:custDataLst>
            </p:nvPr>
          </p:nvSpPr>
          <p:spPr>
            <a:xfrm>
              <a:off x="0" y="0"/>
              <a:ext cx="914400" cy="914400"/>
            </a:xfrm>
            <a:custGeom>
              <a:avLst/>
              <a:gdLst/>
              <a:ahLst/>
              <a:cxnLst/>
              <a:rect l="l" t="t" r="r" b="b"/>
              <a:pathLst>
                <a:path w="635000" h="635000">
                  <a:moveTo>
                    <a:pt x="317500" y="0"/>
                  </a:moveTo>
                  <a:arcTo wR="317500" hR="317500" stAng="16200000" swAng="14400000"/>
                  <a:lnTo>
                    <a:pt x="317500" y="317500"/>
                  </a:lnTo>
                  <a:close/>
                </a:path>
                <a:path w="635000" h="635000" fill="none">
                  <a:moveTo>
                    <a:pt x="42536" y="476250"/>
                  </a:moveTo>
                  <a:arcTo wR="317500" hR="317500" stAng="9000000" swAng="7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72 Brand" panose="020B0504030603020204" pitchFamily="34" charset="0"/>
              </a:endParaRPr>
            </a:p>
          </p:txBody>
        </p:sp>
        <p:sp>
          <p:nvSpPr>
            <p:cNvPr id="10" name="Harvey 3/3 [3]">
              <a:extLst>
                <a:ext uri="{FF2B5EF4-FFF2-40B4-BE49-F238E27FC236}">
                  <a16:creationId xmlns:a16="http://schemas.microsoft.com/office/drawing/2014/main" id="{4422C816-875A-41F5-9DC0-8DBAE4C5C6CB}"/>
                </a:ext>
              </a:extLst>
            </p:cNvPr>
            <p:cNvSpPr>
              <a:spLocks noChangeAspect="1"/>
            </p:cNvSpPr>
            <p:nvPr>
              <p:custDataLst>
                <p:tags r:id="rId162"/>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72 Brand" panose="020B0504030603020204" pitchFamily="34" charset="0"/>
              </a:endParaRPr>
            </a:p>
          </p:txBody>
        </p:sp>
      </p:grpSp>
      <p:grpSp>
        <p:nvGrpSpPr>
          <p:cNvPr id="11" name="Harvey 4" hidden="1">
            <a:extLst>
              <a:ext uri="{FF2B5EF4-FFF2-40B4-BE49-F238E27FC236}">
                <a16:creationId xmlns:a16="http://schemas.microsoft.com/office/drawing/2014/main" id="{DDC5C333-7028-4F79-8940-98DC17723588}"/>
              </a:ext>
            </a:extLst>
          </p:cNvPr>
          <p:cNvGrpSpPr>
            <a:grpSpLocks/>
          </p:cNvGrpSpPr>
          <p:nvPr userDrawn="1">
            <p:custDataLst>
              <p:tags r:id="rId41"/>
            </p:custDataLst>
          </p:nvPr>
        </p:nvGrpSpPr>
        <p:grpSpPr>
          <a:xfrm>
            <a:off x="5391506" y="3978000"/>
            <a:ext cx="1024878" cy="1024878"/>
            <a:chOff x="0" y="0"/>
            <a:chExt cx="914400" cy="914400"/>
          </a:xfrm>
          <a:solidFill>
            <a:schemeClr val="accent1"/>
          </a:solidFill>
        </p:grpSpPr>
        <p:sp>
          <p:nvSpPr>
            <p:cNvPr id="13" name="Harvey 0/4 [0]">
              <a:extLst>
                <a:ext uri="{FF2B5EF4-FFF2-40B4-BE49-F238E27FC236}">
                  <a16:creationId xmlns:a16="http://schemas.microsoft.com/office/drawing/2014/main" id="{70B331E2-39A8-4BAF-8DDD-C631B51EB56E}"/>
                </a:ext>
              </a:extLst>
            </p:cNvPr>
            <p:cNvSpPr>
              <a:spLocks noChangeAspect="1"/>
            </p:cNvSpPr>
            <p:nvPr>
              <p:custDataLst>
                <p:tags r:id="rId154"/>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72 Brand" panose="020B0504030603020204" pitchFamily="34" charset="0"/>
              </a:endParaRPr>
            </a:p>
          </p:txBody>
        </p:sp>
        <p:sp>
          <p:nvSpPr>
            <p:cNvPr id="14" name="Harvey 1/4 [1]">
              <a:extLst>
                <a:ext uri="{FF2B5EF4-FFF2-40B4-BE49-F238E27FC236}">
                  <a16:creationId xmlns:a16="http://schemas.microsoft.com/office/drawing/2014/main" id="{47F66FBA-2801-4875-BD13-0BF512FC3C6A}"/>
                </a:ext>
              </a:extLst>
            </p:cNvPr>
            <p:cNvSpPr>
              <a:spLocks noChangeAspect="1"/>
            </p:cNvSpPr>
            <p:nvPr>
              <p:custDataLst>
                <p:tags r:id="rId155"/>
              </p:custDataLst>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72 Brand" panose="020B0504030603020204" pitchFamily="34" charset="0"/>
              </a:endParaRPr>
            </a:p>
          </p:txBody>
        </p:sp>
        <p:sp>
          <p:nvSpPr>
            <p:cNvPr id="15" name="Harvey 2/4 [2]">
              <a:extLst>
                <a:ext uri="{FF2B5EF4-FFF2-40B4-BE49-F238E27FC236}">
                  <a16:creationId xmlns:a16="http://schemas.microsoft.com/office/drawing/2014/main" id="{99673DAB-5272-45DC-B222-CA8CAA9FD2BB}"/>
                </a:ext>
              </a:extLst>
            </p:cNvPr>
            <p:cNvSpPr>
              <a:spLocks noChangeAspect="1"/>
            </p:cNvSpPr>
            <p:nvPr>
              <p:custDataLst>
                <p:tags r:id="rId156"/>
              </p:custDataLst>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72 Brand" panose="020B0504030603020204" pitchFamily="34" charset="0"/>
              </a:endParaRPr>
            </a:p>
          </p:txBody>
        </p:sp>
        <p:sp>
          <p:nvSpPr>
            <p:cNvPr id="16" name="Harvey 3/4 [3]">
              <a:extLst>
                <a:ext uri="{FF2B5EF4-FFF2-40B4-BE49-F238E27FC236}">
                  <a16:creationId xmlns:a16="http://schemas.microsoft.com/office/drawing/2014/main" id="{F9B9444B-C98D-45FC-BA92-881D06827328}"/>
                </a:ext>
              </a:extLst>
            </p:cNvPr>
            <p:cNvSpPr>
              <a:spLocks noChangeAspect="1"/>
            </p:cNvSpPr>
            <p:nvPr>
              <p:custDataLst>
                <p:tags r:id="rId157"/>
              </p:custDataLst>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72 Brand" panose="020B0504030603020204" pitchFamily="34" charset="0"/>
              </a:endParaRPr>
            </a:p>
          </p:txBody>
        </p:sp>
        <p:sp>
          <p:nvSpPr>
            <p:cNvPr id="17" name="Harvey 4/4 [4]">
              <a:extLst>
                <a:ext uri="{FF2B5EF4-FFF2-40B4-BE49-F238E27FC236}">
                  <a16:creationId xmlns:a16="http://schemas.microsoft.com/office/drawing/2014/main" id="{5FFB853D-F550-4F16-8269-A070A19E381C}"/>
                </a:ext>
              </a:extLst>
            </p:cNvPr>
            <p:cNvSpPr>
              <a:spLocks noChangeAspect="1"/>
            </p:cNvSpPr>
            <p:nvPr>
              <p:custDataLst>
                <p:tags r:id="rId158"/>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72 Brand" panose="020B0504030603020204" pitchFamily="34" charset="0"/>
              </a:endParaRPr>
            </a:p>
          </p:txBody>
        </p:sp>
      </p:grpSp>
      <p:grpSp>
        <p:nvGrpSpPr>
          <p:cNvPr id="18" name="Harvey 8" hidden="1">
            <a:extLst>
              <a:ext uri="{FF2B5EF4-FFF2-40B4-BE49-F238E27FC236}">
                <a16:creationId xmlns:a16="http://schemas.microsoft.com/office/drawing/2014/main" id="{0630AB66-7B5F-41CE-A2EB-2EB4C67794AE}"/>
              </a:ext>
            </a:extLst>
          </p:cNvPr>
          <p:cNvGrpSpPr>
            <a:grpSpLocks/>
          </p:cNvGrpSpPr>
          <p:nvPr userDrawn="1">
            <p:custDataLst>
              <p:tags r:id="rId42"/>
            </p:custDataLst>
          </p:nvPr>
        </p:nvGrpSpPr>
        <p:grpSpPr>
          <a:xfrm>
            <a:off x="6844214" y="3978000"/>
            <a:ext cx="1024878" cy="1024878"/>
            <a:chOff x="0" y="0"/>
            <a:chExt cx="914400" cy="914400"/>
          </a:xfrm>
          <a:solidFill>
            <a:schemeClr val="accent1"/>
          </a:solidFill>
        </p:grpSpPr>
        <p:sp>
          <p:nvSpPr>
            <p:cNvPr id="19" name="Harvey 0/8 [0]">
              <a:extLst>
                <a:ext uri="{FF2B5EF4-FFF2-40B4-BE49-F238E27FC236}">
                  <a16:creationId xmlns:a16="http://schemas.microsoft.com/office/drawing/2014/main" id="{051D5678-1EFE-40CF-8563-B5E9EA35A271}"/>
                </a:ext>
              </a:extLst>
            </p:cNvPr>
            <p:cNvSpPr>
              <a:spLocks noChangeAspect="1"/>
            </p:cNvSpPr>
            <p:nvPr>
              <p:custDataLst>
                <p:tags r:id="rId145"/>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72 Brand" panose="020B0504030603020204" pitchFamily="34" charset="0"/>
              </a:endParaRPr>
            </a:p>
          </p:txBody>
        </p:sp>
        <p:sp>
          <p:nvSpPr>
            <p:cNvPr id="20" name="Harvey 1/8 [1]">
              <a:extLst>
                <a:ext uri="{FF2B5EF4-FFF2-40B4-BE49-F238E27FC236}">
                  <a16:creationId xmlns:a16="http://schemas.microsoft.com/office/drawing/2014/main" id="{E5DDEB4B-B8B3-42DA-AF30-4FD0A1770D91}"/>
                </a:ext>
              </a:extLst>
            </p:cNvPr>
            <p:cNvSpPr>
              <a:spLocks noChangeAspect="1"/>
            </p:cNvSpPr>
            <p:nvPr>
              <p:custDataLst>
                <p:tags r:id="rId146"/>
              </p:custDataLst>
            </p:nvPr>
          </p:nvSpPr>
          <p:spPr>
            <a:xfrm>
              <a:off x="0" y="0"/>
              <a:ext cx="914400" cy="914400"/>
            </a:xfrm>
            <a:custGeom>
              <a:avLst/>
              <a:gdLst/>
              <a:ahLst/>
              <a:cxnLst/>
              <a:rect l="l" t="t" r="r" b="b"/>
              <a:pathLst>
                <a:path w="635000" h="635000">
                  <a:moveTo>
                    <a:pt x="317500" y="0"/>
                  </a:moveTo>
                  <a:arcTo wR="317500" hR="317500" stAng="16200000" swAng="2700000"/>
                  <a:lnTo>
                    <a:pt x="317500" y="317500"/>
                  </a:lnTo>
                  <a:close/>
                </a:path>
                <a:path w="635000" h="635000" fill="none">
                  <a:moveTo>
                    <a:pt x="542006" y="92993"/>
                  </a:moveTo>
                  <a:arcTo wR="317500" hR="317500" stAng="-2700000" swAng="189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72 Brand" panose="020B0504030603020204" pitchFamily="34" charset="0"/>
              </a:endParaRPr>
            </a:p>
          </p:txBody>
        </p:sp>
        <p:sp>
          <p:nvSpPr>
            <p:cNvPr id="21" name="Harvey 2/8 [2]">
              <a:extLst>
                <a:ext uri="{FF2B5EF4-FFF2-40B4-BE49-F238E27FC236}">
                  <a16:creationId xmlns:a16="http://schemas.microsoft.com/office/drawing/2014/main" id="{FB9200C4-0418-4CEF-BBB8-18F997AD7CA8}"/>
                </a:ext>
              </a:extLst>
            </p:cNvPr>
            <p:cNvSpPr>
              <a:spLocks noChangeAspect="1"/>
            </p:cNvSpPr>
            <p:nvPr>
              <p:custDataLst>
                <p:tags r:id="rId147"/>
              </p:custDataLst>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72 Brand" panose="020B0504030603020204" pitchFamily="34" charset="0"/>
              </a:endParaRPr>
            </a:p>
          </p:txBody>
        </p:sp>
        <p:sp>
          <p:nvSpPr>
            <p:cNvPr id="22" name="Harvey 3/8 [3]">
              <a:extLst>
                <a:ext uri="{FF2B5EF4-FFF2-40B4-BE49-F238E27FC236}">
                  <a16:creationId xmlns:a16="http://schemas.microsoft.com/office/drawing/2014/main" id="{8E4DE7E8-0809-4E2E-BE6A-E989A6AEBF62}"/>
                </a:ext>
              </a:extLst>
            </p:cNvPr>
            <p:cNvSpPr>
              <a:spLocks noChangeAspect="1"/>
            </p:cNvSpPr>
            <p:nvPr>
              <p:custDataLst>
                <p:tags r:id="rId148"/>
              </p:custDataLst>
            </p:nvPr>
          </p:nvSpPr>
          <p:spPr>
            <a:xfrm>
              <a:off x="0" y="0"/>
              <a:ext cx="914400" cy="914400"/>
            </a:xfrm>
            <a:custGeom>
              <a:avLst/>
              <a:gdLst/>
              <a:ahLst/>
              <a:cxnLst/>
              <a:rect l="l" t="t" r="r" b="b"/>
              <a:pathLst>
                <a:path w="635000" h="635000">
                  <a:moveTo>
                    <a:pt x="317500" y="0"/>
                  </a:moveTo>
                  <a:arcTo wR="317500" hR="317500" stAng="16200000" swAng="8100000"/>
                  <a:lnTo>
                    <a:pt x="317500" y="317500"/>
                  </a:lnTo>
                  <a:close/>
                </a:path>
                <a:path w="635000" h="635000" fill="none">
                  <a:moveTo>
                    <a:pt x="542006" y="542006"/>
                  </a:moveTo>
                  <a:arcTo wR="317500" hR="317500" stAng="2700000" swAng="135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72 Brand" panose="020B0504030603020204" pitchFamily="34" charset="0"/>
              </a:endParaRPr>
            </a:p>
          </p:txBody>
        </p:sp>
        <p:sp>
          <p:nvSpPr>
            <p:cNvPr id="23" name="Harvey 4/8 [4]">
              <a:extLst>
                <a:ext uri="{FF2B5EF4-FFF2-40B4-BE49-F238E27FC236}">
                  <a16:creationId xmlns:a16="http://schemas.microsoft.com/office/drawing/2014/main" id="{F839E6A9-0DED-402B-8F4C-2176769B55CD}"/>
                </a:ext>
              </a:extLst>
            </p:cNvPr>
            <p:cNvSpPr>
              <a:spLocks noChangeAspect="1"/>
            </p:cNvSpPr>
            <p:nvPr>
              <p:custDataLst>
                <p:tags r:id="rId149"/>
              </p:custDataLst>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72 Brand" panose="020B0504030603020204" pitchFamily="34" charset="0"/>
              </a:endParaRPr>
            </a:p>
          </p:txBody>
        </p:sp>
        <p:sp>
          <p:nvSpPr>
            <p:cNvPr id="24" name="Harvey 5/8 [5]">
              <a:extLst>
                <a:ext uri="{FF2B5EF4-FFF2-40B4-BE49-F238E27FC236}">
                  <a16:creationId xmlns:a16="http://schemas.microsoft.com/office/drawing/2014/main" id="{C3EE8663-AD08-4237-8344-6543EC4B688C}"/>
                </a:ext>
              </a:extLst>
            </p:cNvPr>
            <p:cNvSpPr>
              <a:spLocks noChangeAspect="1"/>
            </p:cNvSpPr>
            <p:nvPr>
              <p:custDataLst>
                <p:tags r:id="rId150"/>
              </p:custDataLst>
            </p:nvPr>
          </p:nvSpPr>
          <p:spPr>
            <a:xfrm>
              <a:off x="0" y="0"/>
              <a:ext cx="914400" cy="914400"/>
            </a:xfrm>
            <a:custGeom>
              <a:avLst/>
              <a:gdLst/>
              <a:ahLst/>
              <a:cxnLst/>
              <a:rect l="l" t="t" r="r" b="b"/>
              <a:pathLst>
                <a:path w="635000" h="635000">
                  <a:moveTo>
                    <a:pt x="317500" y="0"/>
                  </a:moveTo>
                  <a:arcTo wR="317500" hR="317500" stAng="16200000" swAng="13500000"/>
                  <a:lnTo>
                    <a:pt x="317500" y="317500"/>
                  </a:lnTo>
                  <a:close/>
                </a:path>
                <a:path w="635000" h="635000" fill="none">
                  <a:moveTo>
                    <a:pt x="92993" y="542006"/>
                  </a:moveTo>
                  <a:arcTo wR="317500" hR="317500" stAng="8100000" swAng="81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72 Brand" panose="020B0504030603020204" pitchFamily="34" charset="0"/>
              </a:endParaRPr>
            </a:p>
          </p:txBody>
        </p:sp>
        <p:sp>
          <p:nvSpPr>
            <p:cNvPr id="25" name="Harvey 6/8 [6]">
              <a:extLst>
                <a:ext uri="{FF2B5EF4-FFF2-40B4-BE49-F238E27FC236}">
                  <a16:creationId xmlns:a16="http://schemas.microsoft.com/office/drawing/2014/main" id="{ADE6F931-D156-4E59-A3ED-0B14B5F0EF7E}"/>
                </a:ext>
              </a:extLst>
            </p:cNvPr>
            <p:cNvSpPr>
              <a:spLocks noChangeAspect="1"/>
            </p:cNvSpPr>
            <p:nvPr>
              <p:custDataLst>
                <p:tags r:id="rId151"/>
              </p:custDataLst>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72 Brand" panose="020B0504030603020204" pitchFamily="34" charset="0"/>
              </a:endParaRPr>
            </a:p>
          </p:txBody>
        </p:sp>
        <p:sp>
          <p:nvSpPr>
            <p:cNvPr id="26" name="Harvey 7/8 [7]">
              <a:extLst>
                <a:ext uri="{FF2B5EF4-FFF2-40B4-BE49-F238E27FC236}">
                  <a16:creationId xmlns:a16="http://schemas.microsoft.com/office/drawing/2014/main" id="{A36821AE-2FF1-4F6E-AAF3-1BEA6AE153B8}"/>
                </a:ext>
              </a:extLst>
            </p:cNvPr>
            <p:cNvSpPr>
              <a:spLocks noChangeAspect="1"/>
            </p:cNvSpPr>
            <p:nvPr>
              <p:custDataLst>
                <p:tags r:id="rId152"/>
              </p:custDataLst>
            </p:nvPr>
          </p:nvSpPr>
          <p:spPr>
            <a:xfrm>
              <a:off x="0" y="0"/>
              <a:ext cx="914400" cy="914400"/>
            </a:xfrm>
            <a:custGeom>
              <a:avLst/>
              <a:gdLst/>
              <a:ahLst/>
              <a:cxnLst/>
              <a:rect l="l" t="t" r="r" b="b"/>
              <a:pathLst>
                <a:path w="635000" h="635000">
                  <a:moveTo>
                    <a:pt x="317500" y="0"/>
                  </a:moveTo>
                  <a:arcTo wR="317500" hR="317500" stAng="16200000" swAng="18900000"/>
                  <a:lnTo>
                    <a:pt x="317500" y="317500"/>
                  </a:lnTo>
                  <a:close/>
                </a:path>
                <a:path w="635000" h="635000" fill="none">
                  <a:moveTo>
                    <a:pt x="92993" y="92993"/>
                  </a:moveTo>
                  <a:arcTo wR="317500" hR="317500" stAng="13500000" swAng="27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72 Brand" panose="020B0504030603020204" pitchFamily="34" charset="0"/>
              </a:endParaRPr>
            </a:p>
          </p:txBody>
        </p:sp>
        <p:sp>
          <p:nvSpPr>
            <p:cNvPr id="27" name="Harvey 8/8 [8]">
              <a:extLst>
                <a:ext uri="{FF2B5EF4-FFF2-40B4-BE49-F238E27FC236}">
                  <a16:creationId xmlns:a16="http://schemas.microsoft.com/office/drawing/2014/main" id="{2D277E47-45D5-4503-8443-BED560C6560A}"/>
                </a:ext>
              </a:extLst>
            </p:cNvPr>
            <p:cNvSpPr>
              <a:spLocks noChangeAspect="1"/>
            </p:cNvSpPr>
            <p:nvPr>
              <p:custDataLst>
                <p:tags r:id="rId153"/>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72 Brand" panose="020B0504030603020204" pitchFamily="34" charset="0"/>
              </a:endParaRPr>
            </a:p>
          </p:txBody>
        </p:sp>
      </p:grpSp>
      <p:grpSp>
        <p:nvGrpSpPr>
          <p:cNvPr id="28" name="Harvey 100" hidden="1">
            <a:extLst>
              <a:ext uri="{FF2B5EF4-FFF2-40B4-BE49-F238E27FC236}">
                <a16:creationId xmlns:a16="http://schemas.microsoft.com/office/drawing/2014/main" id="{6D5D9337-395C-4FE4-97E6-E1CD47A644E9}"/>
              </a:ext>
            </a:extLst>
          </p:cNvPr>
          <p:cNvGrpSpPr/>
          <p:nvPr userDrawn="1">
            <p:custDataLst>
              <p:tags r:id="rId43"/>
            </p:custDataLst>
          </p:nvPr>
        </p:nvGrpSpPr>
        <p:grpSpPr>
          <a:xfrm>
            <a:off x="8296923" y="3978000"/>
            <a:ext cx="1024878" cy="1024878"/>
            <a:chOff x="4334905" y="3282696"/>
            <a:chExt cx="292608" cy="292608"/>
          </a:xfrm>
          <a:solidFill>
            <a:schemeClr val="accent1"/>
          </a:solidFill>
        </p:grpSpPr>
        <p:sp>
          <p:nvSpPr>
            <p:cNvPr id="29" name="Harvey 0/100 [0]">
              <a:extLst>
                <a:ext uri="{FF2B5EF4-FFF2-40B4-BE49-F238E27FC236}">
                  <a16:creationId xmlns:a16="http://schemas.microsoft.com/office/drawing/2014/main" id="{C2D4C837-2D4B-4D6B-81F8-9B001989609B}"/>
                </a:ext>
              </a:extLst>
            </p:cNvPr>
            <p:cNvSpPr>
              <a:spLocks noChangeAspect="1"/>
            </p:cNvSpPr>
            <p:nvPr>
              <p:custDataLst>
                <p:tags r:id="rId44"/>
              </p:custDataLst>
            </p:nvPr>
          </p:nvSpPr>
          <p:spPr>
            <a:xfrm>
              <a:off x="4334905" y="3282696"/>
              <a:ext cx="292608" cy="292608"/>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30" name="Harvey 1/100 [1]">
              <a:extLst>
                <a:ext uri="{FF2B5EF4-FFF2-40B4-BE49-F238E27FC236}">
                  <a16:creationId xmlns:a16="http://schemas.microsoft.com/office/drawing/2014/main" id="{BACD6AAA-4A1C-46BE-B491-9A4A9C7C56F3}"/>
                </a:ext>
              </a:extLst>
            </p:cNvPr>
            <p:cNvSpPr>
              <a:spLocks noChangeAspect="1"/>
            </p:cNvSpPr>
            <p:nvPr>
              <p:custDataLst>
                <p:tags r:id="rId45"/>
              </p:custDataLst>
            </p:nvPr>
          </p:nvSpPr>
          <p:spPr>
            <a:xfrm>
              <a:off x="4334905" y="3282696"/>
              <a:ext cx="292608" cy="292608"/>
            </a:xfrm>
            <a:custGeom>
              <a:avLst/>
              <a:gdLst/>
              <a:ahLst/>
              <a:cxnLst/>
              <a:rect l="l" t="t" r="r" b="b"/>
              <a:pathLst>
                <a:path w="635000" h="635000">
                  <a:moveTo>
                    <a:pt x="317500" y="0"/>
                  </a:moveTo>
                  <a:arcTo wR="317500" hR="317500" stAng="16200000" swAng="216000"/>
                  <a:lnTo>
                    <a:pt x="317500" y="317500"/>
                  </a:lnTo>
                  <a:close/>
                </a:path>
                <a:path w="635000" h="635000" fill="none">
                  <a:moveTo>
                    <a:pt x="337435" y="626"/>
                  </a:moveTo>
                  <a:arcTo wR="317500" hR="317500" stAng="-5184000" swAng="21384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31" name="Harvey 2/100 [2]">
              <a:extLst>
                <a:ext uri="{FF2B5EF4-FFF2-40B4-BE49-F238E27FC236}">
                  <a16:creationId xmlns:a16="http://schemas.microsoft.com/office/drawing/2014/main" id="{701024C3-4DEF-477C-9CFB-100E0303499E}"/>
                </a:ext>
              </a:extLst>
            </p:cNvPr>
            <p:cNvSpPr>
              <a:spLocks noChangeAspect="1"/>
            </p:cNvSpPr>
            <p:nvPr>
              <p:custDataLst>
                <p:tags r:id="rId46"/>
              </p:custDataLst>
            </p:nvPr>
          </p:nvSpPr>
          <p:spPr>
            <a:xfrm>
              <a:off x="4334905" y="3282696"/>
              <a:ext cx="292608" cy="292608"/>
            </a:xfrm>
            <a:custGeom>
              <a:avLst/>
              <a:gdLst/>
              <a:ahLst/>
              <a:cxnLst/>
              <a:rect l="l" t="t" r="r" b="b"/>
              <a:pathLst>
                <a:path w="635000" h="635000">
                  <a:moveTo>
                    <a:pt x="317500" y="0"/>
                  </a:moveTo>
                  <a:arcTo wR="317500" hR="317500" stAng="16200000" swAng="432000"/>
                  <a:lnTo>
                    <a:pt x="317500" y="317500"/>
                  </a:lnTo>
                  <a:close/>
                </a:path>
                <a:path w="635000" h="635000" fill="none">
                  <a:moveTo>
                    <a:pt x="357293" y="2503"/>
                  </a:moveTo>
                  <a:arcTo wR="317500" hR="317500" stAng="-4968000" swAng="21168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32" name="Harvey 3/100 [3]">
              <a:extLst>
                <a:ext uri="{FF2B5EF4-FFF2-40B4-BE49-F238E27FC236}">
                  <a16:creationId xmlns:a16="http://schemas.microsoft.com/office/drawing/2014/main" id="{46A461CD-8D28-4422-AF2A-8267EFA51CAD}"/>
                </a:ext>
              </a:extLst>
            </p:cNvPr>
            <p:cNvSpPr>
              <a:spLocks noChangeAspect="1"/>
            </p:cNvSpPr>
            <p:nvPr>
              <p:custDataLst>
                <p:tags r:id="rId47"/>
              </p:custDataLst>
            </p:nvPr>
          </p:nvSpPr>
          <p:spPr>
            <a:xfrm>
              <a:off x="4334905" y="3282696"/>
              <a:ext cx="292608" cy="292608"/>
            </a:xfrm>
            <a:custGeom>
              <a:avLst/>
              <a:gdLst/>
              <a:ahLst/>
              <a:cxnLst/>
              <a:rect l="l" t="t" r="r" b="b"/>
              <a:pathLst>
                <a:path w="635000" h="635000">
                  <a:moveTo>
                    <a:pt x="317500" y="0"/>
                  </a:moveTo>
                  <a:arcTo wR="317500" hR="317500" stAng="16200000" swAng="647999"/>
                  <a:lnTo>
                    <a:pt x="317500" y="317500"/>
                  </a:lnTo>
                  <a:close/>
                </a:path>
                <a:path w="635000" h="635000" fill="none">
                  <a:moveTo>
                    <a:pt x="376993" y="5623"/>
                  </a:moveTo>
                  <a:arcTo wR="317500" hR="317500" stAng="-4752000" swAng="20952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33" name="Harvey 4/100 [4]">
              <a:extLst>
                <a:ext uri="{FF2B5EF4-FFF2-40B4-BE49-F238E27FC236}">
                  <a16:creationId xmlns:a16="http://schemas.microsoft.com/office/drawing/2014/main" id="{0A337C3A-F021-437D-9E3D-FDE5AF266029}"/>
                </a:ext>
              </a:extLst>
            </p:cNvPr>
            <p:cNvSpPr>
              <a:spLocks noChangeAspect="1"/>
            </p:cNvSpPr>
            <p:nvPr>
              <p:custDataLst>
                <p:tags r:id="rId48"/>
              </p:custDataLst>
            </p:nvPr>
          </p:nvSpPr>
          <p:spPr>
            <a:xfrm>
              <a:off x="4334905" y="3282696"/>
              <a:ext cx="292608" cy="292608"/>
            </a:xfrm>
            <a:custGeom>
              <a:avLst/>
              <a:gdLst/>
              <a:ahLst/>
              <a:cxnLst/>
              <a:rect l="l" t="t" r="r" b="b"/>
              <a:pathLst>
                <a:path w="635000" h="635000">
                  <a:moveTo>
                    <a:pt x="317500" y="0"/>
                  </a:moveTo>
                  <a:arcTo wR="317500" hR="317500" stAng="16200000" swAng="864000"/>
                  <a:lnTo>
                    <a:pt x="317500" y="317500"/>
                  </a:lnTo>
                  <a:close/>
                </a:path>
                <a:path w="635000" h="635000" fill="none">
                  <a:moveTo>
                    <a:pt x="396459" y="9974"/>
                  </a:moveTo>
                  <a:arcTo wR="317500" hR="317500" stAng="-4536000" swAng="20735999"/>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35" name="Harvey 5/100 [5]">
              <a:extLst>
                <a:ext uri="{FF2B5EF4-FFF2-40B4-BE49-F238E27FC236}">
                  <a16:creationId xmlns:a16="http://schemas.microsoft.com/office/drawing/2014/main" id="{BDF66AF7-3D75-4118-B7E6-241B2C41B2C9}"/>
                </a:ext>
              </a:extLst>
            </p:cNvPr>
            <p:cNvSpPr>
              <a:spLocks noChangeAspect="1"/>
            </p:cNvSpPr>
            <p:nvPr>
              <p:custDataLst>
                <p:tags r:id="rId49"/>
              </p:custDataLst>
            </p:nvPr>
          </p:nvSpPr>
          <p:spPr>
            <a:xfrm>
              <a:off x="4334905" y="3282696"/>
              <a:ext cx="292608" cy="292608"/>
            </a:xfrm>
            <a:custGeom>
              <a:avLst/>
              <a:gdLst/>
              <a:ahLst/>
              <a:cxnLst/>
              <a:rect l="l" t="t" r="r" b="b"/>
              <a:pathLst>
                <a:path w="635000" h="635000">
                  <a:moveTo>
                    <a:pt x="317500" y="0"/>
                  </a:moveTo>
                  <a:arcTo wR="317500" hR="317500" stAng="16200000" swAng="1080000"/>
                  <a:lnTo>
                    <a:pt x="317500" y="317500"/>
                  </a:lnTo>
                  <a:close/>
                </a:path>
                <a:path w="635000" h="635000" fill="none">
                  <a:moveTo>
                    <a:pt x="415612" y="15539"/>
                  </a:moveTo>
                  <a:arcTo wR="317500" hR="317500" stAng="-4320000" swAng="20520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36" name="Harvey 6/100 [6]">
              <a:extLst>
                <a:ext uri="{FF2B5EF4-FFF2-40B4-BE49-F238E27FC236}">
                  <a16:creationId xmlns:a16="http://schemas.microsoft.com/office/drawing/2014/main" id="{E74E7438-4315-4097-9BA7-F0CE3252AC14}"/>
                </a:ext>
              </a:extLst>
            </p:cNvPr>
            <p:cNvSpPr>
              <a:spLocks noChangeAspect="1"/>
            </p:cNvSpPr>
            <p:nvPr>
              <p:custDataLst>
                <p:tags r:id="rId50"/>
              </p:custDataLst>
            </p:nvPr>
          </p:nvSpPr>
          <p:spPr>
            <a:xfrm>
              <a:off x="4334905" y="3282696"/>
              <a:ext cx="292608" cy="292608"/>
            </a:xfrm>
            <a:custGeom>
              <a:avLst/>
              <a:gdLst/>
              <a:ahLst/>
              <a:cxnLst/>
              <a:rect l="l" t="t" r="r" b="b"/>
              <a:pathLst>
                <a:path w="635000" h="635000">
                  <a:moveTo>
                    <a:pt x="317500" y="0"/>
                  </a:moveTo>
                  <a:arcTo wR="317500" hR="317500" stAng="16200000" swAng="1295999"/>
                  <a:lnTo>
                    <a:pt x="317500" y="317500"/>
                  </a:lnTo>
                  <a:close/>
                </a:path>
                <a:path w="635000" h="635000" fill="none">
                  <a:moveTo>
                    <a:pt x="434379" y="22295"/>
                  </a:moveTo>
                  <a:arcTo wR="317500" hR="317500" stAng="-4104000" swAng="20304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37" name="Harvey 7/100 [7]">
              <a:extLst>
                <a:ext uri="{FF2B5EF4-FFF2-40B4-BE49-F238E27FC236}">
                  <a16:creationId xmlns:a16="http://schemas.microsoft.com/office/drawing/2014/main" id="{FEBA4E91-97BB-4DAC-B193-66FA4828DB26}"/>
                </a:ext>
              </a:extLst>
            </p:cNvPr>
            <p:cNvSpPr>
              <a:spLocks noChangeAspect="1"/>
            </p:cNvSpPr>
            <p:nvPr>
              <p:custDataLst>
                <p:tags r:id="rId51"/>
              </p:custDataLst>
            </p:nvPr>
          </p:nvSpPr>
          <p:spPr>
            <a:xfrm>
              <a:off x="4334905" y="3282696"/>
              <a:ext cx="292608" cy="292608"/>
            </a:xfrm>
            <a:custGeom>
              <a:avLst/>
              <a:gdLst/>
              <a:ahLst/>
              <a:cxnLst/>
              <a:rect l="l" t="t" r="r" b="b"/>
              <a:pathLst>
                <a:path w="635000" h="635000">
                  <a:moveTo>
                    <a:pt x="317500" y="0"/>
                  </a:moveTo>
                  <a:arcTo wR="317500" hR="317500" stAng="16200000" swAng="1512000"/>
                  <a:lnTo>
                    <a:pt x="317500" y="317500"/>
                  </a:lnTo>
                  <a:close/>
                </a:path>
                <a:path w="635000" h="635000" fill="none">
                  <a:moveTo>
                    <a:pt x="452684" y="30217"/>
                  </a:moveTo>
                  <a:arcTo wR="317500" hR="317500" stAng="-3888000" swAng="20087999"/>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38" name="Harvey 8/100 [8]">
              <a:extLst>
                <a:ext uri="{FF2B5EF4-FFF2-40B4-BE49-F238E27FC236}">
                  <a16:creationId xmlns:a16="http://schemas.microsoft.com/office/drawing/2014/main" id="{EEB85E02-177B-40CF-B926-A4423CC7C827}"/>
                </a:ext>
              </a:extLst>
            </p:cNvPr>
            <p:cNvSpPr>
              <a:spLocks noChangeAspect="1"/>
            </p:cNvSpPr>
            <p:nvPr>
              <p:custDataLst>
                <p:tags r:id="rId52"/>
              </p:custDataLst>
            </p:nvPr>
          </p:nvSpPr>
          <p:spPr>
            <a:xfrm>
              <a:off x="4334905" y="3282696"/>
              <a:ext cx="292608" cy="292608"/>
            </a:xfrm>
            <a:custGeom>
              <a:avLst/>
              <a:gdLst/>
              <a:ahLst/>
              <a:cxnLst/>
              <a:rect l="l" t="t" r="r" b="b"/>
              <a:pathLst>
                <a:path w="635000" h="635000">
                  <a:moveTo>
                    <a:pt x="317500" y="0"/>
                  </a:moveTo>
                  <a:arcTo wR="317500" hR="317500" stAng="16200000" swAng="1728000"/>
                  <a:lnTo>
                    <a:pt x="317500" y="317500"/>
                  </a:lnTo>
                  <a:close/>
                </a:path>
                <a:path w="635000" h="635000" fill="none">
                  <a:moveTo>
                    <a:pt x="470456" y="39272"/>
                  </a:moveTo>
                  <a:arcTo wR="317500" hR="317500" stAng="-3672000" swAng="19872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39" name="Harvey 9/100 [9]">
              <a:extLst>
                <a:ext uri="{FF2B5EF4-FFF2-40B4-BE49-F238E27FC236}">
                  <a16:creationId xmlns:a16="http://schemas.microsoft.com/office/drawing/2014/main" id="{C133BC7F-B0E3-404F-92D1-BB930C4F3311}"/>
                </a:ext>
              </a:extLst>
            </p:cNvPr>
            <p:cNvSpPr>
              <a:spLocks noChangeAspect="1"/>
            </p:cNvSpPr>
            <p:nvPr>
              <p:custDataLst>
                <p:tags r:id="rId53"/>
              </p:custDataLst>
            </p:nvPr>
          </p:nvSpPr>
          <p:spPr>
            <a:xfrm>
              <a:off x="4334905" y="3282696"/>
              <a:ext cx="292608" cy="292608"/>
            </a:xfrm>
            <a:custGeom>
              <a:avLst/>
              <a:gdLst/>
              <a:ahLst/>
              <a:cxnLst/>
              <a:rect l="l" t="t" r="r" b="b"/>
              <a:pathLst>
                <a:path w="635000" h="635000">
                  <a:moveTo>
                    <a:pt x="317500" y="0"/>
                  </a:moveTo>
                  <a:arcTo wR="317500" hR="317500" stAng="16200000" swAng="1944000"/>
                  <a:lnTo>
                    <a:pt x="317500" y="317500"/>
                  </a:lnTo>
                  <a:close/>
                </a:path>
                <a:path w="635000" h="635000" fill="none">
                  <a:moveTo>
                    <a:pt x="487625" y="49425"/>
                  </a:moveTo>
                  <a:arcTo wR="317500" hR="317500" stAng="-3456000" swAng="19656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40" name="Harvey 10/100 [10]">
              <a:extLst>
                <a:ext uri="{FF2B5EF4-FFF2-40B4-BE49-F238E27FC236}">
                  <a16:creationId xmlns:a16="http://schemas.microsoft.com/office/drawing/2014/main" id="{F2FB72A6-CDF7-48B3-A3B8-5A5FC061802C}"/>
                </a:ext>
              </a:extLst>
            </p:cNvPr>
            <p:cNvSpPr>
              <a:spLocks noChangeAspect="1"/>
            </p:cNvSpPr>
            <p:nvPr>
              <p:custDataLst>
                <p:tags r:id="rId54"/>
              </p:custDataLst>
            </p:nvPr>
          </p:nvSpPr>
          <p:spPr>
            <a:xfrm>
              <a:off x="4334905" y="3282696"/>
              <a:ext cx="292608" cy="292608"/>
            </a:xfrm>
            <a:custGeom>
              <a:avLst/>
              <a:gdLst/>
              <a:ahLst/>
              <a:cxnLst/>
              <a:rect l="l" t="t" r="r" b="b"/>
              <a:pathLst>
                <a:path w="635000" h="635000">
                  <a:moveTo>
                    <a:pt x="317500" y="0"/>
                  </a:moveTo>
                  <a:arcTo wR="317500" hR="317500" stAng="16200000" swAng="2160000"/>
                  <a:lnTo>
                    <a:pt x="317500" y="317500"/>
                  </a:lnTo>
                  <a:close/>
                </a:path>
                <a:path w="635000" h="635000" fill="none">
                  <a:moveTo>
                    <a:pt x="504121" y="60637"/>
                  </a:moveTo>
                  <a:arcTo wR="317500" hR="317500" stAng="-3240000" swAng="19440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41" name="Harvey 11/100 [11]">
              <a:extLst>
                <a:ext uri="{FF2B5EF4-FFF2-40B4-BE49-F238E27FC236}">
                  <a16:creationId xmlns:a16="http://schemas.microsoft.com/office/drawing/2014/main" id="{F3110C8B-1B18-4579-AB3F-0F4A0840CF38}"/>
                </a:ext>
              </a:extLst>
            </p:cNvPr>
            <p:cNvSpPr>
              <a:spLocks noChangeAspect="1"/>
            </p:cNvSpPr>
            <p:nvPr>
              <p:custDataLst>
                <p:tags r:id="rId55"/>
              </p:custDataLst>
            </p:nvPr>
          </p:nvSpPr>
          <p:spPr>
            <a:xfrm>
              <a:off x="4334905" y="3282696"/>
              <a:ext cx="292608" cy="292608"/>
            </a:xfrm>
            <a:custGeom>
              <a:avLst/>
              <a:gdLst/>
              <a:ahLst/>
              <a:cxnLst/>
              <a:rect l="l" t="t" r="r" b="b"/>
              <a:pathLst>
                <a:path w="635000" h="635000">
                  <a:moveTo>
                    <a:pt x="317500" y="0"/>
                  </a:moveTo>
                  <a:arcTo wR="317500" hR="317500" stAng="16200000" swAng="2376000"/>
                  <a:lnTo>
                    <a:pt x="317500" y="317500"/>
                  </a:lnTo>
                  <a:close/>
                </a:path>
                <a:path w="635000" h="635000" fill="none">
                  <a:moveTo>
                    <a:pt x="519882" y="72862"/>
                  </a:moveTo>
                  <a:arcTo wR="317500" hR="317500" stAng="-3024000" swAng="19224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42" name="Harvey 12/100 [12]">
              <a:extLst>
                <a:ext uri="{FF2B5EF4-FFF2-40B4-BE49-F238E27FC236}">
                  <a16:creationId xmlns:a16="http://schemas.microsoft.com/office/drawing/2014/main" id="{84A1B722-E5AC-45F7-9498-7FF502B6FA2B}"/>
                </a:ext>
              </a:extLst>
            </p:cNvPr>
            <p:cNvSpPr>
              <a:spLocks noChangeAspect="1"/>
            </p:cNvSpPr>
            <p:nvPr>
              <p:custDataLst>
                <p:tags r:id="rId56"/>
              </p:custDataLst>
            </p:nvPr>
          </p:nvSpPr>
          <p:spPr>
            <a:xfrm>
              <a:off x="4334905" y="3282696"/>
              <a:ext cx="292608" cy="292608"/>
            </a:xfrm>
            <a:custGeom>
              <a:avLst/>
              <a:gdLst/>
              <a:ahLst/>
              <a:cxnLst/>
              <a:rect l="l" t="t" r="r" b="b"/>
              <a:pathLst>
                <a:path w="635000" h="635000">
                  <a:moveTo>
                    <a:pt x="317500" y="0"/>
                  </a:moveTo>
                  <a:arcTo wR="317500" hR="317500" stAng="16200000" swAng="2591999"/>
                  <a:lnTo>
                    <a:pt x="317500" y="317500"/>
                  </a:lnTo>
                  <a:close/>
                </a:path>
                <a:path w="635000" h="635000" fill="none">
                  <a:moveTo>
                    <a:pt x="534843" y="86052"/>
                  </a:moveTo>
                  <a:arcTo wR="317500" hR="317500" stAng="-2808000" swAng="19008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43" name="Harvey 13/100 [13]">
              <a:extLst>
                <a:ext uri="{FF2B5EF4-FFF2-40B4-BE49-F238E27FC236}">
                  <a16:creationId xmlns:a16="http://schemas.microsoft.com/office/drawing/2014/main" id="{A5599F20-B957-4DF9-8B04-F2B77AAF0BDB}"/>
                </a:ext>
              </a:extLst>
            </p:cNvPr>
            <p:cNvSpPr>
              <a:spLocks noChangeAspect="1"/>
            </p:cNvSpPr>
            <p:nvPr>
              <p:custDataLst>
                <p:tags r:id="rId57"/>
              </p:custDataLst>
            </p:nvPr>
          </p:nvSpPr>
          <p:spPr>
            <a:xfrm>
              <a:off x="4334905" y="3282696"/>
              <a:ext cx="292608" cy="292608"/>
            </a:xfrm>
            <a:custGeom>
              <a:avLst/>
              <a:gdLst/>
              <a:ahLst/>
              <a:cxnLst/>
              <a:rect l="l" t="t" r="r" b="b"/>
              <a:pathLst>
                <a:path w="635000" h="635000">
                  <a:moveTo>
                    <a:pt x="317500" y="0"/>
                  </a:moveTo>
                  <a:arcTo wR="317500" hR="317500" stAng="16200000" swAng="2808000"/>
                  <a:lnTo>
                    <a:pt x="317500" y="317500"/>
                  </a:lnTo>
                  <a:close/>
                </a:path>
                <a:path w="635000" h="635000" fill="none">
                  <a:moveTo>
                    <a:pt x="548947" y="100156"/>
                  </a:moveTo>
                  <a:arcTo wR="317500" hR="317500" stAng="-2591999" swAng="18792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44" name="Harvey 14/100 [14]">
              <a:extLst>
                <a:ext uri="{FF2B5EF4-FFF2-40B4-BE49-F238E27FC236}">
                  <a16:creationId xmlns:a16="http://schemas.microsoft.com/office/drawing/2014/main" id="{F74357FC-EB3D-46C4-B56A-5007C9F4FB84}"/>
                </a:ext>
              </a:extLst>
            </p:cNvPr>
            <p:cNvSpPr>
              <a:spLocks noChangeAspect="1"/>
            </p:cNvSpPr>
            <p:nvPr>
              <p:custDataLst>
                <p:tags r:id="rId58"/>
              </p:custDataLst>
            </p:nvPr>
          </p:nvSpPr>
          <p:spPr>
            <a:xfrm>
              <a:off x="4334905" y="3282696"/>
              <a:ext cx="292608" cy="292608"/>
            </a:xfrm>
            <a:custGeom>
              <a:avLst/>
              <a:gdLst/>
              <a:ahLst/>
              <a:cxnLst/>
              <a:rect l="l" t="t" r="r" b="b"/>
              <a:pathLst>
                <a:path w="635000" h="635000">
                  <a:moveTo>
                    <a:pt x="317500" y="0"/>
                  </a:moveTo>
                  <a:arcTo wR="317500" hR="317500" stAng="16200000" swAng="3024000"/>
                  <a:lnTo>
                    <a:pt x="317500" y="317500"/>
                  </a:lnTo>
                  <a:close/>
                </a:path>
                <a:path w="635000" h="635000" fill="none">
                  <a:moveTo>
                    <a:pt x="562137" y="115117"/>
                  </a:moveTo>
                  <a:arcTo wR="317500" hR="317500" stAng="-2375999" swAng="18576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45" name="Harvey 15/100 [15]">
              <a:extLst>
                <a:ext uri="{FF2B5EF4-FFF2-40B4-BE49-F238E27FC236}">
                  <a16:creationId xmlns:a16="http://schemas.microsoft.com/office/drawing/2014/main" id="{32E8E8F3-9DBC-46F4-9700-CAF071913650}"/>
                </a:ext>
              </a:extLst>
            </p:cNvPr>
            <p:cNvSpPr>
              <a:spLocks noChangeAspect="1"/>
            </p:cNvSpPr>
            <p:nvPr>
              <p:custDataLst>
                <p:tags r:id="rId59"/>
              </p:custDataLst>
            </p:nvPr>
          </p:nvSpPr>
          <p:spPr>
            <a:xfrm>
              <a:off x="4334905" y="3282696"/>
              <a:ext cx="292608" cy="292608"/>
            </a:xfrm>
            <a:custGeom>
              <a:avLst/>
              <a:gdLst/>
              <a:ahLst/>
              <a:cxnLst/>
              <a:rect l="l" t="t" r="r" b="b"/>
              <a:pathLst>
                <a:path w="635000" h="635000">
                  <a:moveTo>
                    <a:pt x="317500" y="0"/>
                  </a:moveTo>
                  <a:arcTo wR="317500" hR="317500" stAng="16200000" swAng="3240000"/>
                  <a:lnTo>
                    <a:pt x="317500" y="317500"/>
                  </a:lnTo>
                  <a:close/>
                </a:path>
                <a:path w="635000" h="635000" fill="none">
                  <a:moveTo>
                    <a:pt x="574362" y="130878"/>
                  </a:moveTo>
                  <a:arcTo wR="317500" hR="317500" stAng="-2160000" swAng="18360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46" name="Harvey 16/100 [16]">
              <a:extLst>
                <a:ext uri="{FF2B5EF4-FFF2-40B4-BE49-F238E27FC236}">
                  <a16:creationId xmlns:a16="http://schemas.microsoft.com/office/drawing/2014/main" id="{71360883-3CF3-4439-9568-E456C60454A8}"/>
                </a:ext>
              </a:extLst>
            </p:cNvPr>
            <p:cNvSpPr>
              <a:spLocks noChangeAspect="1"/>
            </p:cNvSpPr>
            <p:nvPr>
              <p:custDataLst>
                <p:tags r:id="rId60"/>
              </p:custDataLst>
            </p:nvPr>
          </p:nvSpPr>
          <p:spPr>
            <a:xfrm>
              <a:off x="4334905" y="3282696"/>
              <a:ext cx="292608" cy="292608"/>
            </a:xfrm>
            <a:custGeom>
              <a:avLst/>
              <a:gdLst/>
              <a:ahLst/>
              <a:cxnLst/>
              <a:rect l="l" t="t" r="r" b="b"/>
              <a:pathLst>
                <a:path w="635000" h="635000">
                  <a:moveTo>
                    <a:pt x="317500" y="0"/>
                  </a:moveTo>
                  <a:arcTo wR="317500" hR="317500" stAng="16200000" swAng="3456000"/>
                  <a:lnTo>
                    <a:pt x="317500" y="317500"/>
                  </a:lnTo>
                  <a:close/>
                </a:path>
                <a:path w="635000" h="635000" fill="none">
                  <a:moveTo>
                    <a:pt x="585574" y="147374"/>
                  </a:moveTo>
                  <a:arcTo wR="317500" hR="317500" stAng="-1944000" swAng="18144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47" name="Harvey 17/100 [17]">
              <a:extLst>
                <a:ext uri="{FF2B5EF4-FFF2-40B4-BE49-F238E27FC236}">
                  <a16:creationId xmlns:a16="http://schemas.microsoft.com/office/drawing/2014/main" id="{AE88FC9E-FB95-4413-AE3E-B8BF504735B5}"/>
                </a:ext>
              </a:extLst>
            </p:cNvPr>
            <p:cNvSpPr>
              <a:spLocks noChangeAspect="1"/>
            </p:cNvSpPr>
            <p:nvPr>
              <p:custDataLst>
                <p:tags r:id="rId61"/>
              </p:custDataLst>
            </p:nvPr>
          </p:nvSpPr>
          <p:spPr>
            <a:xfrm>
              <a:off x="4334905" y="3282696"/>
              <a:ext cx="292608" cy="292608"/>
            </a:xfrm>
            <a:custGeom>
              <a:avLst/>
              <a:gdLst/>
              <a:ahLst/>
              <a:cxnLst/>
              <a:rect l="l" t="t" r="r" b="b"/>
              <a:pathLst>
                <a:path w="635000" h="635000">
                  <a:moveTo>
                    <a:pt x="317500" y="0"/>
                  </a:moveTo>
                  <a:arcTo wR="317500" hR="317500" stAng="16200000" swAng="3672000"/>
                  <a:lnTo>
                    <a:pt x="317500" y="317500"/>
                  </a:lnTo>
                  <a:close/>
                </a:path>
                <a:path w="635000" h="635000" fill="none">
                  <a:moveTo>
                    <a:pt x="595727" y="164543"/>
                  </a:moveTo>
                  <a:arcTo wR="317500" hR="317500" stAng="-1727999" swAng="17928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48" name="Harvey 18/100 [18]">
              <a:extLst>
                <a:ext uri="{FF2B5EF4-FFF2-40B4-BE49-F238E27FC236}">
                  <a16:creationId xmlns:a16="http://schemas.microsoft.com/office/drawing/2014/main" id="{62593B83-E4BE-4CE8-9B0B-25AF9B7D4254}"/>
                </a:ext>
              </a:extLst>
            </p:cNvPr>
            <p:cNvSpPr>
              <a:spLocks noChangeAspect="1"/>
            </p:cNvSpPr>
            <p:nvPr>
              <p:custDataLst>
                <p:tags r:id="rId62"/>
              </p:custDataLst>
            </p:nvPr>
          </p:nvSpPr>
          <p:spPr>
            <a:xfrm>
              <a:off x="4334905" y="3282696"/>
              <a:ext cx="292608" cy="292608"/>
            </a:xfrm>
            <a:custGeom>
              <a:avLst/>
              <a:gdLst/>
              <a:ahLst/>
              <a:cxnLst/>
              <a:rect l="l" t="t" r="r" b="b"/>
              <a:pathLst>
                <a:path w="635000" h="635000">
                  <a:moveTo>
                    <a:pt x="317500" y="0"/>
                  </a:moveTo>
                  <a:arcTo wR="317500" hR="317500" stAng="16200000" swAng="3888000"/>
                  <a:lnTo>
                    <a:pt x="317500" y="317500"/>
                  </a:lnTo>
                  <a:close/>
                </a:path>
                <a:path w="635000" h="635000" fill="none">
                  <a:moveTo>
                    <a:pt x="604782" y="182315"/>
                  </a:moveTo>
                  <a:arcTo wR="317500" hR="317500" stAng="-1512000" swAng="17712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49" name="Harvey 19/100 [19]">
              <a:extLst>
                <a:ext uri="{FF2B5EF4-FFF2-40B4-BE49-F238E27FC236}">
                  <a16:creationId xmlns:a16="http://schemas.microsoft.com/office/drawing/2014/main" id="{CD41838E-0172-403D-9B68-FD51310F5400}"/>
                </a:ext>
              </a:extLst>
            </p:cNvPr>
            <p:cNvSpPr>
              <a:spLocks noChangeAspect="1"/>
            </p:cNvSpPr>
            <p:nvPr>
              <p:custDataLst>
                <p:tags r:id="rId63"/>
              </p:custDataLst>
            </p:nvPr>
          </p:nvSpPr>
          <p:spPr>
            <a:xfrm>
              <a:off x="4334905" y="3282696"/>
              <a:ext cx="292608" cy="292608"/>
            </a:xfrm>
            <a:custGeom>
              <a:avLst/>
              <a:gdLst/>
              <a:ahLst/>
              <a:cxnLst/>
              <a:rect l="l" t="t" r="r" b="b"/>
              <a:pathLst>
                <a:path w="635000" h="635000">
                  <a:moveTo>
                    <a:pt x="317500" y="0"/>
                  </a:moveTo>
                  <a:arcTo wR="317500" hR="317500" stAng="16200000" swAng="4104000"/>
                  <a:lnTo>
                    <a:pt x="317500" y="317500"/>
                  </a:lnTo>
                  <a:close/>
                </a:path>
                <a:path w="635000" h="635000" fill="none">
                  <a:moveTo>
                    <a:pt x="612704" y="200620"/>
                  </a:moveTo>
                  <a:arcTo wR="317500" hR="317500" stAng="-1295999" swAng="17496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50" name="Harvey 20/100 [20]">
              <a:extLst>
                <a:ext uri="{FF2B5EF4-FFF2-40B4-BE49-F238E27FC236}">
                  <a16:creationId xmlns:a16="http://schemas.microsoft.com/office/drawing/2014/main" id="{EDE3F4CF-CB3E-40C2-B070-AC09F1E8FBD5}"/>
                </a:ext>
              </a:extLst>
            </p:cNvPr>
            <p:cNvSpPr>
              <a:spLocks noChangeAspect="1"/>
            </p:cNvSpPr>
            <p:nvPr>
              <p:custDataLst>
                <p:tags r:id="rId64"/>
              </p:custDataLst>
            </p:nvPr>
          </p:nvSpPr>
          <p:spPr>
            <a:xfrm>
              <a:off x="4334905" y="3282696"/>
              <a:ext cx="292608" cy="292608"/>
            </a:xfrm>
            <a:custGeom>
              <a:avLst/>
              <a:gdLst/>
              <a:ahLst/>
              <a:cxnLst/>
              <a:rect l="l" t="t" r="r" b="b"/>
              <a:pathLst>
                <a:path w="635000" h="635000">
                  <a:moveTo>
                    <a:pt x="317500" y="0"/>
                  </a:moveTo>
                  <a:arcTo wR="317500" hR="317500" stAng="16200000" swAng="4320000"/>
                  <a:lnTo>
                    <a:pt x="317500" y="317500"/>
                  </a:lnTo>
                  <a:close/>
                </a:path>
                <a:path w="635000" h="635000" fill="none">
                  <a:moveTo>
                    <a:pt x="619460" y="219387"/>
                  </a:moveTo>
                  <a:arcTo wR="317500" hR="317500" stAng="-1080000" swAng="17280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51" name="Harvey 21/100 [21]">
              <a:extLst>
                <a:ext uri="{FF2B5EF4-FFF2-40B4-BE49-F238E27FC236}">
                  <a16:creationId xmlns:a16="http://schemas.microsoft.com/office/drawing/2014/main" id="{CD8E25E7-83D2-4F78-92A7-435281704491}"/>
                </a:ext>
              </a:extLst>
            </p:cNvPr>
            <p:cNvSpPr>
              <a:spLocks noChangeAspect="1"/>
            </p:cNvSpPr>
            <p:nvPr>
              <p:custDataLst>
                <p:tags r:id="rId65"/>
              </p:custDataLst>
            </p:nvPr>
          </p:nvSpPr>
          <p:spPr>
            <a:xfrm>
              <a:off x="4334905" y="3282696"/>
              <a:ext cx="292608" cy="292608"/>
            </a:xfrm>
            <a:custGeom>
              <a:avLst/>
              <a:gdLst/>
              <a:ahLst/>
              <a:cxnLst/>
              <a:rect l="l" t="t" r="r" b="b"/>
              <a:pathLst>
                <a:path w="635000" h="635000">
                  <a:moveTo>
                    <a:pt x="317500" y="0"/>
                  </a:moveTo>
                  <a:arcTo wR="317500" hR="317500" stAng="16200000" swAng="4536000"/>
                  <a:lnTo>
                    <a:pt x="317500" y="317500"/>
                  </a:lnTo>
                  <a:close/>
                </a:path>
                <a:path w="635000" h="635000" fill="none">
                  <a:moveTo>
                    <a:pt x="625025" y="238540"/>
                  </a:moveTo>
                  <a:arcTo wR="317500" hR="317500" stAng="-864000" swAng="17064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52" name="Harvey 22/100 [22]">
              <a:extLst>
                <a:ext uri="{FF2B5EF4-FFF2-40B4-BE49-F238E27FC236}">
                  <a16:creationId xmlns:a16="http://schemas.microsoft.com/office/drawing/2014/main" id="{C6A696FB-9EFC-47F6-9860-247C48C1FC3D}"/>
                </a:ext>
              </a:extLst>
            </p:cNvPr>
            <p:cNvSpPr>
              <a:spLocks noChangeAspect="1"/>
            </p:cNvSpPr>
            <p:nvPr>
              <p:custDataLst>
                <p:tags r:id="rId66"/>
              </p:custDataLst>
            </p:nvPr>
          </p:nvSpPr>
          <p:spPr>
            <a:xfrm>
              <a:off x="4334905" y="3282696"/>
              <a:ext cx="292608" cy="292608"/>
            </a:xfrm>
            <a:custGeom>
              <a:avLst/>
              <a:gdLst/>
              <a:ahLst/>
              <a:cxnLst/>
              <a:rect l="l" t="t" r="r" b="b"/>
              <a:pathLst>
                <a:path w="635000" h="635000">
                  <a:moveTo>
                    <a:pt x="317500" y="0"/>
                  </a:moveTo>
                  <a:arcTo wR="317500" hR="317500" stAng="16200000" swAng="4752000"/>
                  <a:lnTo>
                    <a:pt x="317500" y="317500"/>
                  </a:lnTo>
                  <a:close/>
                </a:path>
                <a:path w="635000" h="635000" fill="none">
                  <a:moveTo>
                    <a:pt x="629376" y="258006"/>
                  </a:moveTo>
                  <a:arcTo wR="317500" hR="317500" stAng="-647999" swAng="16848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53" name="Harvey 23/100 [23]">
              <a:extLst>
                <a:ext uri="{FF2B5EF4-FFF2-40B4-BE49-F238E27FC236}">
                  <a16:creationId xmlns:a16="http://schemas.microsoft.com/office/drawing/2014/main" id="{252958D2-EE89-4FBF-BF7B-C8AFAD704413}"/>
                </a:ext>
              </a:extLst>
            </p:cNvPr>
            <p:cNvSpPr>
              <a:spLocks noChangeAspect="1"/>
            </p:cNvSpPr>
            <p:nvPr>
              <p:custDataLst>
                <p:tags r:id="rId67"/>
              </p:custDataLst>
            </p:nvPr>
          </p:nvSpPr>
          <p:spPr>
            <a:xfrm>
              <a:off x="4334905" y="3282696"/>
              <a:ext cx="292608" cy="292608"/>
            </a:xfrm>
            <a:custGeom>
              <a:avLst/>
              <a:gdLst/>
              <a:ahLst/>
              <a:cxnLst/>
              <a:rect l="l" t="t" r="r" b="b"/>
              <a:pathLst>
                <a:path w="635000" h="635000">
                  <a:moveTo>
                    <a:pt x="317500" y="0"/>
                  </a:moveTo>
                  <a:arcTo wR="317500" hR="317500" stAng="16200000" swAng="4968000"/>
                  <a:lnTo>
                    <a:pt x="317500" y="317500"/>
                  </a:lnTo>
                  <a:close/>
                </a:path>
                <a:path w="635000" h="635000" fill="none">
                  <a:moveTo>
                    <a:pt x="632496" y="277706"/>
                  </a:moveTo>
                  <a:arcTo wR="317500" hR="317500" stAng="-432000" swAng="16632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54" name="Harvey 24/100 [24]">
              <a:extLst>
                <a:ext uri="{FF2B5EF4-FFF2-40B4-BE49-F238E27FC236}">
                  <a16:creationId xmlns:a16="http://schemas.microsoft.com/office/drawing/2014/main" id="{314E82DC-04B6-406C-9D65-1115F4D2AA22}"/>
                </a:ext>
              </a:extLst>
            </p:cNvPr>
            <p:cNvSpPr>
              <a:spLocks noChangeAspect="1"/>
            </p:cNvSpPr>
            <p:nvPr>
              <p:custDataLst>
                <p:tags r:id="rId68"/>
              </p:custDataLst>
            </p:nvPr>
          </p:nvSpPr>
          <p:spPr>
            <a:xfrm>
              <a:off x="4334905" y="3282696"/>
              <a:ext cx="292608" cy="292608"/>
            </a:xfrm>
            <a:custGeom>
              <a:avLst/>
              <a:gdLst/>
              <a:ahLst/>
              <a:cxnLst/>
              <a:rect l="l" t="t" r="r" b="b"/>
              <a:pathLst>
                <a:path w="635000" h="635000">
                  <a:moveTo>
                    <a:pt x="317500" y="0"/>
                  </a:moveTo>
                  <a:arcTo wR="317500" hR="317500" stAng="16200000" swAng="5183999"/>
                  <a:lnTo>
                    <a:pt x="317500" y="317500"/>
                  </a:lnTo>
                  <a:close/>
                </a:path>
                <a:path w="635000" h="635000" fill="none">
                  <a:moveTo>
                    <a:pt x="634373" y="297564"/>
                  </a:moveTo>
                  <a:arcTo wR="317500" hR="317500" stAng="-216000" swAng="16416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55" name="Harvey 25/100 [25]">
              <a:extLst>
                <a:ext uri="{FF2B5EF4-FFF2-40B4-BE49-F238E27FC236}">
                  <a16:creationId xmlns:a16="http://schemas.microsoft.com/office/drawing/2014/main" id="{669D1B60-A74F-4296-8610-F3DCDDC15022}"/>
                </a:ext>
              </a:extLst>
            </p:cNvPr>
            <p:cNvSpPr>
              <a:spLocks noChangeAspect="1"/>
            </p:cNvSpPr>
            <p:nvPr>
              <p:custDataLst>
                <p:tags r:id="rId69"/>
              </p:custDataLst>
            </p:nvPr>
          </p:nvSpPr>
          <p:spPr>
            <a:xfrm>
              <a:off x="4334905" y="3282696"/>
              <a:ext cx="292608" cy="292608"/>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56" name="Harvey 26/100 [26]">
              <a:extLst>
                <a:ext uri="{FF2B5EF4-FFF2-40B4-BE49-F238E27FC236}">
                  <a16:creationId xmlns:a16="http://schemas.microsoft.com/office/drawing/2014/main" id="{FF6DD112-04B6-4656-AB9D-1F9950FEE2D9}"/>
                </a:ext>
              </a:extLst>
            </p:cNvPr>
            <p:cNvSpPr>
              <a:spLocks noChangeAspect="1"/>
            </p:cNvSpPr>
            <p:nvPr>
              <p:custDataLst>
                <p:tags r:id="rId70"/>
              </p:custDataLst>
            </p:nvPr>
          </p:nvSpPr>
          <p:spPr>
            <a:xfrm>
              <a:off x="4334905" y="3282696"/>
              <a:ext cx="292608" cy="292608"/>
            </a:xfrm>
            <a:custGeom>
              <a:avLst/>
              <a:gdLst/>
              <a:ahLst/>
              <a:cxnLst/>
              <a:rect l="l" t="t" r="r" b="b"/>
              <a:pathLst>
                <a:path w="635000" h="635000">
                  <a:moveTo>
                    <a:pt x="317500" y="0"/>
                  </a:moveTo>
                  <a:arcTo wR="317500" hR="317500" stAng="16200000" swAng="5616000"/>
                  <a:lnTo>
                    <a:pt x="317500" y="317500"/>
                  </a:lnTo>
                  <a:close/>
                </a:path>
                <a:path w="635000" h="635000" fill="none">
                  <a:moveTo>
                    <a:pt x="634373" y="337435"/>
                  </a:moveTo>
                  <a:arcTo wR="317500" hR="317500" stAng="216000" swAng="15983999"/>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57" name="Harvey 27/100 [27]">
              <a:extLst>
                <a:ext uri="{FF2B5EF4-FFF2-40B4-BE49-F238E27FC236}">
                  <a16:creationId xmlns:a16="http://schemas.microsoft.com/office/drawing/2014/main" id="{E2928B53-FC5C-427C-AE65-9286773D84B2}"/>
                </a:ext>
              </a:extLst>
            </p:cNvPr>
            <p:cNvSpPr>
              <a:spLocks noChangeAspect="1"/>
            </p:cNvSpPr>
            <p:nvPr>
              <p:custDataLst>
                <p:tags r:id="rId71"/>
              </p:custDataLst>
            </p:nvPr>
          </p:nvSpPr>
          <p:spPr>
            <a:xfrm>
              <a:off x="4334905" y="3282696"/>
              <a:ext cx="292608" cy="292608"/>
            </a:xfrm>
            <a:custGeom>
              <a:avLst/>
              <a:gdLst/>
              <a:ahLst/>
              <a:cxnLst/>
              <a:rect l="l" t="t" r="r" b="b"/>
              <a:pathLst>
                <a:path w="635000" h="635000">
                  <a:moveTo>
                    <a:pt x="317500" y="0"/>
                  </a:moveTo>
                  <a:arcTo wR="317500" hR="317500" stAng="16200000" swAng="5832000"/>
                  <a:lnTo>
                    <a:pt x="317500" y="317500"/>
                  </a:lnTo>
                  <a:close/>
                </a:path>
                <a:path w="635000" h="635000" fill="none">
                  <a:moveTo>
                    <a:pt x="632496" y="357293"/>
                  </a:moveTo>
                  <a:arcTo wR="317500" hR="317500" stAng="432000" swAng="15768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58" name="Harvey 28/100 [28]">
              <a:extLst>
                <a:ext uri="{FF2B5EF4-FFF2-40B4-BE49-F238E27FC236}">
                  <a16:creationId xmlns:a16="http://schemas.microsoft.com/office/drawing/2014/main" id="{D8CF4F20-8FEC-47FF-9B86-E818143B2C19}"/>
                </a:ext>
              </a:extLst>
            </p:cNvPr>
            <p:cNvSpPr>
              <a:spLocks noChangeAspect="1"/>
            </p:cNvSpPr>
            <p:nvPr>
              <p:custDataLst>
                <p:tags r:id="rId72"/>
              </p:custDataLst>
            </p:nvPr>
          </p:nvSpPr>
          <p:spPr>
            <a:xfrm>
              <a:off x="4334905" y="3282696"/>
              <a:ext cx="292608" cy="292608"/>
            </a:xfrm>
            <a:custGeom>
              <a:avLst/>
              <a:gdLst/>
              <a:ahLst/>
              <a:cxnLst/>
              <a:rect l="l" t="t" r="r" b="b"/>
              <a:pathLst>
                <a:path w="635000" h="635000">
                  <a:moveTo>
                    <a:pt x="317500" y="0"/>
                  </a:moveTo>
                  <a:arcTo wR="317500" hR="317500" stAng="16200000" swAng="6048000"/>
                  <a:lnTo>
                    <a:pt x="317500" y="317500"/>
                  </a:lnTo>
                  <a:close/>
                </a:path>
                <a:path w="635000" h="635000" fill="none">
                  <a:moveTo>
                    <a:pt x="629376" y="376993"/>
                  </a:moveTo>
                  <a:arcTo wR="317500" hR="317500" stAng="648000" swAng="15552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59" name="Harvey 29/100 [29]">
              <a:extLst>
                <a:ext uri="{FF2B5EF4-FFF2-40B4-BE49-F238E27FC236}">
                  <a16:creationId xmlns:a16="http://schemas.microsoft.com/office/drawing/2014/main" id="{E1AF074D-4599-4D0E-8078-66303FEBDE44}"/>
                </a:ext>
              </a:extLst>
            </p:cNvPr>
            <p:cNvSpPr>
              <a:spLocks noChangeAspect="1"/>
            </p:cNvSpPr>
            <p:nvPr>
              <p:custDataLst>
                <p:tags r:id="rId73"/>
              </p:custDataLst>
            </p:nvPr>
          </p:nvSpPr>
          <p:spPr>
            <a:xfrm>
              <a:off x="4334905" y="3282696"/>
              <a:ext cx="292608" cy="292608"/>
            </a:xfrm>
            <a:custGeom>
              <a:avLst/>
              <a:gdLst/>
              <a:ahLst/>
              <a:cxnLst/>
              <a:rect l="l" t="t" r="r" b="b"/>
              <a:pathLst>
                <a:path w="635000" h="635000">
                  <a:moveTo>
                    <a:pt x="317500" y="0"/>
                  </a:moveTo>
                  <a:arcTo wR="317500" hR="317500" stAng="16200000" swAng="6263999"/>
                  <a:lnTo>
                    <a:pt x="317500" y="317500"/>
                  </a:lnTo>
                  <a:close/>
                </a:path>
                <a:path w="635000" h="635000" fill="none">
                  <a:moveTo>
                    <a:pt x="625025" y="396459"/>
                  </a:moveTo>
                  <a:arcTo wR="317500" hR="317500" stAng="863999" swAng="15336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60" name="Harvey 30/100 [30]">
              <a:extLst>
                <a:ext uri="{FF2B5EF4-FFF2-40B4-BE49-F238E27FC236}">
                  <a16:creationId xmlns:a16="http://schemas.microsoft.com/office/drawing/2014/main" id="{2DF9C982-C062-4899-8A5F-20F49AD9E1B5}"/>
                </a:ext>
              </a:extLst>
            </p:cNvPr>
            <p:cNvSpPr>
              <a:spLocks noChangeAspect="1"/>
            </p:cNvSpPr>
            <p:nvPr>
              <p:custDataLst>
                <p:tags r:id="rId74"/>
              </p:custDataLst>
            </p:nvPr>
          </p:nvSpPr>
          <p:spPr>
            <a:xfrm>
              <a:off x="4334905" y="3282696"/>
              <a:ext cx="292608" cy="292608"/>
            </a:xfrm>
            <a:custGeom>
              <a:avLst/>
              <a:gdLst/>
              <a:ahLst/>
              <a:cxnLst/>
              <a:rect l="l" t="t" r="r" b="b"/>
              <a:pathLst>
                <a:path w="635000" h="635000">
                  <a:moveTo>
                    <a:pt x="317500" y="0"/>
                  </a:moveTo>
                  <a:arcTo wR="317500" hR="317500" stAng="16200000" swAng="6480000"/>
                  <a:lnTo>
                    <a:pt x="317500" y="317500"/>
                  </a:lnTo>
                  <a:close/>
                </a:path>
                <a:path w="635000" h="635000" fill="none">
                  <a:moveTo>
                    <a:pt x="619460" y="415612"/>
                  </a:moveTo>
                  <a:arcTo wR="317500" hR="317500" stAng="1080000" swAng="15119999"/>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61" name="Harvey 31/100 [31]">
              <a:extLst>
                <a:ext uri="{FF2B5EF4-FFF2-40B4-BE49-F238E27FC236}">
                  <a16:creationId xmlns:a16="http://schemas.microsoft.com/office/drawing/2014/main" id="{E98CD797-9DD9-4143-9058-D1ABF95E7406}"/>
                </a:ext>
              </a:extLst>
            </p:cNvPr>
            <p:cNvSpPr>
              <a:spLocks noChangeAspect="1"/>
            </p:cNvSpPr>
            <p:nvPr>
              <p:custDataLst>
                <p:tags r:id="rId75"/>
              </p:custDataLst>
            </p:nvPr>
          </p:nvSpPr>
          <p:spPr>
            <a:xfrm>
              <a:off x="4334905" y="3282696"/>
              <a:ext cx="292608" cy="292608"/>
            </a:xfrm>
            <a:custGeom>
              <a:avLst/>
              <a:gdLst/>
              <a:ahLst/>
              <a:cxnLst/>
              <a:rect l="l" t="t" r="r" b="b"/>
              <a:pathLst>
                <a:path w="635000" h="635000">
                  <a:moveTo>
                    <a:pt x="317500" y="0"/>
                  </a:moveTo>
                  <a:arcTo wR="317500" hR="317500" stAng="16200000" swAng="6696000"/>
                  <a:lnTo>
                    <a:pt x="317500" y="317500"/>
                  </a:lnTo>
                  <a:close/>
                </a:path>
                <a:path w="635000" h="635000" fill="none">
                  <a:moveTo>
                    <a:pt x="612704" y="434379"/>
                  </a:moveTo>
                  <a:arcTo wR="317500" hR="317500" stAng="1295999" swAng="14903999"/>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62" name="Harvey 32/100 [32]">
              <a:extLst>
                <a:ext uri="{FF2B5EF4-FFF2-40B4-BE49-F238E27FC236}">
                  <a16:creationId xmlns:a16="http://schemas.microsoft.com/office/drawing/2014/main" id="{39029FE4-844F-47DA-8FEF-FB68673FF10C}"/>
                </a:ext>
              </a:extLst>
            </p:cNvPr>
            <p:cNvSpPr>
              <a:spLocks noChangeAspect="1"/>
            </p:cNvSpPr>
            <p:nvPr>
              <p:custDataLst>
                <p:tags r:id="rId76"/>
              </p:custDataLst>
            </p:nvPr>
          </p:nvSpPr>
          <p:spPr>
            <a:xfrm>
              <a:off x="4334905" y="3282696"/>
              <a:ext cx="292608" cy="292608"/>
            </a:xfrm>
            <a:custGeom>
              <a:avLst/>
              <a:gdLst/>
              <a:ahLst/>
              <a:cxnLst/>
              <a:rect l="l" t="t" r="r" b="b"/>
              <a:pathLst>
                <a:path w="635000" h="635000">
                  <a:moveTo>
                    <a:pt x="317500" y="0"/>
                  </a:moveTo>
                  <a:arcTo wR="317500" hR="317500" stAng="16200000" swAng="6912000"/>
                  <a:lnTo>
                    <a:pt x="317500" y="317500"/>
                  </a:lnTo>
                  <a:close/>
                </a:path>
                <a:path w="635000" h="635000" fill="none">
                  <a:moveTo>
                    <a:pt x="604782" y="452684"/>
                  </a:moveTo>
                  <a:arcTo wR="317500" hR="317500" stAng="1512000" swAng="14687999"/>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63" name="Harvey 33/100 [33]">
              <a:extLst>
                <a:ext uri="{FF2B5EF4-FFF2-40B4-BE49-F238E27FC236}">
                  <a16:creationId xmlns:a16="http://schemas.microsoft.com/office/drawing/2014/main" id="{B99AA4D4-9C74-447B-89EF-8FD268FF95EE}"/>
                </a:ext>
              </a:extLst>
            </p:cNvPr>
            <p:cNvSpPr>
              <a:spLocks noChangeAspect="1"/>
            </p:cNvSpPr>
            <p:nvPr>
              <p:custDataLst>
                <p:tags r:id="rId77"/>
              </p:custDataLst>
            </p:nvPr>
          </p:nvSpPr>
          <p:spPr>
            <a:xfrm>
              <a:off x="4334905" y="3282696"/>
              <a:ext cx="292608" cy="292608"/>
            </a:xfrm>
            <a:custGeom>
              <a:avLst/>
              <a:gdLst/>
              <a:ahLst/>
              <a:cxnLst/>
              <a:rect l="l" t="t" r="r" b="b"/>
              <a:pathLst>
                <a:path w="635000" h="635000">
                  <a:moveTo>
                    <a:pt x="317500" y="0"/>
                  </a:moveTo>
                  <a:arcTo wR="317500" hR="317500" stAng="16200000" swAng="7128000"/>
                  <a:lnTo>
                    <a:pt x="317500" y="317500"/>
                  </a:lnTo>
                  <a:close/>
                </a:path>
                <a:path w="635000" h="635000" fill="none">
                  <a:moveTo>
                    <a:pt x="595727" y="470456"/>
                  </a:moveTo>
                  <a:arcTo wR="317500" hR="317500" stAng="1728000" swAng="14472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64" name="Harvey 34/100 [34]">
              <a:extLst>
                <a:ext uri="{FF2B5EF4-FFF2-40B4-BE49-F238E27FC236}">
                  <a16:creationId xmlns:a16="http://schemas.microsoft.com/office/drawing/2014/main" id="{0880CCDE-4DDE-49A8-AFB2-FDDCE314B4D3}"/>
                </a:ext>
              </a:extLst>
            </p:cNvPr>
            <p:cNvSpPr>
              <a:spLocks noChangeAspect="1"/>
            </p:cNvSpPr>
            <p:nvPr>
              <p:custDataLst>
                <p:tags r:id="rId78"/>
              </p:custDataLst>
            </p:nvPr>
          </p:nvSpPr>
          <p:spPr>
            <a:xfrm>
              <a:off x="4334905" y="3282696"/>
              <a:ext cx="292608" cy="292608"/>
            </a:xfrm>
            <a:custGeom>
              <a:avLst/>
              <a:gdLst/>
              <a:ahLst/>
              <a:cxnLst/>
              <a:rect l="l" t="t" r="r" b="b"/>
              <a:pathLst>
                <a:path w="635000" h="635000">
                  <a:moveTo>
                    <a:pt x="317500" y="0"/>
                  </a:moveTo>
                  <a:arcTo wR="317500" hR="317500" stAng="16200000" swAng="7344000"/>
                  <a:lnTo>
                    <a:pt x="317500" y="317500"/>
                  </a:lnTo>
                  <a:close/>
                </a:path>
                <a:path w="635000" h="635000" fill="none">
                  <a:moveTo>
                    <a:pt x="585574" y="487625"/>
                  </a:moveTo>
                  <a:arcTo wR="317500" hR="317500" stAng="1944000" swAng="14255999"/>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65" name="Harvey 35/100 [35]">
              <a:extLst>
                <a:ext uri="{FF2B5EF4-FFF2-40B4-BE49-F238E27FC236}">
                  <a16:creationId xmlns:a16="http://schemas.microsoft.com/office/drawing/2014/main" id="{F37E834A-F9D8-4623-BC85-60359856CCD0}"/>
                </a:ext>
              </a:extLst>
            </p:cNvPr>
            <p:cNvSpPr>
              <a:spLocks noChangeAspect="1"/>
            </p:cNvSpPr>
            <p:nvPr>
              <p:custDataLst>
                <p:tags r:id="rId79"/>
              </p:custDataLst>
            </p:nvPr>
          </p:nvSpPr>
          <p:spPr>
            <a:xfrm>
              <a:off x="4334905" y="3282696"/>
              <a:ext cx="292608" cy="292608"/>
            </a:xfrm>
            <a:custGeom>
              <a:avLst/>
              <a:gdLst/>
              <a:ahLst/>
              <a:cxnLst/>
              <a:rect l="l" t="t" r="r" b="b"/>
              <a:pathLst>
                <a:path w="635000" h="635000">
                  <a:moveTo>
                    <a:pt x="317500" y="0"/>
                  </a:moveTo>
                  <a:arcTo wR="317500" hR="317500" stAng="16200000" swAng="7559999"/>
                  <a:lnTo>
                    <a:pt x="317500" y="317500"/>
                  </a:lnTo>
                  <a:close/>
                </a:path>
                <a:path w="635000" h="635000" fill="none">
                  <a:moveTo>
                    <a:pt x="574362" y="504121"/>
                  </a:moveTo>
                  <a:arcTo wR="317500" hR="317500" stAng="2159999" swAng="14040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66" name="Harvey 36/100 [36]">
              <a:extLst>
                <a:ext uri="{FF2B5EF4-FFF2-40B4-BE49-F238E27FC236}">
                  <a16:creationId xmlns:a16="http://schemas.microsoft.com/office/drawing/2014/main" id="{15163940-B229-4368-B727-3714123C78AB}"/>
                </a:ext>
              </a:extLst>
            </p:cNvPr>
            <p:cNvSpPr>
              <a:spLocks noChangeAspect="1"/>
            </p:cNvSpPr>
            <p:nvPr>
              <p:custDataLst>
                <p:tags r:id="rId80"/>
              </p:custDataLst>
            </p:nvPr>
          </p:nvSpPr>
          <p:spPr>
            <a:xfrm>
              <a:off x="4334905" y="3282696"/>
              <a:ext cx="292608" cy="292608"/>
            </a:xfrm>
            <a:custGeom>
              <a:avLst/>
              <a:gdLst/>
              <a:ahLst/>
              <a:cxnLst/>
              <a:rect l="l" t="t" r="r" b="b"/>
              <a:pathLst>
                <a:path w="635000" h="635000">
                  <a:moveTo>
                    <a:pt x="317500" y="0"/>
                  </a:moveTo>
                  <a:arcTo wR="317500" hR="317500" stAng="16200000" swAng="7776000"/>
                  <a:lnTo>
                    <a:pt x="317500" y="317500"/>
                  </a:lnTo>
                  <a:close/>
                </a:path>
                <a:path w="635000" h="635000" fill="none">
                  <a:moveTo>
                    <a:pt x="562137" y="519882"/>
                  </a:moveTo>
                  <a:arcTo wR="317500" hR="317500" stAng="2375999" swAng="13824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67" name="Harvey 37/100 [37]">
              <a:extLst>
                <a:ext uri="{FF2B5EF4-FFF2-40B4-BE49-F238E27FC236}">
                  <a16:creationId xmlns:a16="http://schemas.microsoft.com/office/drawing/2014/main" id="{64BAECDC-27C7-4333-B9D8-59DE42A1B1AA}"/>
                </a:ext>
              </a:extLst>
            </p:cNvPr>
            <p:cNvSpPr>
              <a:spLocks noChangeAspect="1"/>
            </p:cNvSpPr>
            <p:nvPr>
              <p:custDataLst>
                <p:tags r:id="rId81"/>
              </p:custDataLst>
            </p:nvPr>
          </p:nvSpPr>
          <p:spPr>
            <a:xfrm>
              <a:off x="4334905" y="3282696"/>
              <a:ext cx="292608" cy="292608"/>
            </a:xfrm>
            <a:custGeom>
              <a:avLst/>
              <a:gdLst/>
              <a:ahLst/>
              <a:cxnLst/>
              <a:rect l="l" t="t" r="r" b="b"/>
              <a:pathLst>
                <a:path w="635000" h="635000">
                  <a:moveTo>
                    <a:pt x="317500" y="0"/>
                  </a:moveTo>
                  <a:arcTo wR="317500" hR="317500" stAng="16200000" swAng="7991999"/>
                  <a:lnTo>
                    <a:pt x="317500" y="317500"/>
                  </a:lnTo>
                  <a:close/>
                </a:path>
                <a:path w="635000" h="635000" fill="none">
                  <a:moveTo>
                    <a:pt x="548947" y="534843"/>
                  </a:moveTo>
                  <a:arcTo wR="317500" hR="317500" stAng="2591999" swAng="13608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68" name="Harvey 38/100 [38]">
              <a:extLst>
                <a:ext uri="{FF2B5EF4-FFF2-40B4-BE49-F238E27FC236}">
                  <a16:creationId xmlns:a16="http://schemas.microsoft.com/office/drawing/2014/main" id="{4F018A0A-A74A-4E47-BC47-203679D4F8C0}"/>
                </a:ext>
              </a:extLst>
            </p:cNvPr>
            <p:cNvSpPr>
              <a:spLocks noChangeAspect="1"/>
            </p:cNvSpPr>
            <p:nvPr>
              <p:custDataLst>
                <p:tags r:id="rId82"/>
              </p:custDataLst>
            </p:nvPr>
          </p:nvSpPr>
          <p:spPr>
            <a:xfrm>
              <a:off x="4334905" y="3282696"/>
              <a:ext cx="292608" cy="292608"/>
            </a:xfrm>
            <a:custGeom>
              <a:avLst/>
              <a:gdLst/>
              <a:ahLst/>
              <a:cxnLst/>
              <a:rect l="l" t="t" r="r" b="b"/>
              <a:pathLst>
                <a:path w="635000" h="635000">
                  <a:moveTo>
                    <a:pt x="317500" y="0"/>
                  </a:moveTo>
                  <a:arcTo wR="317500" hR="317500" stAng="16200000" swAng="8208000"/>
                  <a:lnTo>
                    <a:pt x="317500" y="317500"/>
                  </a:lnTo>
                  <a:close/>
                </a:path>
                <a:path w="635000" h="635000" fill="none">
                  <a:moveTo>
                    <a:pt x="534843" y="548947"/>
                  </a:moveTo>
                  <a:arcTo wR="317500" hR="317500" stAng="2808000" swAng="13392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69" name="Harvey 39/100 [39]">
              <a:extLst>
                <a:ext uri="{FF2B5EF4-FFF2-40B4-BE49-F238E27FC236}">
                  <a16:creationId xmlns:a16="http://schemas.microsoft.com/office/drawing/2014/main" id="{ACA75957-9FDB-46A2-82EC-77103CBEAC52}"/>
                </a:ext>
              </a:extLst>
            </p:cNvPr>
            <p:cNvSpPr>
              <a:spLocks noChangeAspect="1"/>
            </p:cNvSpPr>
            <p:nvPr>
              <p:custDataLst>
                <p:tags r:id="rId83"/>
              </p:custDataLst>
            </p:nvPr>
          </p:nvSpPr>
          <p:spPr>
            <a:xfrm>
              <a:off x="4334905" y="3282696"/>
              <a:ext cx="292608" cy="292608"/>
            </a:xfrm>
            <a:custGeom>
              <a:avLst/>
              <a:gdLst/>
              <a:ahLst/>
              <a:cxnLst/>
              <a:rect l="l" t="t" r="r" b="b"/>
              <a:pathLst>
                <a:path w="635000" h="635000">
                  <a:moveTo>
                    <a:pt x="317500" y="0"/>
                  </a:moveTo>
                  <a:arcTo wR="317500" hR="317500" stAng="16200000" swAng="8424000"/>
                  <a:lnTo>
                    <a:pt x="317500" y="317500"/>
                  </a:lnTo>
                  <a:close/>
                </a:path>
                <a:path w="635000" h="635000" fill="none">
                  <a:moveTo>
                    <a:pt x="519882" y="562137"/>
                  </a:moveTo>
                  <a:arcTo wR="317500" hR="317500" stAng="3024000" swAng="13176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70" name="Harvey 40/100 [40]">
              <a:extLst>
                <a:ext uri="{FF2B5EF4-FFF2-40B4-BE49-F238E27FC236}">
                  <a16:creationId xmlns:a16="http://schemas.microsoft.com/office/drawing/2014/main" id="{025DFA7F-A073-422A-8D20-E27D1ABE4342}"/>
                </a:ext>
              </a:extLst>
            </p:cNvPr>
            <p:cNvSpPr>
              <a:spLocks noChangeAspect="1"/>
            </p:cNvSpPr>
            <p:nvPr>
              <p:custDataLst>
                <p:tags r:id="rId84"/>
              </p:custDataLst>
            </p:nvPr>
          </p:nvSpPr>
          <p:spPr>
            <a:xfrm>
              <a:off x="4334905" y="3282696"/>
              <a:ext cx="292608" cy="292608"/>
            </a:xfrm>
            <a:custGeom>
              <a:avLst/>
              <a:gdLst/>
              <a:ahLst/>
              <a:cxnLst/>
              <a:rect l="l" t="t" r="r" b="b"/>
              <a:pathLst>
                <a:path w="635000" h="635000">
                  <a:moveTo>
                    <a:pt x="317500" y="0"/>
                  </a:moveTo>
                  <a:arcTo wR="317500" hR="317500" stAng="16200000" swAng="8640000"/>
                  <a:lnTo>
                    <a:pt x="317500" y="317500"/>
                  </a:lnTo>
                  <a:close/>
                </a:path>
                <a:path w="635000" h="635000" fill="none">
                  <a:moveTo>
                    <a:pt x="504121" y="574362"/>
                  </a:moveTo>
                  <a:arcTo wR="317500" hR="317500" stAng="3240000" swAng="12960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71" name="Harvey 41/100 [41]">
              <a:extLst>
                <a:ext uri="{FF2B5EF4-FFF2-40B4-BE49-F238E27FC236}">
                  <a16:creationId xmlns:a16="http://schemas.microsoft.com/office/drawing/2014/main" id="{BF311CE9-A4CB-4965-8F0F-5B6811E9FB20}"/>
                </a:ext>
              </a:extLst>
            </p:cNvPr>
            <p:cNvSpPr>
              <a:spLocks noChangeAspect="1"/>
            </p:cNvSpPr>
            <p:nvPr>
              <p:custDataLst>
                <p:tags r:id="rId85"/>
              </p:custDataLst>
            </p:nvPr>
          </p:nvSpPr>
          <p:spPr>
            <a:xfrm>
              <a:off x="4334905" y="3282696"/>
              <a:ext cx="292608" cy="292608"/>
            </a:xfrm>
            <a:custGeom>
              <a:avLst/>
              <a:gdLst/>
              <a:ahLst/>
              <a:cxnLst/>
              <a:rect l="l" t="t" r="r" b="b"/>
              <a:pathLst>
                <a:path w="635000" h="635000">
                  <a:moveTo>
                    <a:pt x="317500" y="0"/>
                  </a:moveTo>
                  <a:arcTo wR="317500" hR="317500" stAng="16200000" swAng="8856000"/>
                  <a:lnTo>
                    <a:pt x="317500" y="317500"/>
                  </a:lnTo>
                  <a:close/>
                </a:path>
                <a:path w="635000" h="635000" fill="none">
                  <a:moveTo>
                    <a:pt x="487625" y="585574"/>
                  </a:moveTo>
                  <a:arcTo wR="317500" hR="317500" stAng="3455999" swAng="12744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72" name="Harvey 42/100 [42]">
              <a:extLst>
                <a:ext uri="{FF2B5EF4-FFF2-40B4-BE49-F238E27FC236}">
                  <a16:creationId xmlns:a16="http://schemas.microsoft.com/office/drawing/2014/main" id="{1B415A3D-1E85-4E6A-8BAB-3BB56600BA4F}"/>
                </a:ext>
              </a:extLst>
            </p:cNvPr>
            <p:cNvSpPr>
              <a:spLocks noChangeAspect="1"/>
            </p:cNvSpPr>
            <p:nvPr>
              <p:custDataLst>
                <p:tags r:id="rId86"/>
              </p:custDataLst>
            </p:nvPr>
          </p:nvSpPr>
          <p:spPr>
            <a:xfrm>
              <a:off x="4334905" y="3282696"/>
              <a:ext cx="292608" cy="292608"/>
            </a:xfrm>
            <a:custGeom>
              <a:avLst/>
              <a:gdLst/>
              <a:ahLst/>
              <a:cxnLst/>
              <a:rect l="l" t="t" r="r" b="b"/>
              <a:pathLst>
                <a:path w="635000" h="635000">
                  <a:moveTo>
                    <a:pt x="317500" y="0"/>
                  </a:moveTo>
                  <a:arcTo wR="317500" hR="317500" stAng="16200000" swAng="9072000"/>
                  <a:lnTo>
                    <a:pt x="317500" y="317500"/>
                  </a:lnTo>
                  <a:close/>
                </a:path>
                <a:path w="635000" h="635000" fill="none">
                  <a:moveTo>
                    <a:pt x="470456" y="595727"/>
                  </a:moveTo>
                  <a:arcTo wR="317500" hR="317500" stAng="3671999" swAng="12528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73" name="Harvey 43/100 [43]">
              <a:extLst>
                <a:ext uri="{FF2B5EF4-FFF2-40B4-BE49-F238E27FC236}">
                  <a16:creationId xmlns:a16="http://schemas.microsoft.com/office/drawing/2014/main" id="{7EAD6077-4487-4E7D-846D-445E65B5291C}"/>
                </a:ext>
              </a:extLst>
            </p:cNvPr>
            <p:cNvSpPr>
              <a:spLocks noChangeAspect="1"/>
            </p:cNvSpPr>
            <p:nvPr>
              <p:custDataLst>
                <p:tags r:id="rId87"/>
              </p:custDataLst>
            </p:nvPr>
          </p:nvSpPr>
          <p:spPr>
            <a:xfrm>
              <a:off x="4334905" y="3282696"/>
              <a:ext cx="292608" cy="292608"/>
            </a:xfrm>
            <a:custGeom>
              <a:avLst/>
              <a:gdLst/>
              <a:ahLst/>
              <a:cxnLst/>
              <a:rect l="l" t="t" r="r" b="b"/>
              <a:pathLst>
                <a:path w="635000" h="635000">
                  <a:moveTo>
                    <a:pt x="317500" y="0"/>
                  </a:moveTo>
                  <a:arcTo wR="317500" hR="317500" stAng="16200000" swAng="9288000"/>
                  <a:lnTo>
                    <a:pt x="317500" y="317500"/>
                  </a:lnTo>
                  <a:close/>
                </a:path>
                <a:path w="635000" h="635000" fill="none">
                  <a:moveTo>
                    <a:pt x="452684" y="604782"/>
                  </a:moveTo>
                  <a:arcTo wR="317500" hR="317500" stAng="3888000" swAng="12312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74" name="Harvey 44/100 [44]">
              <a:extLst>
                <a:ext uri="{FF2B5EF4-FFF2-40B4-BE49-F238E27FC236}">
                  <a16:creationId xmlns:a16="http://schemas.microsoft.com/office/drawing/2014/main" id="{4B57ADAF-4A83-4CB4-8920-E2B9F994E83E}"/>
                </a:ext>
              </a:extLst>
            </p:cNvPr>
            <p:cNvSpPr>
              <a:spLocks noChangeAspect="1"/>
            </p:cNvSpPr>
            <p:nvPr>
              <p:custDataLst>
                <p:tags r:id="rId88"/>
              </p:custDataLst>
            </p:nvPr>
          </p:nvSpPr>
          <p:spPr>
            <a:xfrm>
              <a:off x="4334905" y="3282696"/>
              <a:ext cx="292608" cy="292608"/>
            </a:xfrm>
            <a:custGeom>
              <a:avLst/>
              <a:gdLst/>
              <a:ahLst/>
              <a:cxnLst/>
              <a:rect l="l" t="t" r="r" b="b"/>
              <a:pathLst>
                <a:path w="635000" h="635000">
                  <a:moveTo>
                    <a:pt x="317500" y="0"/>
                  </a:moveTo>
                  <a:arcTo wR="317500" hR="317500" stAng="16200000" swAng="9504000"/>
                  <a:lnTo>
                    <a:pt x="317500" y="317500"/>
                  </a:lnTo>
                  <a:close/>
                </a:path>
                <a:path w="635000" h="635000" fill="none">
                  <a:moveTo>
                    <a:pt x="434379" y="612704"/>
                  </a:moveTo>
                  <a:arcTo wR="317500" hR="317500" stAng="4104000" swAng="12096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75" name="Harvey 45/100 [45]">
              <a:extLst>
                <a:ext uri="{FF2B5EF4-FFF2-40B4-BE49-F238E27FC236}">
                  <a16:creationId xmlns:a16="http://schemas.microsoft.com/office/drawing/2014/main" id="{FF3E5416-AC43-4CBB-A32A-A966ED03106F}"/>
                </a:ext>
              </a:extLst>
            </p:cNvPr>
            <p:cNvSpPr>
              <a:spLocks noChangeAspect="1"/>
            </p:cNvSpPr>
            <p:nvPr>
              <p:custDataLst>
                <p:tags r:id="rId89"/>
              </p:custDataLst>
            </p:nvPr>
          </p:nvSpPr>
          <p:spPr>
            <a:xfrm>
              <a:off x="4334905" y="3282696"/>
              <a:ext cx="292608" cy="292608"/>
            </a:xfrm>
            <a:custGeom>
              <a:avLst/>
              <a:gdLst/>
              <a:ahLst/>
              <a:cxnLst/>
              <a:rect l="l" t="t" r="r" b="b"/>
              <a:pathLst>
                <a:path w="635000" h="635000">
                  <a:moveTo>
                    <a:pt x="317500" y="0"/>
                  </a:moveTo>
                  <a:arcTo wR="317500" hR="317500" stAng="16200000" swAng="9720000"/>
                  <a:lnTo>
                    <a:pt x="317500" y="317500"/>
                  </a:lnTo>
                  <a:close/>
                </a:path>
                <a:path w="635000" h="635000" fill="none">
                  <a:moveTo>
                    <a:pt x="415612" y="619460"/>
                  </a:moveTo>
                  <a:arcTo wR="317500" hR="317500" stAng="4320000" swAng="11880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76" name="Harvey 46/100 [46]">
              <a:extLst>
                <a:ext uri="{FF2B5EF4-FFF2-40B4-BE49-F238E27FC236}">
                  <a16:creationId xmlns:a16="http://schemas.microsoft.com/office/drawing/2014/main" id="{49AFF9C1-C19A-487C-A4C1-47DA87277C3B}"/>
                </a:ext>
              </a:extLst>
            </p:cNvPr>
            <p:cNvSpPr>
              <a:spLocks noChangeAspect="1"/>
            </p:cNvSpPr>
            <p:nvPr>
              <p:custDataLst>
                <p:tags r:id="rId90"/>
              </p:custDataLst>
            </p:nvPr>
          </p:nvSpPr>
          <p:spPr>
            <a:xfrm>
              <a:off x="4334905" y="3282696"/>
              <a:ext cx="292608" cy="292608"/>
            </a:xfrm>
            <a:custGeom>
              <a:avLst/>
              <a:gdLst/>
              <a:ahLst/>
              <a:cxnLst/>
              <a:rect l="l" t="t" r="r" b="b"/>
              <a:pathLst>
                <a:path w="635000" h="635000">
                  <a:moveTo>
                    <a:pt x="317500" y="0"/>
                  </a:moveTo>
                  <a:arcTo wR="317500" hR="317500" stAng="16200000" swAng="9936000"/>
                  <a:lnTo>
                    <a:pt x="317500" y="317500"/>
                  </a:lnTo>
                  <a:close/>
                </a:path>
                <a:path w="635000" h="635000" fill="none">
                  <a:moveTo>
                    <a:pt x="396459" y="625025"/>
                  </a:moveTo>
                  <a:arcTo wR="317500" hR="317500" stAng="4536000" swAng="11664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77" name="Harvey 47/100 [47]">
              <a:extLst>
                <a:ext uri="{FF2B5EF4-FFF2-40B4-BE49-F238E27FC236}">
                  <a16:creationId xmlns:a16="http://schemas.microsoft.com/office/drawing/2014/main" id="{F35AEE09-D82F-438F-9D01-96C6876241F1}"/>
                </a:ext>
              </a:extLst>
            </p:cNvPr>
            <p:cNvSpPr>
              <a:spLocks noChangeAspect="1"/>
            </p:cNvSpPr>
            <p:nvPr>
              <p:custDataLst>
                <p:tags r:id="rId91"/>
              </p:custDataLst>
            </p:nvPr>
          </p:nvSpPr>
          <p:spPr>
            <a:xfrm>
              <a:off x="4334905" y="3282696"/>
              <a:ext cx="292608" cy="292608"/>
            </a:xfrm>
            <a:custGeom>
              <a:avLst/>
              <a:gdLst/>
              <a:ahLst/>
              <a:cxnLst/>
              <a:rect l="l" t="t" r="r" b="b"/>
              <a:pathLst>
                <a:path w="635000" h="635000">
                  <a:moveTo>
                    <a:pt x="317500" y="0"/>
                  </a:moveTo>
                  <a:arcTo wR="317500" hR="317500" stAng="16200000" swAng="10152000"/>
                  <a:lnTo>
                    <a:pt x="317500" y="317500"/>
                  </a:lnTo>
                  <a:close/>
                </a:path>
                <a:path w="635000" h="635000" fill="none">
                  <a:moveTo>
                    <a:pt x="376993" y="629376"/>
                  </a:moveTo>
                  <a:arcTo wR="317500" hR="317500" stAng="4751999" swAng="11448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78" name="Harvey 48/100 [48]">
              <a:extLst>
                <a:ext uri="{FF2B5EF4-FFF2-40B4-BE49-F238E27FC236}">
                  <a16:creationId xmlns:a16="http://schemas.microsoft.com/office/drawing/2014/main" id="{4FC3325B-EEB2-4420-9715-1149CEACE9AC}"/>
                </a:ext>
              </a:extLst>
            </p:cNvPr>
            <p:cNvSpPr>
              <a:spLocks noChangeAspect="1"/>
            </p:cNvSpPr>
            <p:nvPr>
              <p:custDataLst>
                <p:tags r:id="rId92"/>
              </p:custDataLst>
            </p:nvPr>
          </p:nvSpPr>
          <p:spPr>
            <a:xfrm>
              <a:off x="4334905" y="3282696"/>
              <a:ext cx="292608" cy="292608"/>
            </a:xfrm>
            <a:custGeom>
              <a:avLst/>
              <a:gdLst/>
              <a:ahLst/>
              <a:cxnLst/>
              <a:rect l="l" t="t" r="r" b="b"/>
              <a:pathLst>
                <a:path w="635000" h="635000">
                  <a:moveTo>
                    <a:pt x="317500" y="0"/>
                  </a:moveTo>
                  <a:arcTo wR="317500" hR="317500" stAng="16200000" swAng="10367999"/>
                  <a:lnTo>
                    <a:pt x="317500" y="317500"/>
                  </a:lnTo>
                  <a:close/>
                </a:path>
                <a:path w="635000" h="635000" fill="none">
                  <a:moveTo>
                    <a:pt x="357293" y="632496"/>
                  </a:moveTo>
                  <a:arcTo wR="317500" hR="317500" stAng="4967999" swAng="11232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79" name="Harvey 49/100 [49]">
              <a:extLst>
                <a:ext uri="{FF2B5EF4-FFF2-40B4-BE49-F238E27FC236}">
                  <a16:creationId xmlns:a16="http://schemas.microsoft.com/office/drawing/2014/main" id="{3BE00D50-8FCE-4E11-AA24-10B621732F20}"/>
                </a:ext>
              </a:extLst>
            </p:cNvPr>
            <p:cNvSpPr>
              <a:spLocks noChangeAspect="1"/>
            </p:cNvSpPr>
            <p:nvPr>
              <p:custDataLst>
                <p:tags r:id="rId93"/>
              </p:custDataLst>
            </p:nvPr>
          </p:nvSpPr>
          <p:spPr>
            <a:xfrm>
              <a:off x="4334905" y="3282696"/>
              <a:ext cx="292608" cy="292608"/>
            </a:xfrm>
            <a:custGeom>
              <a:avLst/>
              <a:gdLst/>
              <a:ahLst/>
              <a:cxnLst/>
              <a:rect l="l" t="t" r="r" b="b"/>
              <a:pathLst>
                <a:path w="635000" h="635000">
                  <a:moveTo>
                    <a:pt x="317500" y="0"/>
                  </a:moveTo>
                  <a:arcTo wR="317500" hR="317500" stAng="16200000" swAng="10584000"/>
                  <a:lnTo>
                    <a:pt x="317500" y="317500"/>
                  </a:lnTo>
                  <a:close/>
                </a:path>
                <a:path w="635000" h="635000" fill="none">
                  <a:moveTo>
                    <a:pt x="337435" y="634373"/>
                  </a:moveTo>
                  <a:arcTo wR="317500" hR="317500" stAng="5184000" swAng="11016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80" name="Harvey 50/100 [50]">
              <a:extLst>
                <a:ext uri="{FF2B5EF4-FFF2-40B4-BE49-F238E27FC236}">
                  <a16:creationId xmlns:a16="http://schemas.microsoft.com/office/drawing/2014/main" id="{97083993-8BFD-443F-A3A3-D28EF389CE2B}"/>
                </a:ext>
              </a:extLst>
            </p:cNvPr>
            <p:cNvSpPr>
              <a:spLocks noChangeAspect="1"/>
            </p:cNvSpPr>
            <p:nvPr>
              <p:custDataLst>
                <p:tags r:id="rId94"/>
              </p:custDataLst>
            </p:nvPr>
          </p:nvSpPr>
          <p:spPr>
            <a:xfrm>
              <a:off x="4334905" y="3282696"/>
              <a:ext cx="292608" cy="292608"/>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81" name="Harvey 51/100 [51]">
              <a:extLst>
                <a:ext uri="{FF2B5EF4-FFF2-40B4-BE49-F238E27FC236}">
                  <a16:creationId xmlns:a16="http://schemas.microsoft.com/office/drawing/2014/main" id="{BDE38762-18E9-47FF-895E-325F5976ECAA}"/>
                </a:ext>
              </a:extLst>
            </p:cNvPr>
            <p:cNvSpPr>
              <a:spLocks noChangeAspect="1"/>
            </p:cNvSpPr>
            <p:nvPr>
              <p:custDataLst>
                <p:tags r:id="rId95"/>
              </p:custDataLst>
            </p:nvPr>
          </p:nvSpPr>
          <p:spPr>
            <a:xfrm>
              <a:off x="4334905" y="3282696"/>
              <a:ext cx="292608" cy="292608"/>
            </a:xfrm>
            <a:custGeom>
              <a:avLst/>
              <a:gdLst/>
              <a:ahLst/>
              <a:cxnLst/>
              <a:rect l="l" t="t" r="r" b="b"/>
              <a:pathLst>
                <a:path w="635000" h="635000">
                  <a:moveTo>
                    <a:pt x="317500" y="0"/>
                  </a:moveTo>
                  <a:arcTo wR="317500" hR="317500" stAng="16200000" swAng="11016000"/>
                  <a:lnTo>
                    <a:pt x="317500" y="317500"/>
                  </a:lnTo>
                  <a:close/>
                </a:path>
                <a:path w="635000" h="635000" fill="none">
                  <a:moveTo>
                    <a:pt x="297564" y="634373"/>
                  </a:moveTo>
                  <a:arcTo wR="317500" hR="317500" stAng="5616000" swAng="10584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82" name="Harvey 52/100 [52]">
              <a:extLst>
                <a:ext uri="{FF2B5EF4-FFF2-40B4-BE49-F238E27FC236}">
                  <a16:creationId xmlns:a16="http://schemas.microsoft.com/office/drawing/2014/main" id="{785EAA21-FBCD-46DC-8430-7AB12F5A66AF}"/>
                </a:ext>
              </a:extLst>
            </p:cNvPr>
            <p:cNvSpPr>
              <a:spLocks noChangeAspect="1"/>
            </p:cNvSpPr>
            <p:nvPr>
              <p:custDataLst>
                <p:tags r:id="rId96"/>
              </p:custDataLst>
            </p:nvPr>
          </p:nvSpPr>
          <p:spPr>
            <a:xfrm>
              <a:off x="4334905" y="3282696"/>
              <a:ext cx="292608" cy="292608"/>
            </a:xfrm>
            <a:custGeom>
              <a:avLst/>
              <a:gdLst/>
              <a:ahLst/>
              <a:cxnLst/>
              <a:rect l="l" t="t" r="r" b="b"/>
              <a:pathLst>
                <a:path w="635000" h="635000">
                  <a:moveTo>
                    <a:pt x="317500" y="0"/>
                  </a:moveTo>
                  <a:arcTo wR="317500" hR="317500" stAng="16200000" swAng="11232000"/>
                  <a:lnTo>
                    <a:pt x="317500" y="317500"/>
                  </a:lnTo>
                  <a:close/>
                </a:path>
                <a:path w="635000" h="635000" fill="none">
                  <a:moveTo>
                    <a:pt x="277706" y="632496"/>
                  </a:moveTo>
                  <a:arcTo wR="317500" hR="317500" stAng="5832000" swAng="10367999"/>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83" name="Harvey 53/100 [53]">
              <a:extLst>
                <a:ext uri="{FF2B5EF4-FFF2-40B4-BE49-F238E27FC236}">
                  <a16:creationId xmlns:a16="http://schemas.microsoft.com/office/drawing/2014/main" id="{858D54BA-F4A5-4C67-830E-E85FF6EE735D}"/>
                </a:ext>
              </a:extLst>
            </p:cNvPr>
            <p:cNvSpPr>
              <a:spLocks noChangeAspect="1"/>
            </p:cNvSpPr>
            <p:nvPr>
              <p:custDataLst>
                <p:tags r:id="rId97"/>
              </p:custDataLst>
            </p:nvPr>
          </p:nvSpPr>
          <p:spPr>
            <a:xfrm>
              <a:off x="4334905" y="3282696"/>
              <a:ext cx="292608" cy="292608"/>
            </a:xfrm>
            <a:custGeom>
              <a:avLst/>
              <a:gdLst/>
              <a:ahLst/>
              <a:cxnLst/>
              <a:rect l="l" t="t" r="r" b="b"/>
              <a:pathLst>
                <a:path w="635000" h="635000">
                  <a:moveTo>
                    <a:pt x="317500" y="0"/>
                  </a:moveTo>
                  <a:arcTo wR="317500" hR="317500" stAng="16200000" swAng="11448000"/>
                  <a:lnTo>
                    <a:pt x="317500" y="317500"/>
                  </a:lnTo>
                  <a:close/>
                </a:path>
                <a:path w="635000" h="635000" fill="none">
                  <a:moveTo>
                    <a:pt x="258006" y="629376"/>
                  </a:moveTo>
                  <a:arcTo wR="317500" hR="317500" stAng="6048000" swAng="10152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84" name="Harvey 54/100 [54]">
              <a:extLst>
                <a:ext uri="{FF2B5EF4-FFF2-40B4-BE49-F238E27FC236}">
                  <a16:creationId xmlns:a16="http://schemas.microsoft.com/office/drawing/2014/main" id="{AC41BD7B-E1FA-4AED-B11C-E03936A672E6}"/>
                </a:ext>
              </a:extLst>
            </p:cNvPr>
            <p:cNvSpPr>
              <a:spLocks noChangeAspect="1"/>
            </p:cNvSpPr>
            <p:nvPr>
              <p:custDataLst>
                <p:tags r:id="rId98"/>
              </p:custDataLst>
            </p:nvPr>
          </p:nvSpPr>
          <p:spPr>
            <a:xfrm>
              <a:off x="4334905" y="3282696"/>
              <a:ext cx="292608" cy="292608"/>
            </a:xfrm>
            <a:custGeom>
              <a:avLst/>
              <a:gdLst/>
              <a:ahLst/>
              <a:cxnLst/>
              <a:rect l="l" t="t" r="r" b="b"/>
              <a:pathLst>
                <a:path w="635000" h="635000">
                  <a:moveTo>
                    <a:pt x="317500" y="0"/>
                  </a:moveTo>
                  <a:arcTo wR="317500" hR="317500" stAng="16200000" swAng="11664000"/>
                  <a:lnTo>
                    <a:pt x="317500" y="317500"/>
                  </a:lnTo>
                  <a:close/>
                </a:path>
                <a:path w="635000" h="635000" fill="none">
                  <a:moveTo>
                    <a:pt x="238540" y="625025"/>
                  </a:moveTo>
                  <a:arcTo wR="317500" hR="317500" stAng="6264000" swAng="9936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85" name="Harvey 55/100 [55]">
              <a:extLst>
                <a:ext uri="{FF2B5EF4-FFF2-40B4-BE49-F238E27FC236}">
                  <a16:creationId xmlns:a16="http://schemas.microsoft.com/office/drawing/2014/main" id="{BAF901A0-5FD1-4B29-9AF9-DB8B19412429}"/>
                </a:ext>
              </a:extLst>
            </p:cNvPr>
            <p:cNvSpPr>
              <a:spLocks noChangeAspect="1"/>
            </p:cNvSpPr>
            <p:nvPr>
              <p:custDataLst>
                <p:tags r:id="rId99"/>
              </p:custDataLst>
            </p:nvPr>
          </p:nvSpPr>
          <p:spPr>
            <a:xfrm>
              <a:off x="4334905" y="3282696"/>
              <a:ext cx="292608" cy="292608"/>
            </a:xfrm>
            <a:custGeom>
              <a:avLst/>
              <a:gdLst/>
              <a:ahLst/>
              <a:cxnLst/>
              <a:rect l="l" t="t" r="r" b="b"/>
              <a:pathLst>
                <a:path w="635000" h="635000">
                  <a:moveTo>
                    <a:pt x="317500" y="0"/>
                  </a:moveTo>
                  <a:arcTo wR="317500" hR="317500" stAng="16200000" swAng="11880000"/>
                  <a:lnTo>
                    <a:pt x="317500" y="317500"/>
                  </a:lnTo>
                  <a:close/>
                </a:path>
                <a:path w="635000" h="635000" fill="none">
                  <a:moveTo>
                    <a:pt x="219387" y="619460"/>
                  </a:moveTo>
                  <a:arcTo wR="317500" hR="317500" stAng="6480000" swAng="9719999"/>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86" name="Harvey 56/100 [56]">
              <a:extLst>
                <a:ext uri="{FF2B5EF4-FFF2-40B4-BE49-F238E27FC236}">
                  <a16:creationId xmlns:a16="http://schemas.microsoft.com/office/drawing/2014/main" id="{3EFF555D-6B7F-481F-ADC2-746953BA7F97}"/>
                </a:ext>
              </a:extLst>
            </p:cNvPr>
            <p:cNvSpPr>
              <a:spLocks noChangeAspect="1"/>
            </p:cNvSpPr>
            <p:nvPr>
              <p:custDataLst>
                <p:tags r:id="rId100"/>
              </p:custDataLst>
            </p:nvPr>
          </p:nvSpPr>
          <p:spPr>
            <a:xfrm>
              <a:off x="4334905" y="3282696"/>
              <a:ext cx="292608" cy="292608"/>
            </a:xfrm>
            <a:custGeom>
              <a:avLst/>
              <a:gdLst/>
              <a:ahLst/>
              <a:cxnLst/>
              <a:rect l="l" t="t" r="r" b="b"/>
              <a:pathLst>
                <a:path w="635000" h="635000">
                  <a:moveTo>
                    <a:pt x="317500" y="0"/>
                  </a:moveTo>
                  <a:arcTo wR="317500" hR="317500" stAng="16200000" swAng="12096000"/>
                  <a:lnTo>
                    <a:pt x="317500" y="317500"/>
                  </a:lnTo>
                  <a:close/>
                </a:path>
                <a:path w="635000" h="635000" fill="none">
                  <a:moveTo>
                    <a:pt x="200620" y="612704"/>
                  </a:moveTo>
                  <a:arcTo wR="317500" hR="317500" stAng="6696000" swAng="9503999"/>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87" name="Harvey 57/100 [57]">
              <a:extLst>
                <a:ext uri="{FF2B5EF4-FFF2-40B4-BE49-F238E27FC236}">
                  <a16:creationId xmlns:a16="http://schemas.microsoft.com/office/drawing/2014/main" id="{A4D3BE31-8C07-4912-AB8B-8331A665C238}"/>
                </a:ext>
              </a:extLst>
            </p:cNvPr>
            <p:cNvSpPr>
              <a:spLocks noChangeAspect="1"/>
            </p:cNvSpPr>
            <p:nvPr>
              <p:custDataLst>
                <p:tags r:id="rId101"/>
              </p:custDataLst>
            </p:nvPr>
          </p:nvSpPr>
          <p:spPr>
            <a:xfrm>
              <a:off x="4334905" y="3282696"/>
              <a:ext cx="292608" cy="292608"/>
            </a:xfrm>
            <a:custGeom>
              <a:avLst/>
              <a:gdLst/>
              <a:ahLst/>
              <a:cxnLst/>
              <a:rect l="l" t="t" r="r" b="b"/>
              <a:pathLst>
                <a:path w="635000" h="635000">
                  <a:moveTo>
                    <a:pt x="317500" y="0"/>
                  </a:moveTo>
                  <a:arcTo wR="317500" hR="317500" stAng="16200000" swAng="12312000"/>
                  <a:lnTo>
                    <a:pt x="317500" y="317500"/>
                  </a:lnTo>
                  <a:close/>
                </a:path>
                <a:path w="635000" h="635000" fill="none">
                  <a:moveTo>
                    <a:pt x="182315" y="604782"/>
                  </a:moveTo>
                  <a:arcTo wR="317500" hR="317500" stAng="6911999" swAng="9288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88" name="Harvey 58/100 [58]">
              <a:extLst>
                <a:ext uri="{FF2B5EF4-FFF2-40B4-BE49-F238E27FC236}">
                  <a16:creationId xmlns:a16="http://schemas.microsoft.com/office/drawing/2014/main" id="{E7B5A5D9-6DD2-4B0A-9557-7A7AF774103E}"/>
                </a:ext>
              </a:extLst>
            </p:cNvPr>
            <p:cNvSpPr>
              <a:spLocks noChangeAspect="1"/>
            </p:cNvSpPr>
            <p:nvPr>
              <p:custDataLst>
                <p:tags r:id="rId102"/>
              </p:custDataLst>
            </p:nvPr>
          </p:nvSpPr>
          <p:spPr>
            <a:xfrm>
              <a:off x="4334905" y="3282696"/>
              <a:ext cx="292608" cy="292608"/>
            </a:xfrm>
            <a:custGeom>
              <a:avLst/>
              <a:gdLst/>
              <a:ahLst/>
              <a:cxnLst/>
              <a:rect l="l" t="t" r="r" b="b"/>
              <a:pathLst>
                <a:path w="635000" h="635000">
                  <a:moveTo>
                    <a:pt x="317500" y="0"/>
                  </a:moveTo>
                  <a:arcTo wR="317500" hR="317500" stAng="16200000" swAng="12527999"/>
                  <a:lnTo>
                    <a:pt x="317500" y="317500"/>
                  </a:lnTo>
                  <a:close/>
                </a:path>
                <a:path w="635000" h="635000" fill="none">
                  <a:moveTo>
                    <a:pt x="164543" y="595727"/>
                  </a:moveTo>
                  <a:arcTo wR="317500" hR="317500" stAng="7127999" swAng="9072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89" name="Harvey 59/100 [59]">
              <a:extLst>
                <a:ext uri="{FF2B5EF4-FFF2-40B4-BE49-F238E27FC236}">
                  <a16:creationId xmlns:a16="http://schemas.microsoft.com/office/drawing/2014/main" id="{88458C0E-D234-4C86-A6CC-B8CD6C445F00}"/>
                </a:ext>
              </a:extLst>
            </p:cNvPr>
            <p:cNvSpPr>
              <a:spLocks noChangeAspect="1"/>
            </p:cNvSpPr>
            <p:nvPr>
              <p:custDataLst>
                <p:tags r:id="rId103"/>
              </p:custDataLst>
            </p:nvPr>
          </p:nvSpPr>
          <p:spPr>
            <a:xfrm>
              <a:off x="4334905" y="3282696"/>
              <a:ext cx="292608" cy="292608"/>
            </a:xfrm>
            <a:custGeom>
              <a:avLst/>
              <a:gdLst/>
              <a:ahLst/>
              <a:cxnLst/>
              <a:rect l="l" t="t" r="r" b="b"/>
              <a:pathLst>
                <a:path w="635000" h="635000">
                  <a:moveTo>
                    <a:pt x="317500" y="0"/>
                  </a:moveTo>
                  <a:arcTo wR="317500" hR="317500" stAng="16200000" swAng="12743999"/>
                  <a:lnTo>
                    <a:pt x="317500" y="317500"/>
                  </a:lnTo>
                  <a:close/>
                </a:path>
                <a:path w="635000" h="635000" fill="none">
                  <a:moveTo>
                    <a:pt x="147374" y="585574"/>
                  </a:moveTo>
                  <a:arcTo wR="317500" hR="317500" stAng="7343999" swAng="8856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90" name="Harvey 60/100 [60]">
              <a:extLst>
                <a:ext uri="{FF2B5EF4-FFF2-40B4-BE49-F238E27FC236}">
                  <a16:creationId xmlns:a16="http://schemas.microsoft.com/office/drawing/2014/main" id="{0924D2C6-D224-49FD-A4B8-312AFD605E78}"/>
                </a:ext>
              </a:extLst>
            </p:cNvPr>
            <p:cNvSpPr>
              <a:spLocks noChangeAspect="1"/>
            </p:cNvSpPr>
            <p:nvPr>
              <p:custDataLst>
                <p:tags r:id="rId104"/>
              </p:custDataLst>
            </p:nvPr>
          </p:nvSpPr>
          <p:spPr>
            <a:xfrm>
              <a:off x="4334905" y="3282696"/>
              <a:ext cx="292608" cy="292608"/>
            </a:xfrm>
            <a:custGeom>
              <a:avLst/>
              <a:gdLst/>
              <a:ahLst/>
              <a:cxnLst/>
              <a:rect l="l" t="t" r="r" b="b"/>
              <a:pathLst>
                <a:path w="635000" h="635000">
                  <a:moveTo>
                    <a:pt x="317500" y="0"/>
                  </a:moveTo>
                  <a:arcTo wR="317500" hR="317500" stAng="16200000" swAng="12960000"/>
                  <a:lnTo>
                    <a:pt x="317500" y="317500"/>
                  </a:lnTo>
                  <a:close/>
                </a:path>
                <a:path w="635000" h="635000" fill="none">
                  <a:moveTo>
                    <a:pt x="130878" y="574362"/>
                  </a:moveTo>
                  <a:arcTo wR="317500" hR="317500" stAng="7560000" swAng="8640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91" name="Harvey 61/100 [61]">
              <a:extLst>
                <a:ext uri="{FF2B5EF4-FFF2-40B4-BE49-F238E27FC236}">
                  <a16:creationId xmlns:a16="http://schemas.microsoft.com/office/drawing/2014/main" id="{F9FB23C2-D568-49AC-B8FD-0480EB019739}"/>
                </a:ext>
              </a:extLst>
            </p:cNvPr>
            <p:cNvSpPr>
              <a:spLocks noChangeAspect="1"/>
            </p:cNvSpPr>
            <p:nvPr>
              <p:custDataLst>
                <p:tags r:id="rId105"/>
              </p:custDataLst>
            </p:nvPr>
          </p:nvSpPr>
          <p:spPr>
            <a:xfrm>
              <a:off x="4334905" y="3282696"/>
              <a:ext cx="292608" cy="292608"/>
            </a:xfrm>
            <a:custGeom>
              <a:avLst/>
              <a:gdLst/>
              <a:ahLst/>
              <a:cxnLst/>
              <a:rect l="l" t="t" r="r" b="b"/>
              <a:pathLst>
                <a:path w="635000" h="635000">
                  <a:moveTo>
                    <a:pt x="317500" y="0"/>
                  </a:moveTo>
                  <a:arcTo wR="317500" hR="317500" stAng="16200000" swAng="13176000"/>
                  <a:lnTo>
                    <a:pt x="317500" y="317500"/>
                  </a:lnTo>
                  <a:close/>
                </a:path>
                <a:path w="635000" h="635000" fill="none">
                  <a:moveTo>
                    <a:pt x="115117" y="562137"/>
                  </a:moveTo>
                  <a:arcTo wR="317500" hR="317500" stAng="7776000" swAng="8424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92" name="Harvey 62/100 [62]">
              <a:extLst>
                <a:ext uri="{FF2B5EF4-FFF2-40B4-BE49-F238E27FC236}">
                  <a16:creationId xmlns:a16="http://schemas.microsoft.com/office/drawing/2014/main" id="{9EF3159D-F4FB-4032-BCCB-55E6ED5EEFC7}"/>
                </a:ext>
              </a:extLst>
            </p:cNvPr>
            <p:cNvSpPr>
              <a:spLocks noChangeAspect="1"/>
            </p:cNvSpPr>
            <p:nvPr>
              <p:custDataLst>
                <p:tags r:id="rId106"/>
              </p:custDataLst>
            </p:nvPr>
          </p:nvSpPr>
          <p:spPr>
            <a:xfrm>
              <a:off x="4334905" y="3282696"/>
              <a:ext cx="292608" cy="292608"/>
            </a:xfrm>
            <a:custGeom>
              <a:avLst/>
              <a:gdLst/>
              <a:ahLst/>
              <a:cxnLst/>
              <a:rect l="l" t="t" r="r" b="b"/>
              <a:pathLst>
                <a:path w="635000" h="635000">
                  <a:moveTo>
                    <a:pt x="317500" y="0"/>
                  </a:moveTo>
                  <a:arcTo wR="317500" hR="317500" stAng="16200000" swAng="13392000"/>
                  <a:lnTo>
                    <a:pt x="317500" y="317500"/>
                  </a:lnTo>
                  <a:close/>
                </a:path>
                <a:path w="635000" h="635000" fill="none">
                  <a:moveTo>
                    <a:pt x="100156" y="548947"/>
                  </a:moveTo>
                  <a:arcTo wR="317500" hR="317500" stAng="7991999" swAng="8208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93" name="Harvey 63/100 [63]">
              <a:extLst>
                <a:ext uri="{FF2B5EF4-FFF2-40B4-BE49-F238E27FC236}">
                  <a16:creationId xmlns:a16="http://schemas.microsoft.com/office/drawing/2014/main" id="{9362C8EA-6D15-4E0C-8AE9-B1B50EB297B8}"/>
                </a:ext>
              </a:extLst>
            </p:cNvPr>
            <p:cNvSpPr>
              <a:spLocks noChangeAspect="1"/>
            </p:cNvSpPr>
            <p:nvPr>
              <p:custDataLst>
                <p:tags r:id="rId107"/>
              </p:custDataLst>
            </p:nvPr>
          </p:nvSpPr>
          <p:spPr>
            <a:xfrm>
              <a:off x="4334905" y="3282696"/>
              <a:ext cx="292608" cy="292608"/>
            </a:xfrm>
            <a:custGeom>
              <a:avLst/>
              <a:gdLst/>
              <a:ahLst/>
              <a:cxnLst/>
              <a:rect l="l" t="t" r="r" b="b"/>
              <a:pathLst>
                <a:path w="635000" h="635000">
                  <a:moveTo>
                    <a:pt x="317500" y="0"/>
                  </a:moveTo>
                  <a:arcTo wR="317500" hR="317500" stAng="16200000" swAng="13608000"/>
                  <a:lnTo>
                    <a:pt x="317500" y="317500"/>
                  </a:lnTo>
                  <a:close/>
                </a:path>
                <a:path w="635000" h="635000" fill="none">
                  <a:moveTo>
                    <a:pt x="86052" y="534843"/>
                  </a:moveTo>
                  <a:arcTo wR="317500" hR="317500" stAng="8208000" swAng="7991999"/>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94" name="Harvey 64/100 [64]">
              <a:extLst>
                <a:ext uri="{FF2B5EF4-FFF2-40B4-BE49-F238E27FC236}">
                  <a16:creationId xmlns:a16="http://schemas.microsoft.com/office/drawing/2014/main" id="{91EB375D-1444-4BE3-A696-66272A1564CD}"/>
                </a:ext>
              </a:extLst>
            </p:cNvPr>
            <p:cNvSpPr>
              <a:spLocks noChangeAspect="1"/>
            </p:cNvSpPr>
            <p:nvPr>
              <p:custDataLst>
                <p:tags r:id="rId108"/>
              </p:custDataLst>
            </p:nvPr>
          </p:nvSpPr>
          <p:spPr>
            <a:xfrm>
              <a:off x="4334905" y="3282696"/>
              <a:ext cx="292608" cy="292608"/>
            </a:xfrm>
            <a:custGeom>
              <a:avLst/>
              <a:gdLst/>
              <a:ahLst/>
              <a:cxnLst/>
              <a:rect l="l" t="t" r="r" b="b"/>
              <a:pathLst>
                <a:path w="635000" h="635000">
                  <a:moveTo>
                    <a:pt x="317500" y="0"/>
                  </a:moveTo>
                  <a:arcTo wR="317500" hR="317500" stAng="16200000" swAng="13824000"/>
                  <a:lnTo>
                    <a:pt x="317500" y="317500"/>
                  </a:lnTo>
                  <a:close/>
                </a:path>
                <a:path w="635000" h="635000" fill="none">
                  <a:moveTo>
                    <a:pt x="72862" y="519882"/>
                  </a:moveTo>
                  <a:arcTo wR="317500" hR="317500" stAng="8424000" swAng="7776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95" name="Harvey 65/100 [65]">
              <a:extLst>
                <a:ext uri="{FF2B5EF4-FFF2-40B4-BE49-F238E27FC236}">
                  <a16:creationId xmlns:a16="http://schemas.microsoft.com/office/drawing/2014/main" id="{9A3002B1-5D17-4BCB-9A44-B2FB4025D02F}"/>
                </a:ext>
              </a:extLst>
            </p:cNvPr>
            <p:cNvSpPr>
              <a:spLocks noChangeAspect="1"/>
            </p:cNvSpPr>
            <p:nvPr>
              <p:custDataLst>
                <p:tags r:id="rId109"/>
              </p:custDataLst>
            </p:nvPr>
          </p:nvSpPr>
          <p:spPr>
            <a:xfrm>
              <a:off x="4334905" y="3282696"/>
              <a:ext cx="292608" cy="292608"/>
            </a:xfrm>
            <a:custGeom>
              <a:avLst/>
              <a:gdLst/>
              <a:ahLst/>
              <a:cxnLst/>
              <a:rect l="l" t="t" r="r" b="b"/>
              <a:pathLst>
                <a:path w="635000" h="635000">
                  <a:moveTo>
                    <a:pt x="317500" y="0"/>
                  </a:moveTo>
                  <a:arcTo wR="317500" hR="317500" stAng="16200000" swAng="14040000"/>
                  <a:lnTo>
                    <a:pt x="317500" y="317500"/>
                  </a:lnTo>
                  <a:close/>
                </a:path>
                <a:path w="635000" h="635000" fill="none">
                  <a:moveTo>
                    <a:pt x="60637" y="504121"/>
                  </a:moveTo>
                  <a:arcTo wR="317500" hR="317500" stAng="8640000" swAng="7559999"/>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96" name="Harvey 66/100 [66]">
              <a:extLst>
                <a:ext uri="{FF2B5EF4-FFF2-40B4-BE49-F238E27FC236}">
                  <a16:creationId xmlns:a16="http://schemas.microsoft.com/office/drawing/2014/main" id="{E5F2FDE4-04B2-4A45-A685-14E0C51883A5}"/>
                </a:ext>
              </a:extLst>
            </p:cNvPr>
            <p:cNvSpPr>
              <a:spLocks noChangeAspect="1"/>
            </p:cNvSpPr>
            <p:nvPr>
              <p:custDataLst>
                <p:tags r:id="rId110"/>
              </p:custDataLst>
            </p:nvPr>
          </p:nvSpPr>
          <p:spPr>
            <a:xfrm>
              <a:off x="4334905" y="3282696"/>
              <a:ext cx="292608" cy="292608"/>
            </a:xfrm>
            <a:custGeom>
              <a:avLst/>
              <a:gdLst/>
              <a:ahLst/>
              <a:cxnLst/>
              <a:rect l="l" t="t" r="r" b="b"/>
              <a:pathLst>
                <a:path w="635000" h="635000">
                  <a:moveTo>
                    <a:pt x="317500" y="0"/>
                  </a:moveTo>
                  <a:arcTo wR="317500" hR="317500" stAng="16200000" swAng="14256000"/>
                  <a:lnTo>
                    <a:pt x="317500" y="317500"/>
                  </a:lnTo>
                  <a:close/>
                </a:path>
                <a:path w="635000" h="635000" fill="none">
                  <a:moveTo>
                    <a:pt x="49425" y="487625"/>
                  </a:moveTo>
                  <a:arcTo wR="317500" hR="317500" stAng="8856000" swAng="7343999"/>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97" name="Harvey 67/100 [67]">
              <a:extLst>
                <a:ext uri="{FF2B5EF4-FFF2-40B4-BE49-F238E27FC236}">
                  <a16:creationId xmlns:a16="http://schemas.microsoft.com/office/drawing/2014/main" id="{D399A169-3845-4CD5-A62C-F4586F1FAFE8}"/>
                </a:ext>
              </a:extLst>
            </p:cNvPr>
            <p:cNvSpPr>
              <a:spLocks noChangeAspect="1"/>
            </p:cNvSpPr>
            <p:nvPr>
              <p:custDataLst>
                <p:tags r:id="rId111"/>
              </p:custDataLst>
            </p:nvPr>
          </p:nvSpPr>
          <p:spPr>
            <a:xfrm>
              <a:off x="4334905" y="3282696"/>
              <a:ext cx="292608" cy="292608"/>
            </a:xfrm>
            <a:custGeom>
              <a:avLst/>
              <a:gdLst/>
              <a:ahLst/>
              <a:cxnLst/>
              <a:rect l="l" t="t" r="r" b="b"/>
              <a:pathLst>
                <a:path w="635000" h="635000">
                  <a:moveTo>
                    <a:pt x="317500" y="0"/>
                  </a:moveTo>
                  <a:arcTo wR="317500" hR="317500" stAng="16200000" swAng="14472000"/>
                  <a:lnTo>
                    <a:pt x="317500" y="317500"/>
                  </a:lnTo>
                  <a:close/>
                </a:path>
                <a:path w="635000" h="635000" fill="none">
                  <a:moveTo>
                    <a:pt x="39272" y="470456"/>
                  </a:moveTo>
                  <a:arcTo wR="317500" hR="317500" stAng="9072000" swAng="7127999"/>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98" name="Harvey 68/100 [68]">
              <a:extLst>
                <a:ext uri="{FF2B5EF4-FFF2-40B4-BE49-F238E27FC236}">
                  <a16:creationId xmlns:a16="http://schemas.microsoft.com/office/drawing/2014/main" id="{E12F5173-9960-47F5-9A91-B043294E14CB}"/>
                </a:ext>
              </a:extLst>
            </p:cNvPr>
            <p:cNvSpPr>
              <a:spLocks noChangeAspect="1"/>
            </p:cNvSpPr>
            <p:nvPr>
              <p:custDataLst>
                <p:tags r:id="rId112"/>
              </p:custDataLst>
            </p:nvPr>
          </p:nvSpPr>
          <p:spPr>
            <a:xfrm>
              <a:off x="4334905" y="3282696"/>
              <a:ext cx="292608" cy="292608"/>
            </a:xfrm>
            <a:custGeom>
              <a:avLst/>
              <a:gdLst/>
              <a:ahLst/>
              <a:cxnLst/>
              <a:rect l="l" t="t" r="r" b="b"/>
              <a:pathLst>
                <a:path w="635000" h="635000">
                  <a:moveTo>
                    <a:pt x="317500" y="0"/>
                  </a:moveTo>
                  <a:arcTo wR="317500" hR="317500" stAng="16200000" swAng="14688000"/>
                  <a:lnTo>
                    <a:pt x="317500" y="317500"/>
                  </a:lnTo>
                  <a:close/>
                </a:path>
                <a:path w="635000" h="635000" fill="none">
                  <a:moveTo>
                    <a:pt x="30217" y="452684"/>
                  </a:moveTo>
                  <a:arcTo wR="317500" hR="317500" stAng="9288000" swAng="6911999"/>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99" name="Harvey 69/100 [69]">
              <a:extLst>
                <a:ext uri="{FF2B5EF4-FFF2-40B4-BE49-F238E27FC236}">
                  <a16:creationId xmlns:a16="http://schemas.microsoft.com/office/drawing/2014/main" id="{DD9B9229-3D3A-4706-BEEC-04C19A30C5C3}"/>
                </a:ext>
              </a:extLst>
            </p:cNvPr>
            <p:cNvSpPr>
              <a:spLocks noChangeAspect="1"/>
            </p:cNvSpPr>
            <p:nvPr>
              <p:custDataLst>
                <p:tags r:id="rId113"/>
              </p:custDataLst>
            </p:nvPr>
          </p:nvSpPr>
          <p:spPr>
            <a:xfrm>
              <a:off x="4334905" y="3282696"/>
              <a:ext cx="292608" cy="292608"/>
            </a:xfrm>
            <a:custGeom>
              <a:avLst/>
              <a:gdLst/>
              <a:ahLst/>
              <a:cxnLst/>
              <a:rect l="l" t="t" r="r" b="b"/>
              <a:pathLst>
                <a:path w="635000" h="635000">
                  <a:moveTo>
                    <a:pt x="317500" y="0"/>
                  </a:moveTo>
                  <a:arcTo wR="317500" hR="317500" stAng="16200000" swAng="14903999"/>
                  <a:lnTo>
                    <a:pt x="317500" y="317500"/>
                  </a:lnTo>
                  <a:close/>
                </a:path>
                <a:path w="635000" h="635000" fill="none">
                  <a:moveTo>
                    <a:pt x="22295" y="434379"/>
                  </a:moveTo>
                  <a:arcTo wR="317500" hR="317500" stAng="9503999" swAng="6696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100" name="Harvey 70/100 [70]">
              <a:extLst>
                <a:ext uri="{FF2B5EF4-FFF2-40B4-BE49-F238E27FC236}">
                  <a16:creationId xmlns:a16="http://schemas.microsoft.com/office/drawing/2014/main" id="{795A4CC8-0C08-491C-8D7F-95EC8E0E25B8}"/>
                </a:ext>
              </a:extLst>
            </p:cNvPr>
            <p:cNvSpPr>
              <a:spLocks noChangeAspect="1"/>
            </p:cNvSpPr>
            <p:nvPr>
              <p:custDataLst>
                <p:tags r:id="rId114"/>
              </p:custDataLst>
            </p:nvPr>
          </p:nvSpPr>
          <p:spPr>
            <a:xfrm>
              <a:off x="4334905" y="3282696"/>
              <a:ext cx="292608" cy="292608"/>
            </a:xfrm>
            <a:custGeom>
              <a:avLst/>
              <a:gdLst/>
              <a:ahLst/>
              <a:cxnLst/>
              <a:rect l="l" t="t" r="r" b="b"/>
              <a:pathLst>
                <a:path w="635000" h="635000">
                  <a:moveTo>
                    <a:pt x="317500" y="0"/>
                  </a:moveTo>
                  <a:arcTo wR="317500" hR="317500" stAng="16200000" swAng="15119999"/>
                  <a:lnTo>
                    <a:pt x="317500" y="317500"/>
                  </a:lnTo>
                  <a:close/>
                </a:path>
                <a:path w="635000" h="635000" fill="none">
                  <a:moveTo>
                    <a:pt x="15539" y="415612"/>
                  </a:moveTo>
                  <a:arcTo wR="317500" hR="317500" stAng="9719999" swAng="6480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101" name="Harvey 71/100 [71]">
              <a:extLst>
                <a:ext uri="{FF2B5EF4-FFF2-40B4-BE49-F238E27FC236}">
                  <a16:creationId xmlns:a16="http://schemas.microsoft.com/office/drawing/2014/main" id="{91862A76-5FCC-4C25-9A3F-A10651AC7725}"/>
                </a:ext>
              </a:extLst>
            </p:cNvPr>
            <p:cNvSpPr>
              <a:spLocks noChangeAspect="1"/>
            </p:cNvSpPr>
            <p:nvPr>
              <p:custDataLst>
                <p:tags r:id="rId115"/>
              </p:custDataLst>
            </p:nvPr>
          </p:nvSpPr>
          <p:spPr>
            <a:xfrm>
              <a:off x="4334905" y="3282696"/>
              <a:ext cx="292608" cy="292608"/>
            </a:xfrm>
            <a:custGeom>
              <a:avLst/>
              <a:gdLst/>
              <a:ahLst/>
              <a:cxnLst/>
              <a:rect l="l" t="t" r="r" b="b"/>
              <a:pathLst>
                <a:path w="635000" h="635000">
                  <a:moveTo>
                    <a:pt x="317500" y="0"/>
                  </a:moveTo>
                  <a:arcTo wR="317500" hR="317500" stAng="16200000" swAng="15336000"/>
                  <a:lnTo>
                    <a:pt x="317500" y="317500"/>
                  </a:lnTo>
                  <a:close/>
                </a:path>
                <a:path w="635000" h="635000" fill="none">
                  <a:moveTo>
                    <a:pt x="9974" y="396459"/>
                  </a:moveTo>
                  <a:arcTo wR="317500" hR="317500" stAng="9936000" swAng="6264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102" name="Harvey 72/100 [72]">
              <a:extLst>
                <a:ext uri="{FF2B5EF4-FFF2-40B4-BE49-F238E27FC236}">
                  <a16:creationId xmlns:a16="http://schemas.microsoft.com/office/drawing/2014/main" id="{46969644-17D9-45C9-A88A-9A88622DCE45}"/>
                </a:ext>
              </a:extLst>
            </p:cNvPr>
            <p:cNvSpPr>
              <a:spLocks noChangeAspect="1"/>
            </p:cNvSpPr>
            <p:nvPr>
              <p:custDataLst>
                <p:tags r:id="rId116"/>
              </p:custDataLst>
            </p:nvPr>
          </p:nvSpPr>
          <p:spPr>
            <a:xfrm>
              <a:off x="4334905" y="3282696"/>
              <a:ext cx="292608" cy="292608"/>
            </a:xfrm>
            <a:custGeom>
              <a:avLst/>
              <a:gdLst/>
              <a:ahLst/>
              <a:cxnLst/>
              <a:rect l="l" t="t" r="r" b="b"/>
              <a:pathLst>
                <a:path w="635000" h="635000">
                  <a:moveTo>
                    <a:pt x="317500" y="0"/>
                  </a:moveTo>
                  <a:arcTo wR="317500" hR="317500" stAng="16200000" swAng="15552000"/>
                  <a:lnTo>
                    <a:pt x="317500" y="317500"/>
                  </a:lnTo>
                  <a:close/>
                </a:path>
                <a:path w="635000" h="635000" fill="none">
                  <a:moveTo>
                    <a:pt x="5623" y="376993"/>
                  </a:moveTo>
                  <a:arcTo wR="317500" hR="317500" stAng="10152000" swAng="6048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103" name="Harvey 73/100 [73]">
              <a:extLst>
                <a:ext uri="{FF2B5EF4-FFF2-40B4-BE49-F238E27FC236}">
                  <a16:creationId xmlns:a16="http://schemas.microsoft.com/office/drawing/2014/main" id="{F89621F9-3ABB-450D-913E-7B467F289A9B}"/>
                </a:ext>
              </a:extLst>
            </p:cNvPr>
            <p:cNvSpPr>
              <a:spLocks noChangeAspect="1"/>
            </p:cNvSpPr>
            <p:nvPr>
              <p:custDataLst>
                <p:tags r:id="rId117"/>
              </p:custDataLst>
            </p:nvPr>
          </p:nvSpPr>
          <p:spPr>
            <a:xfrm>
              <a:off x="4334905" y="3282696"/>
              <a:ext cx="292608" cy="292608"/>
            </a:xfrm>
            <a:custGeom>
              <a:avLst/>
              <a:gdLst/>
              <a:ahLst/>
              <a:cxnLst/>
              <a:rect l="l" t="t" r="r" b="b"/>
              <a:pathLst>
                <a:path w="635000" h="635000">
                  <a:moveTo>
                    <a:pt x="317500" y="0"/>
                  </a:moveTo>
                  <a:arcTo wR="317500" hR="317500" stAng="16200000" swAng="15768000"/>
                  <a:lnTo>
                    <a:pt x="317500" y="317500"/>
                  </a:lnTo>
                  <a:close/>
                </a:path>
                <a:path w="635000" h="635000" fill="none">
                  <a:moveTo>
                    <a:pt x="2503" y="357293"/>
                  </a:moveTo>
                  <a:arcTo wR="317500" hR="317500" stAng="10368000" swAng="5832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104" name="Harvey 74/100 [74]">
              <a:extLst>
                <a:ext uri="{FF2B5EF4-FFF2-40B4-BE49-F238E27FC236}">
                  <a16:creationId xmlns:a16="http://schemas.microsoft.com/office/drawing/2014/main" id="{89EE4B1F-E703-471D-8307-BFB9EDEDB9F7}"/>
                </a:ext>
              </a:extLst>
            </p:cNvPr>
            <p:cNvSpPr>
              <a:spLocks noChangeAspect="1"/>
            </p:cNvSpPr>
            <p:nvPr>
              <p:custDataLst>
                <p:tags r:id="rId118"/>
              </p:custDataLst>
            </p:nvPr>
          </p:nvSpPr>
          <p:spPr>
            <a:xfrm>
              <a:off x="4334905" y="3282696"/>
              <a:ext cx="292608" cy="292608"/>
            </a:xfrm>
            <a:custGeom>
              <a:avLst/>
              <a:gdLst/>
              <a:ahLst/>
              <a:cxnLst/>
              <a:rect l="l" t="t" r="r" b="b"/>
              <a:pathLst>
                <a:path w="635000" h="635000">
                  <a:moveTo>
                    <a:pt x="317500" y="0"/>
                  </a:moveTo>
                  <a:arcTo wR="317500" hR="317500" stAng="16200000" swAng="15983999"/>
                  <a:lnTo>
                    <a:pt x="317500" y="317500"/>
                  </a:lnTo>
                  <a:close/>
                </a:path>
                <a:path w="635000" h="635000" fill="none">
                  <a:moveTo>
                    <a:pt x="626" y="337435"/>
                  </a:moveTo>
                  <a:arcTo wR="317500" hR="317500" stAng="10583999" swAng="5616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105" name="Harvey 75/100 [75]">
              <a:extLst>
                <a:ext uri="{FF2B5EF4-FFF2-40B4-BE49-F238E27FC236}">
                  <a16:creationId xmlns:a16="http://schemas.microsoft.com/office/drawing/2014/main" id="{8AB2EEA8-04AC-4B6C-8D90-28093DB647E6}"/>
                </a:ext>
              </a:extLst>
            </p:cNvPr>
            <p:cNvSpPr>
              <a:spLocks noChangeAspect="1"/>
            </p:cNvSpPr>
            <p:nvPr>
              <p:custDataLst>
                <p:tags r:id="rId119"/>
              </p:custDataLst>
            </p:nvPr>
          </p:nvSpPr>
          <p:spPr>
            <a:xfrm>
              <a:off x="4334905" y="3282696"/>
              <a:ext cx="292608" cy="292608"/>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106" name="Harvey 76/100 [76]">
              <a:extLst>
                <a:ext uri="{FF2B5EF4-FFF2-40B4-BE49-F238E27FC236}">
                  <a16:creationId xmlns:a16="http://schemas.microsoft.com/office/drawing/2014/main" id="{6F4E00F2-EA6F-4809-B2FD-4CE3ABE8C480}"/>
                </a:ext>
              </a:extLst>
            </p:cNvPr>
            <p:cNvSpPr>
              <a:spLocks noChangeAspect="1"/>
            </p:cNvSpPr>
            <p:nvPr>
              <p:custDataLst>
                <p:tags r:id="rId120"/>
              </p:custDataLst>
            </p:nvPr>
          </p:nvSpPr>
          <p:spPr>
            <a:xfrm>
              <a:off x="4334905" y="3282696"/>
              <a:ext cx="292608" cy="292608"/>
            </a:xfrm>
            <a:custGeom>
              <a:avLst/>
              <a:gdLst/>
              <a:ahLst/>
              <a:cxnLst/>
              <a:rect l="l" t="t" r="r" b="b"/>
              <a:pathLst>
                <a:path w="635000" h="635000">
                  <a:moveTo>
                    <a:pt x="317500" y="0"/>
                  </a:moveTo>
                  <a:arcTo wR="317500" hR="317500" stAng="16200000" swAng="16416000"/>
                  <a:lnTo>
                    <a:pt x="317500" y="317500"/>
                  </a:lnTo>
                  <a:close/>
                </a:path>
                <a:path w="635000" h="635000" fill="none">
                  <a:moveTo>
                    <a:pt x="626" y="297564"/>
                  </a:moveTo>
                  <a:arcTo wR="317500" hR="317500" stAng="11016000" swAng="5183999"/>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107" name="Harvey 77/100 [77]">
              <a:extLst>
                <a:ext uri="{FF2B5EF4-FFF2-40B4-BE49-F238E27FC236}">
                  <a16:creationId xmlns:a16="http://schemas.microsoft.com/office/drawing/2014/main" id="{CF5CA593-7B87-4492-9B35-2255514CB496}"/>
                </a:ext>
              </a:extLst>
            </p:cNvPr>
            <p:cNvSpPr>
              <a:spLocks noChangeAspect="1"/>
            </p:cNvSpPr>
            <p:nvPr>
              <p:custDataLst>
                <p:tags r:id="rId121"/>
              </p:custDataLst>
            </p:nvPr>
          </p:nvSpPr>
          <p:spPr>
            <a:xfrm>
              <a:off x="4334905" y="3282696"/>
              <a:ext cx="292608" cy="292608"/>
            </a:xfrm>
            <a:custGeom>
              <a:avLst/>
              <a:gdLst/>
              <a:ahLst/>
              <a:cxnLst/>
              <a:rect l="l" t="t" r="r" b="b"/>
              <a:pathLst>
                <a:path w="635000" h="635000">
                  <a:moveTo>
                    <a:pt x="317500" y="0"/>
                  </a:moveTo>
                  <a:arcTo wR="317500" hR="317500" stAng="16200000" swAng="16632000"/>
                  <a:lnTo>
                    <a:pt x="317500" y="317500"/>
                  </a:lnTo>
                  <a:close/>
                </a:path>
                <a:path w="635000" h="635000" fill="none">
                  <a:moveTo>
                    <a:pt x="2503" y="277706"/>
                  </a:moveTo>
                  <a:arcTo wR="317500" hR="317500" stAng="11232000" swAng="4968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108" name="Harvey 78/100 [78]">
              <a:extLst>
                <a:ext uri="{FF2B5EF4-FFF2-40B4-BE49-F238E27FC236}">
                  <a16:creationId xmlns:a16="http://schemas.microsoft.com/office/drawing/2014/main" id="{8C036464-458E-48D4-BAC8-84819F820C60}"/>
                </a:ext>
              </a:extLst>
            </p:cNvPr>
            <p:cNvSpPr>
              <a:spLocks noChangeAspect="1"/>
            </p:cNvSpPr>
            <p:nvPr>
              <p:custDataLst>
                <p:tags r:id="rId122"/>
              </p:custDataLst>
            </p:nvPr>
          </p:nvSpPr>
          <p:spPr>
            <a:xfrm>
              <a:off x="4334905" y="3282696"/>
              <a:ext cx="292608" cy="292608"/>
            </a:xfrm>
            <a:custGeom>
              <a:avLst/>
              <a:gdLst/>
              <a:ahLst/>
              <a:cxnLst/>
              <a:rect l="l" t="t" r="r" b="b"/>
              <a:pathLst>
                <a:path w="635000" h="635000">
                  <a:moveTo>
                    <a:pt x="317500" y="0"/>
                  </a:moveTo>
                  <a:arcTo wR="317500" hR="317500" stAng="16200000" swAng="16848000"/>
                  <a:lnTo>
                    <a:pt x="317500" y="317500"/>
                  </a:lnTo>
                  <a:close/>
                </a:path>
                <a:path w="635000" h="635000" fill="none">
                  <a:moveTo>
                    <a:pt x="5623" y="258006"/>
                  </a:moveTo>
                  <a:arcTo wR="317500" hR="317500" stAng="11448000" swAng="4751999"/>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109" name="Harvey 79/100 [79]">
              <a:extLst>
                <a:ext uri="{FF2B5EF4-FFF2-40B4-BE49-F238E27FC236}">
                  <a16:creationId xmlns:a16="http://schemas.microsoft.com/office/drawing/2014/main" id="{6FD5AC00-8293-447C-B728-B963DD67B1C2}"/>
                </a:ext>
              </a:extLst>
            </p:cNvPr>
            <p:cNvSpPr>
              <a:spLocks noChangeAspect="1"/>
            </p:cNvSpPr>
            <p:nvPr>
              <p:custDataLst>
                <p:tags r:id="rId123"/>
              </p:custDataLst>
            </p:nvPr>
          </p:nvSpPr>
          <p:spPr>
            <a:xfrm>
              <a:off x="4334905" y="3282696"/>
              <a:ext cx="292608" cy="292608"/>
            </a:xfrm>
            <a:custGeom>
              <a:avLst/>
              <a:gdLst/>
              <a:ahLst/>
              <a:cxnLst/>
              <a:rect l="l" t="t" r="r" b="b"/>
              <a:pathLst>
                <a:path w="635000" h="635000">
                  <a:moveTo>
                    <a:pt x="317500" y="0"/>
                  </a:moveTo>
                  <a:arcTo wR="317500" hR="317500" stAng="16200000" swAng="17064000"/>
                  <a:lnTo>
                    <a:pt x="317500" y="317500"/>
                  </a:lnTo>
                  <a:close/>
                </a:path>
                <a:path w="635000" h="635000" fill="none">
                  <a:moveTo>
                    <a:pt x="9974" y="238540"/>
                  </a:moveTo>
                  <a:arcTo wR="317500" hR="317500" stAng="11664000" swAng="4536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110" name="Harvey 80/100 [80]">
              <a:extLst>
                <a:ext uri="{FF2B5EF4-FFF2-40B4-BE49-F238E27FC236}">
                  <a16:creationId xmlns:a16="http://schemas.microsoft.com/office/drawing/2014/main" id="{29C0F859-BC49-430F-8C59-C0B9109E47A3}"/>
                </a:ext>
              </a:extLst>
            </p:cNvPr>
            <p:cNvSpPr>
              <a:spLocks noChangeAspect="1"/>
            </p:cNvSpPr>
            <p:nvPr>
              <p:custDataLst>
                <p:tags r:id="rId124"/>
              </p:custDataLst>
            </p:nvPr>
          </p:nvSpPr>
          <p:spPr>
            <a:xfrm>
              <a:off x="4334905" y="3282696"/>
              <a:ext cx="292608" cy="292608"/>
            </a:xfrm>
            <a:custGeom>
              <a:avLst/>
              <a:gdLst/>
              <a:ahLst/>
              <a:cxnLst/>
              <a:rect l="l" t="t" r="r" b="b"/>
              <a:pathLst>
                <a:path w="635000" h="635000">
                  <a:moveTo>
                    <a:pt x="317500" y="0"/>
                  </a:moveTo>
                  <a:arcTo wR="317500" hR="317500" stAng="16200000" swAng="17280000"/>
                  <a:lnTo>
                    <a:pt x="317500" y="317500"/>
                  </a:lnTo>
                  <a:close/>
                </a:path>
                <a:path w="635000" h="635000" fill="none">
                  <a:moveTo>
                    <a:pt x="15539" y="219387"/>
                  </a:moveTo>
                  <a:arcTo wR="317500" hR="317500" stAng="11880000" swAng="4319999"/>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111" name="Harvey 81/100 [81]">
              <a:extLst>
                <a:ext uri="{FF2B5EF4-FFF2-40B4-BE49-F238E27FC236}">
                  <a16:creationId xmlns:a16="http://schemas.microsoft.com/office/drawing/2014/main" id="{F78719E3-0417-4867-B70D-21538B3AC36E}"/>
                </a:ext>
              </a:extLst>
            </p:cNvPr>
            <p:cNvSpPr>
              <a:spLocks noChangeAspect="1"/>
            </p:cNvSpPr>
            <p:nvPr>
              <p:custDataLst>
                <p:tags r:id="rId125"/>
              </p:custDataLst>
            </p:nvPr>
          </p:nvSpPr>
          <p:spPr>
            <a:xfrm>
              <a:off x="4334905" y="3282696"/>
              <a:ext cx="292608" cy="292608"/>
            </a:xfrm>
            <a:custGeom>
              <a:avLst/>
              <a:gdLst/>
              <a:ahLst/>
              <a:cxnLst/>
              <a:rect l="l" t="t" r="r" b="b"/>
              <a:pathLst>
                <a:path w="635000" h="635000">
                  <a:moveTo>
                    <a:pt x="317500" y="0"/>
                  </a:moveTo>
                  <a:arcTo wR="317500" hR="317500" stAng="16200000" swAng="17496000"/>
                  <a:lnTo>
                    <a:pt x="317500" y="317500"/>
                  </a:lnTo>
                  <a:close/>
                </a:path>
                <a:path w="635000" h="635000" fill="none">
                  <a:moveTo>
                    <a:pt x="22295" y="200620"/>
                  </a:moveTo>
                  <a:arcTo wR="317500" hR="317500" stAng="12096000" swAng="4103999"/>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112" name="Harvey 82/100 [82]">
              <a:extLst>
                <a:ext uri="{FF2B5EF4-FFF2-40B4-BE49-F238E27FC236}">
                  <a16:creationId xmlns:a16="http://schemas.microsoft.com/office/drawing/2014/main" id="{9C5D0905-7412-4C75-BC20-E51105CA783D}"/>
                </a:ext>
              </a:extLst>
            </p:cNvPr>
            <p:cNvSpPr>
              <a:spLocks noChangeAspect="1"/>
            </p:cNvSpPr>
            <p:nvPr>
              <p:custDataLst>
                <p:tags r:id="rId126"/>
              </p:custDataLst>
            </p:nvPr>
          </p:nvSpPr>
          <p:spPr>
            <a:xfrm>
              <a:off x="4334905" y="3282696"/>
              <a:ext cx="292608" cy="292608"/>
            </a:xfrm>
            <a:custGeom>
              <a:avLst/>
              <a:gdLst/>
              <a:ahLst/>
              <a:cxnLst/>
              <a:rect l="l" t="t" r="r" b="b"/>
              <a:pathLst>
                <a:path w="635000" h="635000">
                  <a:moveTo>
                    <a:pt x="317500" y="0"/>
                  </a:moveTo>
                  <a:arcTo wR="317500" hR="317500" stAng="16200000" swAng="17712000"/>
                  <a:lnTo>
                    <a:pt x="317500" y="317500"/>
                  </a:lnTo>
                  <a:close/>
                </a:path>
                <a:path w="635000" h="635000" fill="none">
                  <a:moveTo>
                    <a:pt x="30217" y="182315"/>
                  </a:moveTo>
                  <a:arcTo wR="317500" hR="317500" stAng="12312000" swAng="3888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113" name="Harvey 83/100 [83]">
              <a:extLst>
                <a:ext uri="{FF2B5EF4-FFF2-40B4-BE49-F238E27FC236}">
                  <a16:creationId xmlns:a16="http://schemas.microsoft.com/office/drawing/2014/main" id="{96AA2E20-CC65-4632-B3D4-93E962B59D4C}"/>
                </a:ext>
              </a:extLst>
            </p:cNvPr>
            <p:cNvSpPr>
              <a:spLocks noChangeAspect="1"/>
            </p:cNvSpPr>
            <p:nvPr>
              <p:custDataLst>
                <p:tags r:id="rId127"/>
              </p:custDataLst>
            </p:nvPr>
          </p:nvSpPr>
          <p:spPr>
            <a:xfrm>
              <a:off x="4334905" y="3282696"/>
              <a:ext cx="292608" cy="292608"/>
            </a:xfrm>
            <a:custGeom>
              <a:avLst/>
              <a:gdLst/>
              <a:ahLst/>
              <a:cxnLst/>
              <a:rect l="l" t="t" r="r" b="b"/>
              <a:pathLst>
                <a:path w="635000" h="635000">
                  <a:moveTo>
                    <a:pt x="317500" y="0"/>
                  </a:moveTo>
                  <a:arcTo wR="317500" hR="317500" stAng="16200000" swAng="17928000"/>
                  <a:lnTo>
                    <a:pt x="317500" y="317500"/>
                  </a:lnTo>
                  <a:close/>
                </a:path>
                <a:path w="635000" h="635000" fill="none">
                  <a:moveTo>
                    <a:pt x="39272" y="164543"/>
                  </a:moveTo>
                  <a:arcTo wR="317500" hR="317500" stAng="12528000" swAng="3672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114" name="Harvey 84/100 [84]">
              <a:extLst>
                <a:ext uri="{FF2B5EF4-FFF2-40B4-BE49-F238E27FC236}">
                  <a16:creationId xmlns:a16="http://schemas.microsoft.com/office/drawing/2014/main" id="{9B4360A3-E0B2-48F7-B5A8-D24513748A82}"/>
                </a:ext>
              </a:extLst>
            </p:cNvPr>
            <p:cNvSpPr>
              <a:spLocks noChangeAspect="1"/>
            </p:cNvSpPr>
            <p:nvPr>
              <p:custDataLst>
                <p:tags r:id="rId128"/>
              </p:custDataLst>
            </p:nvPr>
          </p:nvSpPr>
          <p:spPr>
            <a:xfrm>
              <a:off x="4334905" y="3282696"/>
              <a:ext cx="292608" cy="292608"/>
            </a:xfrm>
            <a:custGeom>
              <a:avLst/>
              <a:gdLst/>
              <a:ahLst/>
              <a:cxnLst/>
              <a:rect l="l" t="t" r="r" b="b"/>
              <a:pathLst>
                <a:path w="635000" h="635000">
                  <a:moveTo>
                    <a:pt x="317500" y="0"/>
                  </a:moveTo>
                  <a:arcTo wR="317500" hR="317500" stAng="16200000" swAng="18144000"/>
                  <a:lnTo>
                    <a:pt x="317500" y="317500"/>
                  </a:lnTo>
                  <a:close/>
                </a:path>
                <a:path w="635000" h="635000" fill="none">
                  <a:moveTo>
                    <a:pt x="49425" y="147374"/>
                  </a:moveTo>
                  <a:arcTo wR="317500" hR="317500" stAng="12743999" swAng="3456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115" name="Harvey 85/100 [85]">
              <a:extLst>
                <a:ext uri="{FF2B5EF4-FFF2-40B4-BE49-F238E27FC236}">
                  <a16:creationId xmlns:a16="http://schemas.microsoft.com/office/drawing/2014/main" id="{D694B21E-EEA0-48FA-A35C-7B6570B3F861}"/>
                </a:ext>
              </a:extLst>
            </p:cNvPr>
            <p:cNvSpPr>
              <a:spLocks noChangeAspect="1"/>
            </p:cNvSpPr>
            <p:nvPr>
              <p:custDataLst>
                <p:tags r:id="rId129"/>
              </p:custDataLst>
            </p:nvPr>
          </p:nvSpPr>
          <p:spPr>
            <a:xfrm>
              <a:off x="4334905" y="3282696"/>
              <a:ext cx="292608" cy="292608"/>
            </a:xfrm>
            <a:custGeom>
              <a:avLst/>
              <a:gdLst/>
              <a:ahLst/>
              <a:cxnLst/>
              <a:rect l="l" t="t" r="r" b="b"/>
              <a:pathLst>
                <a:path w="635000" h="635000">
                  <a:moveTo>
                    <a:pt x="317500" y="0"/>
                  </a:moveTo>
                  <a:arcTo wR="317500" hR="317500" stAng="16200000" swAng="18360000"/>
                  <a:lnTo>
                    <a:pt x="317500" y="317500"/>
                  </a:lnTo>
                  <a:close/>
                </a:path>
                <a:path w="635000" h="635000" fill="none">
                  <a:moveTo>
                    <a:pt x="60637" y="130878"/>
                  </a:moveTo>
                  <a:arcTo wR="317500" hR="317500" stAng="12960000" swAng="3240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116" name="Harvey 86/100 [86]">
              <a:extLst>
                <a:ext uri="{FF2B5EF4-FFF2-40B4-BE49-F238E27FC236}">
                  <a16:creationId xmlns:a16="http://schemas.microsoft.com/office/drawing/2014/main" id="{85E1AF41-C21D-4514-B37E-CC830BC09C0A}"/>
                </a:ext>
              </a:extLst>
            </p:cNvPr>
            <p:cNvSpPr>
              <a:spLocks noChangeAspect="1"/>
            </p:cNvSpPr>
            <p:nvPr>
              <p:custDataLst>
                <p:tags r:id="rId130"/>
              </p:custDataLst>
            </p:nvPr>
          </p:nvSpPr>
          <p:spPr>
            <a:xfrm>
              <a:off x="4334905" y="3282696"/>
              <a:ext cx="292608" cy="292608"/>
            </a:xfrm>
            <a:custGeom>
              <a:avLst/>
              <a:gdLst/>
              <a:ahLst/>
              <a:cxnLst/>
              <a:rect l="l" t="t" r="r" b="b"/>
              <a:pathLst>
                <a:path w="635000" h="635000">
                  <a:moveTo>
                    <a:pt x="317500" y="0"/>
                  </a:moveTo>
                  <a:arcTo wR="317500" hR="317500" stAng="16200000" swAng="18576000"/>
                  <a:lnTo>
                    <a:pt x="317500" y="317500"/>
                  </a:lnTo>
                  <a:close/>
                </a:path>
                <a:path w="635000" h="635000" fill="none">
                  <a:moveTo>
                    <a:pt x="72862" y="115117"/>
                  </a:moveTo>
                  <a:arcTo wR="317500" hR="317500" stAng="13176000" swAng="3024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117" name="Harvey 87/100 [87]">
              <a:extLst>
                <a:ext uri="{FF2B5EF4-FFF2-40B4-BE49-F238E27FC236}">
                  <a16:creationId xmlns:a16="http://schemas.microsoft.com/office/drawing/2014/main" id="{E3948F2E-FD5F-4107-B122-9AC75FE0CD9E}"/>
                </a:ext>
              </a:extLst>
            </p:cNvPr>
            <p:cNvSpPr>
              <a:spLocks noChangeAspect="1"/>
            </p:cNvSpPr>
            <p:nvPr>
              <p:custDataLst>
                <p:tags r:id="rId131"/>
              </p:custDataLst>
            </p:nvPr>
          </p:nvSpPr>
          <p:spPr>
            <a:xfrm>
              <a:off x="4334905" y="3282696"/>
              <a:ext cx="292608" cy="292608"/>
            </a:xfrm>
            <a:custGeom>
              <a:avLst/>
              <a:gdLst/>
              <a:ahLst/>
              <a:cxnLst/>
              <a:rect l="l" t="t" r="r" b="b"/>
              <a:pathLst>
                <a:path w="635000" h="635000">
                  <a:moveTo>
                    <a:pt x="317500" y="0"/>
                  </a:moveTo>
                  <a:arcTo wR="317500" hR="317500" stAng="16200000" swAng="18792000"/>
                  <a:lnTo>
                    <a:pt x="317500" y="317500"/>
                  </a:lnTo>
                  <a:close/>
                </a:path>
                <a:path w="635000" h="635000" fill="none">
                  <a:moveTo>
                    <a:pt x="86052" y="100156"/>
                  </a:moveTo>
                  <a:arcTo wR="317500" hR="317500" stAng="13392000" swAng="2808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118" name="Harvey 88/100 [88]">
              <a:extLst>
                <a:ext uri="{FF2B5EF4-FFF2-40B4-BE49-F238E27FC236}">
                  <a16:creationId xmlns:a16="http://schemas.microsoft.com/office/drawing/2014/main" id="{744E57ED-019F-4A8B-A06E-9FB965FEBB23}"/>
                </a:ext>
              </a:extLst>
            </p:cNvPr>
            <p:cNvSpPr>
              <a:spLocks noChangeAspect="1"/>
            </p:cNvSpPr>
            <p:nvPr>
              <p:custDataLst>
                <p:tags r:id="rId132"/>
              </p:custDataLst>
            </p:nvPr>
          </p:nvSpPr>
          <p:spPr>
            <a:xfrm>
              <a:off x="4334905" y="3282696"/>
              <a:ext cx="292608" cy="292608"/>
            </a:xfrm>
            <a:custGeom>
              <a:avLst/>
              <a:gdLst/>
              <a:ahLst/>
              <a:cxnLst/>
              <a:rect l="l" t="t" r="r" b="b"/>
              <a:pathLst>
                <a:path w="635000" h="635000">
                  <a:moveTo>
                    <a:pt x="317500" y="0"/>
                  </a:moveTo>
                  <a:arcTo wR="317500" hR="317500" stAng="16200000" swAng="19008000"/>
                  <a:lnTo>
                    <a:pt x="317500" y="317500"/>
                  </a:lnTo>
                  <a:close/>
                </a:path>
                <a:path w="635000" h="635000" fill="none">
                  <a:moveTo>
                    <a:pt x="100156" y="86052"/>
                  </a:moveTo>
                  <a:arcTo wR="317500" hR="317500" stAng="13608000" swAng="2591999"/>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119" name="Harvey 89/100 [89]">
              <a:extLst>
                <a:ext uri="{FF2B5EF4-FFF2-40B4-BE49-F238E27FC236}">
                  <a16:creationId xmlns:a16="http://schemas.microsoft.com/office/drawing/2014/main" id="{5567719B-31CA-4A86-801E-E0531122E504}"/>
                </a:ext>
              </a:extLst>
            </p:cNvPr>
            <p:cNvSpPr>
              <a:spLocks noChangeAspect="1"/>
            </p:cNvSpPr>
            <p:nvPr>
              <p:custDataLst>
                <p:tags r:id="rId133"/>
              </p:custDataLst>
            </p:nvPr>
          </p:nvSpPr>
          <p:spPr>
            <a:xfrm>
              <a:off x="4334905" y="3282696"/>
              <a:ext cx="292608" cy="292608"/>
            </a:xfrm>
            <a:custGeom>
              <a:avLst/>
              <a:gdLst/>
              <a:ahLst/>
              <a:cxnLst/>
              <a:rect l="l" t="t" r="r" b="b"/>
              <a:pathLst>
                <a:path w="635000" h="635000">
                  <a:moveTo>
                    <a:pt x="317500" y="0"/>
                  </a:moveTo>
                  <a:arcTo wR="317500" hR="317500" stAng="16200000" swAng="19224000"/>
                  <a:lnTo>
                    <a:pt x="317500" y="317500"/>
                  </a:lnTo>
                  <a:close/>
                </a:path>
                <a:path w="635000" h="635000" fill="none">
                  <a:moveTo>
                    <a:pt x="115117" y="72862"/>
                  </a:moveTo>
                  <a:arcTo wR="317500" hR="317500" stAng="13823999" swAng="2375999"/>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120" name="Harvey 90/100 [90]">
              <a:extLst>
                <a:ext uri="{FF2B5EF4-FFF2-40B4-BE49-F238E27FC236}">
                  <a16:creationId xmlns:a16="http://schemas.microsoft.com/office/drawing/2014/main" id="{2CD4B3A1-B882-43A6-A4CA-C9FCA394B28B}"/>
                </a:ext>
              </a:extLst>
            </p:cNvPr>
            <p:cNvSpPr>
              <a:spLocks noChangeAspect="1"/>
            </p:cNvSpPr>
            <p:nvPr>
              <p:custDataLst>
                <p:tags r:id="rId134"/>
              </p:custDataLst>
            </p:nvPr>
          </p:nvSpPr>
          <p:spPr>
            <a:xfrm>
              <a:off x="4334905" y="3282696"/>
              <a:ext cx="292608" cy="292608"/>
            </a:xfrm>
            <a:custGeom>
              <a:avLst/>
              <a:gdLst/>
              <a:ahLst/>
              <a:cxnLst/>
              <a:rect l="l" t="t" r="r" b="b"/>
              <a:pathLst>
                <a:path w="635000" h="635000">
                  <a:moveTo>
                    <a:pt x="317500" y="0"/>
                  </a:moveTo>
                  <a:arcTo wR="317500" hR="317500" stAng="16200000" swAng="19440000"/>
                  <a:lnTo>
                    <a:pt x="317500" y="317500"/>
                  </a:lnTo>
                  <a:close/>
                </a:path>
                <a:path w="635000" h="635000" fill="none">
                  <a:moveTo>
                    <a:pt x="130878" y="60637"/>
                  </a:moveTo>
                  <a:arcTo wR="317500" hR="317500" stAng="14040000" swAng="2159999"/>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121" name="Harvey 91/100 [91]">
              <a:extLst>
                <a:ext uri="{FF2B5EF4-FFF2-40B4-BE49-F238E27FC236}">
                  <a16:creationId xmlns:a16="http://schemas.microsoft.com/office/drawing/2014/main" id="{68606D93-5175-4900-AD89-6D0710AFE75F}"/>
                </a:ext>
              </a:extLst>
            </p:cNvPr>
            <p:cNvSpPr>
              <a:spLocks noChangeAspect="1"/>
            </p:cNvSpPr>
            <p:nvPr>
              <p:custDataLst>
                <p:tags r:id="rId135"/>
              </p:custDataLst>
            </p:nvPr>
          </p:nvSpPr>
          <p:spPr>
            <a:xfrm>
              <a:off x="4334905" y="3282696"/>
              <a:ext cx="292608" cy="292608"/>
            </a:xfrm>
            <a:custGeom>
              <a:avLst/>
              <a:gdLst/>
              <a:ahLst/>
              <a:cxnLst/>
              <a:rect l="l" t="t" r="r" b="b"/>
              <a:pathLst>
                <a:path w="635000" h="635000">
                  <a:moveTo>
                    <a:pt x="317500" y="0"/>
                  </a:moveTo>
                  <a:arcTo wR="317500" hR="317500" stAng="16200000" swAng="19656000"/>
                  <a:lnTo>
                    <a:pt x="317500" y="317500"/>
                  </a:lnTo>
                  <a:close/>
                </a:path>
                <a:path w="635000" h="635000" fill="none">
                  <a:moveTo>
                    <a:pt x="147374" y="49425"/>
                  </a:moveTo>
                  <a:arcTo wR="317500" hR="317500" stAng="14256000" swAng="1943999"/>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122" name="Harvey 92/100 [92]">
              <a:extLst>
                <a:ext uri="{FF2B5EF4-FFF2-40B4-BE49-F238E27FC236}">
                  <a16:creationId xmlns:a16="http://schemas.microsoft.com/office/drawing/2014/main" id="{7EE30864-DDCC-4BBA-B70A-48810E224581}"/>
                </a:ext>
              </a:extLst>
            </p:cNvPr>
            <p:cNvSpPr>
              <a:spLocks noChangeAspect="1"/>
            </p:cNvSpPr>
            <p:nvPr>
              <p:custDataLst>
                <p:tags r:id="rId136"/>
              </p:custDataLst>
            </p:nvPr>
          </p:nvSpPr>
          <p:spPr>
            <a:xfrm>
              <a:off x="4334905" y="3282696"/>
              <a:ext cx="292608" cy="292608"/>
            </a:xfrm>
            <a:custGeom>
              <a:avLst/>
              <a:gdLst/>
              <a:ahLst/>
              <a:cxnLst/>
              <a:rect l="l" t="t" r="r" b="b"/>
              <a:pathLst>
                <a:path w="635000" h="635000">
                  <a:moveTo>
                    <a:pt x="317500" y="0"/>
                  </a:moveTo>
                  <a:arcTo wR="317500" hR="317500" stAng="16200000" swAng="19872000"/>
                  <a:lnTo>
                    <a:pt x="317500" y="317500"/>
                  </a:lnTo>
                  <a:close/>
                </a:path>
                <a:path w="635000" h="635000" fill="none">
                  <a:moveTo>
                    <a:pt x="164543" y="39272"/>
                  </a:moveTo>
                  <a:arcTo wR="317500" hR="317500" stAng="14472000" swAng="1727999"/>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123" name="Harvey 93/100 [93]">
              <a:extLst>
                <a:ext uri="{FF2B5EF4-FFF2-40B4-BE49-F238E27FC236}">
                  <a16:creationId xmlns:a16="http://schemas.microsoft.com/office/drawing/2014/main" id="{608CA488-A707-4C7A-9287-9DA9A38ED3D4}"/>
                </a:ext>
              </a:extLst>
            </p:cNvPr>
            <p:cNvSpPr>
              <a:spLocks noChangeAspect="1"/>
            </p:cNvSpPr>
            <p:nvPr>
              <p:custDataLst>
                <p:tags r:id="rId137"/>
              </p:custDataLst>
            </p:nvPr>
          </p:nvSpPr>
          <p:spPr>
            <a:xfrm>
              <a:off x="4334905" y="3282696"/>
              <a:ext cx="292608" cy="292608"/>
            </a:xfrm>
            <a:custGeom>
              <a:avLst/>
              <a:gdLst/>
              <a:ahLst/>
              <a:cxnLst/>
              <a:rect l="l" t="t" r="r" b="b"/>
              <a:pathLst>
                <a:path w="635000" h="635000">
                  <a:moveTo>
                    <a:pt x="317500" y="0"/>
                  </a:moveTo>
                  <a:arcTo wR="317500" hR="317500" stAng="16200000" swAng="20088000"/>
                  <a:lnTo>
                    <a:pt x="317500" y="317500"/>
                  </a:lnTo>
                  <a:close/>
                </a:path>
                <a:path w="635000" h="635000" fill="none">
                  <a:moveTo>
                    <a:pt x="182315" y="30217"/>
                  </a:moveTo>
                  <a:arcTo wR="317500" hR="317500" stAng="14688000" swAng="1511999"/>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124" name="Harvey 94/100 [94]">
              <a:extLst>
                <a:ext uri="{FF2B5EF4-FFF2-40B4-BE49-F238E27FC236}">
                  <a16:creationId xmlns:a16="http://schemas.microsoft.com/office/drawing/2014/main" id="{FE1836A9-F92A-4F07-BBB8-2274E290E952}"/>
                </a:ext>
              </a:extLst>
            </p:cNvPr>
            <p:cNvSpPr>
              <a:spLocks noChangeAspect="1"/>
            </p:cNvSpPr>
            <p:nvPr>
              <p:custDataLst>
                <p:tags r:id="rId138"/>
              </p:custDataLst>
            </p:nvPr>
          </p:nvSpPr>
          <p:spPr>
            <a:xfrm>
              <a:off x="4334905" y="3282696"/>
              <a:ext cx="292608" cy="292608"/>
            </a:xfrm>
            <a:custGeom>
              <a:avLst/>
              <a:gdLst/>
              <a:ahLst/>
              <a:cxnLst/>
              <a:rect l="l" t="t" r="r" b="b"/>
              <a:pathLst>
                <a:path w="635000" h="635000">
                  <a:moveTo>
                    <a:pt x="317500" y="0"/>
                  </a:moveTo>
                  <a:arcTo wR="317500" hR="317500" stAng="16200000" swAng="20304000"/>
                  <a:lnTo>
                    <a:pt x="317500" y="317500"/>
                  </a:lnTo>
                  <a:close/>
                </a:path>
                <a:path w="635000" h="635000" fill="none">
                  <a:moveTo>
                    <a:pt x="200620" y="22295"/>
                  </a:moveTo>
                  <a:arcTo wR="317500" hR="317500" stAng="14903999" swAng="1296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125" name="Harvey 95/100 [95]">
              <a:extLst>
                <a:ext uri="{FF2B5EF4-FFF2-40B4-BE49-F238E27FC236}">
                  <a16:creationId xmlns:a16="http://schemas.microsoft.com/office/drawing/2014/main" id="{3169BE73-7F99-46E3-BDA9-D9BB85BE343E}"/>
                </a:ext>
              </a:extLst>
            </p:cNvPr>
            <p:cNvSpPr>
              <a:spLocks noChangeAspect="1"/>
            </p:cNvSpPr>
            <p:nvPr>
              <p:custDataLst>
                <p:tags r:id="rId139"/>
              </p:custDataLst>
            </p:nvPr>
          </p:nvSpPr>
          <p:spPr>
            <a:xfrm>
              <a:off x="4334905" y="3282696"/>
              <a:ext cx="292608" cy="292608"/>
            </a:xfrm>
            <a:custGeom>
              <a:avLst/>
              <a:gdLst/>
              <a:ahLst/>
              <a:cxnLst/>
              <a:rect l="l" t="t" r="r" b="b"/>
              <a:pathLst>
                <a:path w="635000" h="635000">
                  <a:moveTo>
                    <a:pt x="317500" y="0"/>
                  </a:moveTo>
                  <a:arcTo wR="317500" hR="317500" stAng="16200000" swAng="20520000"/>
                  <a:lnTo>
                    <a:pt x="317500" y="317500"/>
                  </a:lnTo>
                  <a:close/>
                </a:path>
                <a:path w="635000" h="635000" fill="none">
                  <a:moveTo>
                    <a:pt x="219387" y="15539"/>
                  </a:moveTo>
                  <a:arcTo wR="317500" hR="317500" stAng="15120000" swAng="1080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126" name="Harvey 96/100 [96]">
              <a:extLst>
                <a:ext uri="{FF2B5EF4-FFF2-40B4-BE49-F238E27FC236}">
                  <a16:creationId xmlns:a16="http://schemas.microsoft.com/office/drawing/2014/main" id="{12E3B5ED-B1AB-4A99-BD20-FF638135BE37}"/>
                </a:ext>
              </a:extLst>
            </p:cNvPr>
            <p:cNvSpPr>
              <a:spLocks noChangeAspect="1"/>
            </p:cNvSpPr>
            <p:nvPr>
              <p:custDataLst>
                <p:tags r:id="rId140"/>
              </p:custDataLst>
            </p:nvPr>
          </p:nvSpPr>
          <p:spPr>
            <a:xfrm>
              <a:off x="4334905" y="3282696"/>
              <a:ext cx="292608" cy="292608"/>
            </a:xfrm>
            <a:custGeom>
              <a:avLst/>
              <a:gdLst/>
              <a:ahLst/>
              <a:cxnLst/>
              <a:rect l="l" t="t" r="r" b="b"/>
              <a:pathLst>
                <a:path w="635000" h="635000">
                  <a:moveTo>
                    <a:pt x="317500" y="0"/>
                  </a:moveTo>
                  <a:arcTo wR="317500" hR="317500" stAng="16200000" swAng="20735999"/>
                  <a:lnTo>
                    <a:pt x="317500" y="317500"/>
                  </a:lnTo>
                  <a:close/>
                </a:path>
                <a:path w="635000" h="635000" fill="none">
                  <a:moveTo>
                    <a:pt x="238540" y="9974"/>
                  </a:moveTo>
                  <a:arcTo wR="317500" hR="317500" stAng="15335999" swAng="864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127" name="Harvey 97/100 [97]">
              <a:extLst>
                <a:ext uri="{FF2B5EF4-FFF2-40B4-BE49-F238E27FC236}">
                  <a16:creationId xmlns:a16="http://schemas.microsoft.com/office/drawing/2014/main" id="{75A7FEAD-6C4B-4F7A-BB60-3A68D96114DE}"/>
                </a:ext>
              </a:extLst>
            </p:cNvPr>
            <p:cNvSpPr>
              <a:spLocks noChangeAspect="1"/>
            </p:cNvSpPr>
            <p:nvPr>
              <p:custDataLst>
                <p:tags r:id="rId141"/>
              </p:custDataLst>
            </p:nvPr>
          </p:nvSpPr>
          <p:spPr>
            <a:xfrm>
              <a:off x="4334905" y="3282696"/>
              <a:ext cx="292608" cy="292608"/>
            </a:xfrm>
            <a:custGeom>
              <a:avLst/>
              <a:gdLst/>
              <a:ahLst/>
              <a:cxnLst/>
              <a:rect l="l" t="t" r="r" b="b"/>
              <a:pathLst>
                <a:path w="635000" h="635000">
                  <a:moveTo>
                    <a:pt x="317500" y="0"/>
                  </a:moveTo>
                  <a:arcTo wR="317500" hR="317500" stAng="16200000" swAng="20952000"/>
                  <a:lnTo>
                    <a:pt x="317500" y="317500"/>
                  </a:lnTo>
                  <a:close/>
                </a:path>
                <a:path w="635000" h="635000" fill="none">
                  <a:moveTo>
                    <a:pt x="258006" y="5623"/>
                  </a:moveTo>
                  <a:arcTo wR="317500" hR="317500" stAng="15552000" swAng="648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128" name="Harvey 98/100 [98]">
              <a:extLst>
                <a:ext uri="{FF2B5EF4-FFF2-40B4-BE49-F238E27FC236}">
                  <a16:creationId xmlns:a16="http://schemas.microsoft.com/office/drawing/2014/main" id="{C4B5128E-9380-4C38-A1EB-CB12E7401609}"/>
                </a:ext>
              </a:extLst>
            </p:cNvPr>
            <p:cNvSpPr>
              <a:spLocks noChangeAspect="1"/>
            </p:cNvSpPr>
            <p:nvPr>
              <p:custDataLst>
                <p:tags r:id="rId142"/>
              </p:custDataLst>
            </p:nvPr>
          </p:nvSpPr>
          <p:spPr>
            <a:xfrm>
              <a:off x="4334905" y="3282696"/>
              <a:ext cx="292608" cy="292608"/>
            </a:xfrm>
            <a:custGeom>
              <a:avLst/>
              <a:gdLst/>
              <a:ahLst/>
              <a:cxnLst/>
              <a:rect l="l" t="t" r="r" b="b"/>
              <a:pathLst>
                <a:path w="635000" h="635000">
                  <a:moveTo>
                    <a:pt x="317500" y="0"/>
                  </a:moveTo>
                  <a:arcTo wR="317500" hR="317500" stAng="16200000" swAng="21168000"/>
                  <a:lnTo>
                    <a:pt x="317500" y="317500"/>
                  </a:lnTo>
                  <a:close/>
                </a:path>
                <a:path w="635000" h="635000" fill="none">
                  <a:moveTo>
                    <a:pt x="277706" y="2503"/>
                  </a:moveTo>
                  <a:arcTo wR="317500" hR="317500" stAng="15768000" swAng="432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129" name="Harvey 99/100 [99]">
              <a:extLst>
                <a:ext uri="{FF2B5EF4-FFF2-40B4-BE49-F238E27FC236}">
                  <a16:creationId xmlns:a16="http://schemas.microsoft.com/office/drawing/2014/main" id="{50F634E4-E5B9-4DA6-9F91-8AF5B6ACF1FB}"/>
                </a:ext>
              </a:extLst>
            </p:cNvPr>
            <p:cNvSpPr>
              <a:spLocks noChangeAspect="1"/>
            </p:cNvSpPr>
            <p:nvPr>
              <p:custDataLst>
                <p:tags r:id="rId143"/>
              </p:custDataLst>
            </p:nvPr>
          </p:nvSpPr>
          <p:spPr>
            <a:xfrm>
              <a:off x="4334905" y="3282696"/>
              <a:ext cx="292608" cy="292608"/>
            </a:xfrm>
            <a:custGeom>
              <a:avLst/>
              <a:gdLst/>
              <a:ahLst/>
              <a:cxnLst/>
              <a:rect l="l" t="t" r="r" b="b"/>
              <a:pathLst>
                <a:path w="635000" h="635000">
                  <a:moveTo>
                    <a:pt x="317500" y="0"/>
                  </a:moveTo>
                  <a:arcTo wR="317500" hR="317500" stAng="16200000" swAng="21384000"/>
                  <a:lnTo>
                    <a:pt x="317500" y="317500"/>
                  </a:lnTo>
                  <a:close/>
                </a:path>
                <a:path w="635000" h="635000" fill="none">
                  <a:moveTo>
                    <a:pt x="297564" y="626"/>
                  </a:moveTo>
                  <a:arcTo wR="317500" hR="317500" stAng="15983999" swAng="216000"/>
                </a:path>
              </a:pathLst>
            </a:custGeom>
            <a:grpFill/>
            <a:ln w="19050" cmpd="sng">
              <a:solidFill>
                <a:schemeClr val="tx1"/>
              </a:solidFill>
            </a:ln>
          </p:spPr>
          <p:txBody>
            <a:bodyPr/>
            <a:lstStyle/>
            <a:p>
              <a:endParaRPr lang="en-GB" sz="1799" b="0" i="0">
                <a:latin typeface="72 Brand" panose="020B0504030603020204" pitchFamily="34" charset="0"/>
              </a:endParaRPr>
            </a:p>
          </p:txBody>
        </p:sp>
        <p:sp>
          <p:nvSpPr>
            <p:cNvPr id="130" name="Harvey 100/100 [100]">
              <a:extLst>
                <a:ext uri="{FF2B5EF4-FFF2-40B4-BE49-F238E27FC236}">
                  <a16:creationId xmlns:a16="http://schemas.microsoft.com/office/drawing/2014/main" id="{94AA53CD-8233-470E-AFEE-0BCC721BFAE9}"/>
                </a:ext>
              </a:extLst>
            </p:cNvPr>
            <p:cNvSpPr>
              <a:spLocks noChangeAspect="1"/>
            </p:cNvSpPr>
            <p:nvPr>
              <p:custDataLst>
                <p:tags r:id="rId144"/>
              </p:custDataLst>
            </p:nvPr>
          </p:nvSpPr>
          <p:spPr>
            <a:xfrm>
              <a:off x="4334905" y="3282696"/>
              <a:ext cx="292608" cy="292608"/>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txBody>
            <a:bodyPr/>
            <a:lstStyle/>
            <a:p>
              <a:endParaRPr lang="en-GB" sz="1799" b="0" i="0">
                <a:latin typeface="72 Brand" panose="020B0504030603020204" pitchFamily="34" charset="0"/>
              </a:endParaRPr>
            </a:p>
          </p:txBody>
        </p:sp>
      </p:grpSp>
      <p:sp>
        <p:nvSpPr>
          <p:cNvPr id="131" name="Footnote [Placeholder]" hidden="1">
            <a:extLst>
              <a:ext uri="{FF2B5EF4-FFF2-40B4-BE49-F238E27FC236}">
                <a16:creationId xmlns:a16="http://schemas.microsoft.com/office/drawing/2014/main" id="{1B41FB17-6D57-4EE1-9C4C-9C305D5D6BEC}"/>
              </a:ext>
            </a:extLst>
          </p:cNvPr>
          <p:cNvSpPr txBox="1"/>
          <p:nvPr userDrawn="1"/>
        </p:nvSpPr>
        <p:spPr>
          <a:xfrm>
            <a:off x="503238" y="5984670"/>
            <a:ext cx="10188208" cy="138499"/>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en-US" sz="900" b="0" i="0" kern="0">
                <a:latin typeface="72 Brand" panose="020B0504030603020204" pitchFamily="34" charset="0"/>
                <a:ea typeface="72 Brand" pitchFamily="34" charset="-128"/>
                <a:cs typeface="72 Brand" pitchFamily="34" charset="-128"/>
              </a:rPr>
              <a:t>(r) Footnote</a:t>
            </a:r>
          </a:p>
        </p:txBody>
      </p:sp>
      <p:sp>
        <p:nvSpPr>
          <p:cNvPr id="133" name="Discussion [Sticker]" hidden="1">
            <a:extLst>
              <a:ext uri="{FF2B5EF4-FFF2-40B4-BE49-F238E27FC236}">
                <a16:creationId xmlns:a16="http://schemas.microsoft.com/office/drawing/2014/main" id="{7C793D27-9296-461C-878D-BA16CBD91587}"/>
              </a:ext>
            </a:extLst>
          </p:cNvPr>
          <p:cNvSpPr>
            <a:spLocks/>
          </p:cNvSpPr>
          <p:nvPr userDrawn="1"/>
        </p:nvSpPr>
        <p:spPr>
          <a:xfrm>
            <a:off x="10071106" y="896921"/>
            <a:ext cx="2124070" cy="295649"/>
          </a:xfrm>
          <a:prstGeom prst="rect">
            <a:avLst/>
          </a:prstGeom>
          <a:solidFill>
            <a:schemeClr val="accent6">
              <a:lumMod val="60000"/>
              <a:lumOff val="40000"/>
            </a:schemeClr>
          </a:solidFill>
          <a:ln w="19050" cap="flat" cmpd="sng" algn="ctr">
            <a:noFill/>
            <a:prstDash val="solid"/>
          </a:ln>
          <a:effectLst/>
        </p:spPr>
        <p:txBody>
          <a:bodyPr lIns="322234" tIns="46544" rIns="89510" bIns="46544" rtlCol="0" anchor="ctr"/>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72 Brand" panose="020B0504030603020204" pitchFamily="34" charset="0"/>
                <a:ea typeface="72 Brand Medium" panose="02000000000000000000" pitchFamily="2" charset="0"/>
                <a:cs typeface="+mn-cs"/>
              </a:rPr>
              <a:t>For discussion</a:t>
            </a:r>
          </a:p>
        </p:txBody>
      </p:sp>
      <p:sp>
        <p:nvSpPr>
          <p:cNvPr id="134" name="Internal [Sticker]" hidden="1">
            <a:extLst>
              <a:ext uri="{FF2B5EF4-FFF2-40B4-BE49-F238E27FC236}">
                <a16:creationId xmlns:a16="http://schemas.microsoft.com/office/drawing/2014/main" id="{704CE42F-5A9B-4CC0-8048-99928A53C0C4}"/>
              </a:ext>
            </a:extLst>
          </p:cNvPr>
          <p:cNvSpPr>
            <a:spLocks/>
          </p:cNvSpPr>
          <p:nvPr userDrawn="1"/>
        </p:nvSpPr>
        <p:spPr>
          <a:xfrm>
            <a:off x="10071106" y="896921"/>
            <a:ext cx="2124070" cy="295649"/>
          </a:xfrm>
          <a:prstGeom prst="rect">
            <a:avLst/>
          </a:prstGeom>
          <a:solidFill>
            <a:schemeClr val="accent6">
              <a:lumMod val="60000"/>
              <a:lumOff val="40000"/>
            </a:schemeClr>
          </a:solidFill>
          <a:ln w="19050" cap="flat" cmpd="sng" algn="ctr">
            <a:noFill/>
            <a:prstDash val="solid"/>
          </a:ln>
          <a:effectLst/>
        </p:spPr>
        <p:txBody>
          <a:bodyPr lIns="322234" tIns="46544" rIns="89510" bIns="46544" rtlCol="0" anchor="ctr"/>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72 Brand" panose="020B0504030603020204" pitchFamily="34" charset="0"/>
                <a:ea typeface="+mn-ea"/>
                <a:cs typeface="+mn-cs"/>
              </a:rPr>
              <a:t>Internal use only</a:t>
            </a:r>
          </a:p>
        </p:txBody>
      </p:sp>
      <p:sp>
        <p:nvSpPr>
          <p:cNvPr id="135" name="Final [Sticker]" hidden="1">
            <a:extLst>
              <a:ext uri="{FF2B5EF4-FFF2-40B4-BE49-F238E27FC236}">
                <a16:creationId xmlns:a16="http://schemas.microsoft.com/office/drawing/2014/main" id="{348603E9-9858-4213-9B5B-929AD136906A}"/>
              </a:ext>
            </a:extLst>
          </p:cNvPr>
          <p:cNvSpPr>
            <a:spLocks/>
          </p:cNvSpPr>
          <p:nvPr userDrawn="1"/>
        </p:nvSpPr>
        <p:spPr>
          <a:xfrm>
            <a:off x="10071106" y="896921"/>
            <a:ext cx="2124070" cy="295649"/>
          </a:xfrm>
          <a:prstGeom prst="rect">
            <a:avLst/>
          </a:prstGeom>
          <a:solidFill>
            <a:schemeClr val="accent6">
              <a:lumMod val="60000"/>
              <a:lumOff val="40000"/>
            </a:schemeClr>
          </a:solidFill>
          <a:ln w="19050" cap="flat" cmpd="sng" algn="ctr">
            <a:noFill/>
            <a:prstDash val="solid"/>
          </a:ln>
          <a:effectLst/>
        </p:spPr>
        <p:txBody>
          <a:bodyPr lIns="322234" tIns="46544" rIns="89510" bIns="46544" rtlCol="0" anchor="ctr"/>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72 Brand" panose="020B0504030603020204" pitchFamily="34" charset="0"/>
                <a:ea typeface="+mn-ea"/>
                <a:cs typeface="+mn-cs"/>
              </a:rPr>
              <a:t>Final slide</a:t>
            </a:r>
          </a:p>
        </p:txBody>
      </p:sp>
      <p:sp>
        <p:nvSpPr>
          <p:cNvPr id="136" name="Backup [Sticker]" hidden="1">
            <a:extLst>
              <a:ext uri="{FF2B5EF4-FFF2-40B4-BE49-F238E27FC236}">
                <a16:creationId xmlns:a16="http://schemas.microsoft.com/office/drawing/2014/main" id="{7EEB833A-9AFC-4A66-8469-9D3897CE1E66}"/>
              </a:ext>
            </a:extLst>
          </p:cNvPr>
          <p:cNvSpPr>
            <a:spLocks/>
          </p:cNvSpPr>
          <p:nvPr userDrawn="1"/>
        </p:nvSpPr>
        <p:spPr>
          <a:xfrm>
            <a:off x="10071106" y="896921"/>
            <a:ext cx="2124070" cy="295649"/>
          </a:xfrm>
          <a:prstGeom prst="rect">
            <a:avLst/>
          </a:prstGeom>
          <a:solidFill>
            <a:schemeClr val="accent6">
              <a:lumMod val="60000"/>
              <a:lumOff val="40000"/>
            </a:schemeClr>
          </a:solidFill>
          <a:ln w="19050" cap="flat" cmpd="sng" algn="ctr">
            <a:noFill/>
            <a:prstDash val="solid"/>
          </a:ln>
          <a:effectLst/>
        </p:spPr>
        <p:txBody>
          <a:bodyPr lIns="322234" tIns="46544" rIns="89510" bIns="46544" rtlCol="0" anchor="ctr"/>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72 Brand" panose="020B0504030603020204" pitchFamily="34" charset="0"/>
                <a:ea typeface="+mn-ea"/>
                <a:cs typeface="+mn-cs"/>
              </a:rPr>
              <a:t>Backup</a:t>
            </a:r>
          </a:p>
        </p:txBody>
      </p:sp>
      <p:sp>
        <p:nvSpPr>
          <p:cNvPr id="137" name="Update [Sticker]" hidden="1">
            <a:extLst>
              <a:ext uri="{FF2B5EF4-FFF2-40B4-BE49-F238E27FC236}">
                <a16:creationId xmlns:a16="http://schemas.microsoft.com/office/drawing/2014/main" id="{D41FF937-AB04-46EE-82EF-FCE26A919A7B}"/>
              </a:ext>
            </a:extLst>
          </p:cNvPr>
          <p:cNvSpPr>
            <a:spLocks/>
          </p:cNvSpPr>
          <p:nvPr userDrawn="1"/>
        </p:nvSpPr>
        <p:spPr>
          <a:xfrm>
            <a:off x="10071106" y="896921"/>
            <a:ext cx="2124070" cy="295649"/>
          </a:xfrm>
          <a:prstGeom prst="rect">
            <a:avLst/>
          </a:prstGeom>
          <a:solidFill>
            <a:schemeClr val="accent6">
              <a:lumMod val="60000"/>
              <a:lumOff val="40000"/>
            </a:schemeClr>
          </a:solidFill>
          <a:ln w="19050" cap="flat" cmpd="sng" algn="ctr">
            <a:noFill/>
            <a:prstDash val="solid"/>
          </a:ln>
          <a:effectLst/>
        </p:spPr>
        <p:txBody>
          <a:bodyPr lIns="322234" tIns="46544" rIns="89510" bIns="46544" rtlCol="0" anchor="ctr"/>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72 Brand" panose="020B0504030603020204" pitchFamily="34" charset="0"/>
                <a:ea typeface="+mn-ea"/>
                <a:cs typeface="+mn-cs"/>
              </a:rPr>
              <a:t>Update data</a:t>
            </a:r>
          </a:p>
        </p:txBody>
      </p:sp>
      <p:sp>
        <p:nvSpPr>
          <p:cNvPr id="138" name="Dummy [Sticker]" hidden="1">
            <a:extLst>
              <a:ext uri="{FF2B5EF4-FFF2-40B4-BE49-F238E27FC236}">
                <a16:creationId xmlns:a16="http://schemas.microsoft.com/office/drawing/2014/main" id="{06C5579C-7A02-48D6-A733-4B9E6D9F1443}"/>
              </a:ext>
            </a:extLst>
          </p:cNvPr>
          <p:cNvSpPr>
            <a:spLocks/>
          </p:cNvSpPr>
          <p:nvPr userDrawn="1"/>
        </p:nvSpPr>
        <p:spPr>
          <a:xfrm>
            <a:off x="10071106" y="896921"/>
            <a:ext cx="2124070" cy="295649"/>
          </a:xfrm>
          <a:prstGeom prst="rect">
            <a:avLst/>
          </a:prstGeom>
          <a:solidFill>
            <a:schemeClr val="accent6">
              <a:lumMod val="60000"/>
              <a:lumOff val="40000"/>
            </a:schemeClr>
          </a:solidFill>
          <a:ln w="19050" cap="flat" cmpd="sng" algn="ctr">
            <a:noFill/>
            <a:prstDash val="solid"/>
          </a:ln>
          <a:effectLst/>
        </p:spPr>
        <p:txBody>
          <a:bodyPr lIns="322234" tIns="46544" rIns="89510" bIns="46544" rtlCol="0" anchor="ctr"/>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72 Brand" panose="020B0504030603020204" pitchFamily="34" charset="0"/>
              </a:rPr>
              <a:t>Dummy data</a:t>
            </a:r>
          </a:p>
        </p:txBody>
      </p:sp>
      <p:sp>
        <p:nvSpPr>
          <p:cNvPr id="139" name="Formatting [Comment]" hidden="1">
            <a:extLst>
              <a:ext uri="{FF2B5EF4-FFF2-40B4-BE49-F238E27FC236}">
                <a16:creationId xmlns:a16="http://schemas.microsoft.com/office/drawing/2014/main" id="{89EB4C18-DFF3-4A27-ACBB-99DCDC8961A8}"/>
              </a:ext>
            </a:extLst>
          </p:cNvPr>
          <p:cNvSpPr>
            <a:spLocks/>
          </p:cNvSpPr>
          <p:nvPr userDrawn="1"/>
        </p:nvSpPr>
        <p:spPr>
          <a:xfrm>
            <a:off x="9483344" y="1097679"/>
            <a:ext cx="2479101" cy="1277432"/>
          </a:xfrm>
          <a:prstGeom prst="wedgeRectCallout">
            <a:avLst/>
          </a:prstGeom>
          <a:solidFill>
            <a:srgbClr val="FFFF00"/>
          </a:solidFill>
          <a:ln w="12700" cap="flat" cmpd="sng" algn="ctr">
            <a:solidFill>
              <a:srgbClr val="000000"/>
            </a:solidFill>
            <a:prstDash val="solid"/>
            <a:miter lim="800000"/>
          </a:ln>
          <a:effectLst/>
        </p:spPr>
        <p:txBody>
          <a:bodyPr lIns="143215" tIns="143215" rIns="143215" bIns="143215" rtlCol="0" anchor="t"/>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A0A0A"/>
                </a:solidFill>
                <a:effectLst/>
                <a:uLnTx/>
                <a:uFillTx/>
                <a:latin typeface="72 Brand" panose="020B0504030603020204" pitchFamily="34" charset="0"/>
              </a:rPr>
              <a:t>&lt;initials&gt; &lt;date&gt;</a:t>
            </a:r>
            <a:r>
              <a:rPr kumimoji="0" lang="en-US" sz="1200" b="0" i="0" u="none" strike="noStrike" kern="0" cap="none" spc="0" normalizeH="0" baseline="0" noProof="0" err="1">
                <a:ln>
                  <a:noFill/>
                </a:ln>
                <a:solidFill>
                  <a:srgbClr val="0A0A0A"/>
                </a:solidFill>
                <a:effectLst/>
                <a:uLnTx/>
                <a:uFillTx/>
                <a:latin typeface="72 Brand" panose="020B0504030603020204" pitchFamily="34" charset="0"/>
              </a:rPr>
              <a:t>yyyy</a:t>
            </a:r>
            <a:r>
              <a:rPr kumimoji="0" lang="en-US" sz="1200" b="0" i="0" u="none" strike="noStrike" kern="0" cap="none" spc="0" normalizeH="0" baseline="0" noProof="0">
                <a:ln>
                  <a:noFill/>
                </a:ln>
                <a:solidFill>
                  <a:srgbClr val="0A0A0A"/>
                </a:solidFill>
                <a:effectLst/>
                <a:uLnTx/>
                <a:uFillTx/>
                <a:latin typeface="72 Brand" panose="020B0504030603020204" pitchFamily="34" charset="0"/>
              </a:rPr>
              <a:t>-MM-dd </a:t>
            </a:r>
            <a:r>
              <a:rPr kumimoji="0" lang="en-US" sz="1200" b="0" i="0" u="none" strike="noStrike" kern="0" cap="none" spc="0" normalizeH="0" baseline="0" noProof="0" err="1">
                <a:ln>
                  <a:noFill/>
                </a:ln>
                <a:solidFill>
                  <a:srgbClr val="0A0A0A"/>
                </a:solidFill>
                <a:effectLst/>
                <a:uLnTx/>
                <a:uFillTx/>
                <a:latin typeface="72 Brand" panose="020B0504030603020204" pitchFamily="34" charset="0"/>
              </a:rPr>
              <a:t>hh:mm</a:t>
            </a:r>
            <a:r>
              <a:rPr kumimoji="0" lang="en-US" sz="1200" b="0" i="0" u="none" strike="noStrike" kern="0" cap="none" spc="0" normalizeH="0" baseline="0" noProof="0">
                <a:ln>
                  <a:noFill/>
                </a:ln>
                <a:solidFill>
                  <a:srgbClr val="0A0A0A"/>
                </a:solidFill>
                <a:effectLst/>
                <a:uLnTx/>
                <a:uFillTx/>
                <a:latin typeface="72 Brand" panose="020B0504030603020204" pitchFamily="34" charset="0"/>
              </a:rPr>
              <a:t>&lt;/date&gt;: </a:t>
            </a:r>
          </a:p>
          <a:p>
            <a:pPr marL="0" marR="0" lvl="0" indent="0" defTabSz="914126"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0A0A0A"/>
              </a:solidFill>
              <a:effectLst/>
              <a:uLnTx/>
              <a:uFillTx/>
              <a:latin typeface="72 Brand" panose="020B0504030603020204" pitchFamily="34" charset="0"/>
            </a:endParaRPr>
          </a:p>
        </p:txBody>
      </p:sp>
      <p:sp>
        <p:nvSpPr>
          <p:cNvPr id="140" name="Content [Comment]" hidden="1">
            <a:extLst>
              <a:ext uri="{FF2B5EF4-FFF2-40B4-BE49-F238E27FC236}">
                <a16:creationId xmlns:a16="http://schemas.microsoft.com/office/drawing/2014/main" id="{906252E7-98DB-45F0-8278-EB60F71B7340}"/>
              </a:ext>
            </a:extLst>
          </p:cNvPr>
          <p:cNvSpPr>
            <a:spLocks/>
          </p:cNvSpPr>
          <p:nvPr userDrawn="1"/>
        </p:nvSpPr>
        <p:spPr>
          <a:xfrm>
            <a:off x="9483344" y="1097671"/>
            <a:ext cx="2479101" cy="1277440"/>
          </a:xfrm>
          <a:prstGeom prst="wedgeRectCallout">
            <a:avLst/>
          </a:prstGeom>
          <a:solidFill>
            <a:srgbClr val="FFFF00"/>
          </a:solidFill>
          <a:ln w="12700" cap="flat" cmpd="sng" algn="ctr">
            <a:solidFill>
              <a:srgbClr val="000000"/>
            </a:solidFill>
            <a:prstDash val="solid"/>
            <a:miter lim="800000"/>
          </a:ln>
          <a:effectLst/>
        </p:spPr>
        <p:txBody>
          <a:bodyPr lIns="143215" tIns="143215" rIns="143215" bIns="143215" rtlCol="0" anchor="t"/>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A0A0A"/>
                </a:solidFill>
                <a:effectLst/>
                <a:uLnTx/>
                <a:uFillTx/>
                <a:latin typeface="72 Brand" panose="020B0504030603020204" pitchFamily="34" charset="0"/>
              </a:rPr>
              <a:t>&lt;initials&gt; &lt;date&gt;</a:t>
            </a:r>
            <a:r>
              <a:rPr kumimoji="0" lang="en-US" sz="1200" b="0" i="0" u="none" strike="noStrike" kern="0" cap="none" spc="0" normalizeH="0" baseline="0" noProof="0" err="1">
                <a:ln>
                  <a:noFill/>
                </a:ln>
                <a:solidFill>
                  <a:srgbClr val="0A0A0A"/>
                </a:solidFill>
                <a:effectLst/>
                <a:uLnTx/>
                <a:uFillTx/>
                <a:latin typeface="72 Brand" panose="020B0504030603020204" pitchFamily="34" charset="0"/>
              </a:rPr>
              <a:t>yyyy</a:t>
            </a:r>
            <a:r>
              <a:rPr kumimoji="0" lang="en-US" sz="1200" b="0" i="0" u="none" strike="noStrike" kern="0" cap="none" spc="0" normalizeH="0" baseline="0" noProof="0">
                <a:ln>
                  <a:noFill/>
                </a:ln>
                <a:solidFill>
                  <a:srgbClr val="0A0A0A"/>
                </a:solidFill>
                <a:effectLst/>
                <a:uLnTx/>
                <a:uFillTx/>
                <a:latin typeface="72 Brand" panose="020B0504030603020204" pitchFamily="34" charset="0"/>
              </a:rPr>
              <a:t>-MM-dd </a:t>
            </a:r>
            <a:r>
              <a:rPr kumimoji="0" lang="en-US" sz="1200" b="0" i="0" u="none" strike="noStrike" kern="0" cap="none" spc="0" normalizeH="0" baseline="0" noProof="0" err="1">
                <a:ln>
                  <a:noFill/>
                </a:ln>
                <a:solidFill>
                  <a:srgbClr val="0A0A0A"/>
                </a:solidFill>
                <a:effectLst/>
                <a:uLnTx/>
                <a:uFillTx/>
                <a:latin typeface="72 Brand" panose="020B0504030603020204" pitchFamily="34" charset="0"/>
              </a:rPr>
              <a:t>hh:mm</a:t>
            </a:r>
            <a:r>
              <a:rPr kumimoji="0" lang="en-US" sz="1200" b="0" i="0" u="none" strike="noStrike" kern="0" cap="none" spc="0" normalizeH="0" baseline="0" noProof="0">
                <a:ln>
                  <a:noFill/>
                </a:ln>
                <a:solidFill>
                  <a:srgbClr val="0A0A0A"/>
                </a:solidFill>
                <a:effectLst/>
                <a:uLnTx/>
                <a:uFillTx/>
                <a:latin typeface="72 Brand" panose="020B0504030603020204" pitchFamily="34" charset="0"/>
              </a:rPr>
              <a:t>&lt;/date&gt;: </a:t>
            </a:r>
          </a:p>
        </p:txBody>
      </p:sp>
      <p:sp>
        <p:nvSpPr>
          <p:cNvPr id="141" name="Draft [Sticker]" hidden="1">
            <a:extLst>
              <a:ext uri="{FF2B5EF4-FFF2-40B4-BE49-F238E27FC236}">
                <a16:creationId xmlns:a16="http://schemas.microsoft.com/office/drawing/2014/main" id="{904633E3-6BC9-4C5E-B74A-8B9D4AE95B20}"/>
              </a:ext>
            </a:extLst>
          </p:cNvPr>
          <p:cNvSpPr/>
          <p:nvPr userDrawn="1"/>
        </p:nvSpPr>
        <p:spPr bwMode="gray">
          <a:xfrm rot="18900000">
            <a:off x="2916644" y="2819464"/>
            <a:ext cx="6361889" cy="1219077"/>
          </a:xfrm>
          <a:prstGeom prst="rect">
            <a:avLst/>
          </a:prstGeom>
          <a:noFill/>
          <a:ln w="25400" algn="ctr">
            <a:noFill/>
            <a:miter lim="800000"/>
            <a:headEnd/>
            <a:tailEnd/>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r>
              <a:rPr kumimoji="0" lang="en-US" sz="8797" b="0" i="0" u="none" strike="noStrike" kern="0" cap="none" spc="0" normalizeH="0" baseline="0" noProof="0">
                <a:ln>
                  <a:noFill/>
                </a:ln>
                <a:solidFill>
                  <a:schemeClr val="tx2"/>
                </a:solidFill>
                <a:effectLst/>
                <a:uLnTx/>
                <a:uFillTx/>
                <a:latin typeface="72 Brand" panose="020B0504030603020204" pitchFamily="34" charset="0"/>
                <a:ea typeface="72 Brand" pitchFamily="34" charset="-128"/>
                <a:cs typeface="72 Brand" pitchFamily="34" charset="-128"/>
              </a:rPr>
              <a:t>DRAFT</a:t>
            </a:r>
          </a:p>
        </p:txBody>
      </p:sp>
    </p:spTree>
    <p:extLst>
      <p:ext uri="{BB962C8B-B14F-4D97-AF65-F5344CB8AC3E}">
        <p14:creationId xmlns:p14="http://schemas.microsoft.com/office/powerpoint/2010/main" val="3628188687"/>
      </p:ext>
    </p:extLst>
  </p:cSld>
  <p:clrMap bg1="lt1" tx1="dk1" bg2="lt2" tx2="dk2" accent1="accent1" accent2="accent2" accent3="accent3" accent4="accent4" accent5="accent5" accent6="accent6" hlink="hlink" folHlink="folHlink"/>
  <p:sldLayoutIdLst>
    <p:sldLayoutId id="2147483998" r:id="rId1"/>
    <p:sldLayoutId id="2147483999" r:id="rId2"/>
    <p:sldLayoutId id="2147484000" r:id="rId3"/>
    <p:sldLayoutId id="2147484001" r:id="rId4"/>
    <p:sldLayoutId id="2147484002" r:id="rId5"/>
    <p:sldLayoutId id="2147484003" r:id="rId6"/>
    <p:sldLayoutId id="2147484004" r:id="rId7"/>
    <p:sldLayoutId id="2147484005" r:id="rId8"/>
    <p:sldLayoutId id="2147484006" r:id="rId9"/>
    <p:sldLayoutId id="2147484007" r:id="rId10"/>
    <p:sldLayoutId id="2147484008" r:id="rId11"/>
    <p:sldLayoutId id="2147484009" r:id="rId12"/>
    <p:sldLayoutId id="2147484010" r:id="rId13"/>
    <p:sldLayoutId id="2147484011" r:id="rId14"/>
    <p:sldLayoutId id="2147484012" r:id="rId15"/>
    <p:sldLayoutId id="2147484013" r:id="rId16"/>
    <p:sldLayoutId id="2147484014" r:id="rId17"/>
    <p:sldLayoutId id="2147484015" r:id="rId18"/>
    <p:sldLayoutId id="2147484016" r:id="rId19"/>
    <p:sldLayoutId id="2147484017" r:id="rId20"/>
    <p:sldLayoutId id="2147484018" r:id="rId21"/>
    <p:sldLayoutId id="2147484019" r:id="rId22"/>
    <p:sldLayoutId id="2147484020" r:id="rId23"/>
    <p:sldLayoutId id="2147484021" r:id="rId24"/>
    <p:sldLayoutId id="2147484022" r:id="rId25"/>
    <p:sldLayoutId id="2147484023" r:id="rId26"/>
    <p:sldLayoutId id="2147484024" r:id="rId27"/>
    <p:sldLayoutId id="2147484025" r:id="rId28"/>
    <p:sldLayoutId id="2147484026" r:id="rId29"/>
    <p:sldLayoutId id="2147484027" r:id="rId30"/>
    <p:sldLayoutId id="2147484028" r:id="rId31"/>
    <p:sldLayoutId id="2147484029" r:id="rId32"/>
    <p:sldLayoutId id="2147484030" r:id="rId33"/>
    <p:sldLayoutId id="2147484031" r:id="rId34"/>
    <p:sldLayoutId id="2147484032" r:id="rId35"/>
    <p:sldLayoutId id="2147484033" r:id="rId36"/>
    <p:sldLayoutId id="2147484115" r:id="rId37"/>
  </p:sldLayoutIdLst>
  <p:hf hdr="0" ftr="0" dt="0"/>
  <p:txStyles>
    <p:titleStyle>
      <a:lvl1pPr algn="l" defTabSz="1088231" rtl="0" eaLnBrk="1" latinLnBrk="0" hangingPunct="1">
        <a:spcBef>
          <a:spcPct val="0"/>
        </a:spcBef>
        <a:buNone/>
        <a:defRPr sz="2399" b="0" i="0" kern="1200" baseline="0">
          <a:solidFill>
            <a:schemeClr val="tx1"/>
          </a:solidFill>
          <a:latin typeface="72 Brand Medium" panose="020B0504030603020204" pitchFamily="34" charset="0"/>
          <a:ea typeface="+mj-ea"/>
          <a:cs typeface="+mj-cs"/>
        </a:defRPr>
      </a:lvl1pPr>
    </p:titleStyle>
    <p:bodyStyle>
      <a:lvl1pPr marL="0" indent="0" algn="l" defTabSz="1088231" rtl="0" eaLnBrk="1" latinLnBrk="0" hangingPunct="1">
        <a:spcBef>
          <a:spcPts val="1799"/>
        </a:spcBef>
        <a:buClrTx/>
        <a:buSzPct val="80000"/>
        <a:buFont typeface="72 Brand" panose="02000000000000000000" pitchFamily="2" charset="0"/>
        <a:buChar char="​"/>
        <a:defRPr sz="1999" b="0" i="0" kern="1200">
          <a:solidFill>
            <a:schemeClr val="tx1"/>
          </a:solidFill>
          <a:latin typeface="+mn-lt"/>
          <a:ea typeface="+mn-ea"/>
          <a:cs typeface="+mn-cs"/>
        </a:defRPr>
      </a:lvl1pPr>
      <a:lvl2pPr marL="179910" indent="-179910" algn="l" defTabSz="1088231" rtl="0" eaLnBrk="1" latinLnBrk="0" hangingPunct="1">
        <a:spcBef>
          <a:spcPts val="600"/>
        </a:spcBef>
        <a:buClr>
          <a:schemeClr val="tx1"/>
        </a:buClr>
        <a:buSzPct val="100000"/>
        <a:buFont typeface="Arial" panose="020B0604020202020204" pitchFamily="34" charset="0"/>
        <a:buChar char="•"/>
        <a:defRPr sz="1799" b="0" i="0" kern="1200">
          <a:solidFill>
            <a:schemeClr val="tx1"/>
          </a:solidFill>
          <a:latin typeface="+mn-lt"/>
          <a:ea typeface="+mn-ea"/>
          <a:cs typeface="+mn-cs"/>
        </a:defRPr>
      </a:lvl2pPr>
      <a:lvl3pPr marL="358667" indent="-179334" algn="l" defTabSz="1088231" rtl="0" eaLnBrk="1" latinLnBrk="0" hangingPunct="1">
        <a:spcBef>
          <a:spcPts val="300"/>
        </a:spcBef>
        <a:buClr>
          <a:schemeClr val="tx1"/>
        </a:buClr>
        <a:buSzPct val="100000"/>
        <a:buFont typeface="Arial" panose="020B0604020202020204" pitchFamily="34" charset="0"/>
        <a:buChar char="–"/>
        <a:defRPr lang="en-US" sz="1799" b="0" i="0" kern="1200" noProof="0" dirty="0" smtClean="0">
          <a:solidFill>
            <a:schemeClr val="tx1"/>
          </a:solidFill>
          <a:latin typeface="+mn-lt"/>
          <a:ea typeface="+mn-ea"/>
          <a:cs typeface="+mn-cs"/>
        </a:defRPr>
      </a:lvl3pPr>
      <a:lvl4pPr marL="539730" indent="-179910" algn="l" defTabSz="1088231" rtl="0" eaLnBrk="1" latinLnBrk="0" hangingPunct="1">
        <a:spcBef>
          <a:spcPts val="300"/>
        </a:spcBef>
        <a:buClr>
          <a:schemeClr val="tx1"/>
        </a:buClr>
        <a:buSzPct val="80000"/>
        <a:buFont typeface="Courier New" panose="02070309020205020404" pitchFamily="49" charset="0"/>
        <a:buChar char="o"/>
        <a:defRPr sz="1600" b="0" i="0" kern="1200">
          <a:solidFill>
            <a:schemeClr val="tx1"/>
          </a:solidFill>
          <a:latin typeface="+mn-lt"/>
          <a:ea typeface="+mn-ea"/>
          <a:cs typeface="+mn-cs"/>
        </a:defRPr>
      </a:lvl4pPr>
      <a:lvl5pPr marL="719640" indent="-179910" algn="l" defTabSz="1088231" rtl="0" eaLnBrk="1" latinLnBrk="0" hangingPunct="1">
        <a:spcBef>
          <a:spcPts val="100"/>
        </a:spcBef>
        <a:buClr>
          <a:schemeClr val="tx1"/>
        </a:buClr>
        <a:buSzPct val="100000"/>
        <a:buFont typeface="Symbol" panose="05050102010706020507" pitchFamily="18" charset="2"/>
        <a:buChar char="-"/>
        <a:defRPr sz="1400" b="0" i="0" kern="1200" baseline="0">
          <a:solidFill>
            <a:schemeClr val="tx1"/>
          </a:solidFill>
          <a:latin typeface="+mn-lt"/>
          <a:ea typeface="+mn-ea"/>
          <a:cs typeface="+mn-cs"/>
        </a:defRPr>
      </a:lvl5pPr>
      <a:lvl6pPr marL="2992637" indent="-272058" algn="l" defTabSz="1088231" rtl="0" eaLnBrk="1" latinLnBrk="0" hangingPunct="1">
        <a:spcBef>
          <a:spcPct val="20000"/>
        </a:spcBef>
        <a:buFont typeface="Arial" pitchFamily="34" charset="0"/>
        <a:buChar char="•"/>
        <a:defRPr sz="2399" kern="1200">
          <a:solidFill>
            <a:schemeClr val="tx1"/>
          </a:solidFill>
          <a:latin typeface="+mn-lt"/>
          <a:ea typeface="+mn-ea"/>
          <a:cs typeface="+mn-cs"/>
        </a:defRPr>
      </a:lvl6pPr>
      <a:lvl7pPr marL="3536753" indent="-272058" algn="l" defTabSz="1088231" rtl="0" eaLnBrk="1" latinLnBrk="0" hangingPunct="1">
        <a:spcBef>
          <a:spcPct val="20000"/>
        </a:spcBef>
        <a:buFont typeface="Arial" pitchFamily="34" charset="0"/>
        <a:buChar char="•"/>
        <a:defRPr sz="2399" kern="1200">
          <a:solidFill>
            <a:schemeClr val="tx1"/>
          </a:solidFill>
          <a:latin typeface="+mn-lt"/>
          <a:ea typeface="+mn-ea"/>
          <a:cs typeface="+mn-cs"/>
        </a:defRPr>
      </a:lvl7pPr>
      <a:lvl8pPr marL="4080868" indent="-272058" algn="l" defTabSz="1088231" rtl="0" eaLnBrk="1" latinLnBrk="0" hangingPunct="1">
        <a:spcBef>
          <a:spcPct val="20000"/>
        </a:spcBef>
        <a:buFont typeface="Arial" pitchFamily="34" charset="0"/>
        <a:buChar char="•"/>
        <a:defRPr sz="2399" kern="1200">
          <a:solidFill>
            <a:schemeClr val="tx1"/>
          </a:solidFill>
          <a:latin typeface="+mn-lt"/>
          <a:ea typeface="+mn-ea"/>
          <a:cs typeface="+mn-cs"/>
        </a:defRPr>
      </a:lvl8pPr>
      <a:lvl9pPr marL="4624985" indent="-272058" algn="l" defTabSz="1088231" rtl="0" eaLnBrk="1" latinLnBrk="0" hangingPunct="1">
        <a:spcBef>
          <a:spcPct val="20000"/>
        </a:spcBef>
        <a:buFont typeface="Arial" pitchFamily="34" charset="0"/>
        <a:buChar char="•"/>
        <a:defRPr sz="2399" kern="1200">
          <a:solidFill>
            <a:schemeClr val="tx1"/>
          </a:solidFill>
          <a:latin typeface="+mn-lt"/>
          <a:ea typeface="+mn-ea"/>
          <a:cs typeface="+mn-cs"/>
        </a:defRPr>
      </a:lvl9pPr>
    </p:bodyStyle>
    <p:otherStyle>
      <a:defPPr>
        <a:defRPr lang="de-DE"/>
      </a:defPPr>
      <a:lvl1pPr marL="0" algn="l" defTabSz="1088231" rtl="0" eaLnBrk="1" latinLnBrk="0" hangingPunct="1">
        <a:defRPr sz="2099" kern="1200">
          <a:solidFill>
            <a:schemeClr val="tx1"/>
          </a:solidFill>
          <a:latin typeface="+mn-lt"/>
          <a:ea typeface="+mn-ea"/>
          <a:cs typeface="+mn-cs"/>
        </a:defRPr>
      </a:lvl1pPr>
      <a:lvl2pPr marL="544116" algn="l" defTabSz="1088231" rtl="0" eaLnBrk="1" latinLnBrk="0" hangingPunct="1">
        <a:defRPr sz="2099" kern="1200">
          <a:solidFill>
            <a:schemeClr val="tx1"/>
          </a:solidFill>
          <a:latin typeface="+mn-lt"/>
          <a:ea typeface="+mn-ea"/>
          <a:cs typeface="+mn-cs"/>
        </a:defRPr>
      </a:lvl2pPr>
      <a:lvl3pPr marL="1088231" algn="l" defTabSz="1088231" rtl="0" eaLnBrk="1" latinLnBrk="0" hangingPunct="1">
        <a:defRPr sz="2099" kern="1200">
          <a:solidFill>
            <a:schemeClr val="tx1"/>
          </a:solidFill>
          <a:latin typeface="+mn-lt"/>
          <a:ea typeface="+mn-ea"/>
          <a:cs typeface="+mn-cs"/>
        </a:defRPr>
      </a:lvl3pPr>
      <a:lvl4pPr marL="1632347" algn="l" defTabSz="1088231" rtl="0" eaLnBrk="1" latinLnBrk="0" hangingPunct="1">
        <a:defRPr sz="2099" kern="1200">
          <a:solidFill>
            <a:schemeClr val="tx1"/>
          </a:solidFill>
          <a:latin typeface="+mn-lt"/>
          <a:ea typeface="+mn-ea"/>
          <a:cs typeface="+mn-cs"/>
        </a:defRPr>
      </a:lvl4pPr>
      <a:lvl5pPr marL="2176463" algn="l" defTabSz="1088231" rtl="0" eaLnBrk="1" latinLnBrk="0" hangingPunct="1">
        <a:defRPr sz="2099" kern="1200">
          <a:solidFill>
            <a:schemeClr val="tx1"/>
          </a:solidFill>
          <a:latin typeface="+mn-lt"/>
          <a:ea typeface="+mn-ea"/>
          <a:cs typeface="+mn-cs"/>
        </a:defRPr>
      </a:lvl5pPr>
      <a:lvl6pPr marL="2720580" algn="l" defTabSz="1088231" rtl="0" eaLnBrk="1" latinLnBrk="0" hangingPunct="1">
        <a:defRPr sz="2099" kern="1200">
          <a:solidFill>
            <a:schemeClr val="tx1"/>
          </a:solidFill>
          <a:latin typeface="+mn-lt"/>
          <a:ea typeface="+mn-ea"/>
          <a:cs typeface="+mn-cs"/>
        </a:defRPr>
      </a:lvl6pPr>
      <a:lvl7pPr marL="3264695" algn="l" defTabSz="1088231" rtl="0" eaLnBrk="1" latinLnBrk="0" hangingPunct="1">
        <a:defRPr sz="2099" kern="1200">
          <a:solidFill>
            <a:schemeClr val="tx1"/>
          </a:solidFill>
          <a:latin typeface="+mn-lt"/>
          <a:ea typeface="+mn-ea"/>
          <a:cs typeface="+mn-cs"/>
        </a:defRPr>
      </a:lvl7pPr>
      <a:lvl8pPr marL="3808811" algn="l" defTabSz="1088231" rtl="0" eaLnBrk="1" latinLnBrk="0" hangingPunct="1">
        <a:defRPr sz="2099" kern="1200">
          <a:solidFill>
            <a:schemeClr val="tx1"/>
          </a:solidFill>
          <a:latin typeface="+mn-lt"/>
          <a:ea typeface="+mn-ea"/>
          <a:cs typeface="+mn-cs"/>
        </a:defRPr>
      </a:lvl8pPr>
      <a:lvl9pPr marL="4352927" algn="l" defTabSz="1088231" rtl="0" eaLnBrk="1" latinLnBrk="0" hangingPunct="1">
        <a:defRPr sz="2099"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2D5A0916-07F9-D7ED-C316-C470D9B81EDC}"/>
              </a:ext>
            </a:extLst>
          </p:cNvPr>
          <p:cNvGraphicFramePr>
            <a:graphicFrameLocks/>
          </p:cNvGraphicFramePr>
          <p:nvPr userDrawn="1">
            <p:custDataLst>
              <p:tags r:id="rId20"/>
            </p:custDataLst>
            <p:extLst>
              <p:ext uri="{D42A27DB-BD31-4B8C-83A1-F6EECF244321}">
                <p14:modId xmlns:p14="http://schemas.microsoft.com/office/powerpoint/2010/main" val="246697954"/>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name="think-cell Slide" r:id="rId21" imgW="7772400" imgH="10058400" progId="TCLayout.ActiveDocument.1">
                  <p:embed/>
                </p:oleObj>
              </mc:Choice>
              <mc:Fallback>
                <p:oleObj name="think-cell Slide" r:id="rId21" imgW="7772400" imgH="10058400" progId="TCLayout.ActiveDocument.1">
                  <p:embed/>
                  <p:pic>
                    <p:nvPicPr>
                      <p:cNvPr id="12" name="think-cell data - do not delete" hidden="1">
                        <a:extLst>
                          <a:ext uri="{FF2B5EF4-FFF2-40B4-BE49-F238E27FC236}">
                            <a16:creationId xmlns:a16="http://schemas.microsoft.com/office/drawing/2014/main" id="{2D5A0916-07F9-D7ED-C316-C470D9B81EDC}"/>
                          </a:ext>
                        </a:extLst>
                      </p:cNvPr>
                      <p:cNvPicPr/>
                      <p:nvPr/>
                    </p:nvPicPr>
                    <p:blipFill>
                      <a:blip r:embed="rId22"/>
                      <a:stretch>
                        <a:fillRect/>
                      </a:stretch>
                    </p:blipFill>
                    <p:spPr>
                      <a:xfrm>
                        <a:off x="1589" y="1588"/>
                        <a:ext cx="1227" cy="1588"/>
                      </a:xfrm>
                      <a:prstGeom prst="rect">
                        <a:avLst/>
                      </a:prstGeom>
                    </p:spPr>
                  </p:pic>
                </p:oleObj>
              </mc:Fallback>
            </mc:AlternateContent>
          </a:graphicData>
        </a:graphic>
      </p:graphicFrame>
      <p:sp>
        <p:nvSpPr>
          <p:cNvPr id="34" name="Slide number"/>
          <p:cNvSpPr txBox="1"/>
          <p:nvPr userDrawn="1"/>
        </p:nvSpPr>
        <p:spPr bwMode="black">
          <a:xfrm>
            <a:off x="11546207" y="6536755"/>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
        <p:nvSpPr>
          <p:cNvPr id="3" name="Text Placeholder"/>
          <p:cNvSpPr>
            <a:spLocks noGrp="1"/>
          </p:cNvSpPr>
          <p:nvPr userDrawn="1">
            <p:ph type="body" idx="1"/>
          </p:nvPr>
        </p:nvSpPr>
        <p:spPr bwMode="black">
          <a:xfrm>
            <a:off x="504001" y="1548560"/>
            <a:ext cx="11186476" cy="4804615"/>
          </a:xfrm>
          <a:prstGeom prst="rect">
            <a:avLst/>
          </a:prstGeom>
        </p:spPr>
        <p:txBody>
          <a:bodyPr vert="horz" lIns="0" tIns="0" rIns="0" bIns="0" rtlCol="0">
            <a:noAutofit/>
          </a:bodyPr>
          <a:lstStyle/>
          <a:p>
            <a:pPr lvl="0"/>
            <a:r>
              <a:rPr lang="en-US"/>
              <a:t>Start typing to add text</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a:p>
            <a:pPr lvl="0"/>
            <a:endParaRPr lang="en-US" noProof="0"/>
          </a:p>
        </p:txBody>
      </p:sp>
      <p:sp>
        <p:nvSpPr>
          <p:cNvPr id="2" name="Title Placeholder"/>
          <p:cNvSpPr>
            <a:spLocks noGrp="1"/>
          </p:cNvSpPr>
          <p:nvPr userDrawn="1">
            <p:ph type="title"/>
          </p:nvPr>
        </p:nvSpPr>
        <p:spPr bwMode="black">
          <a:xfrm>
            <a:off x="504001" y="504000"/>
            <a:ext cx="11183174" cy="369332"/>
          </a:xfrm>
          <a:prstGeom prst="rect">
            <a:avLst/>
          </a:prstGeom>
        </p:spPr>
        <p:txBody>
          <a:bodyPr vert="horz" wrap="square" lIns="0" tIns="0" rIns="0" bIns="0" rtlCol="0" anchor="t" anchorCtr="0">
            <a:spAutoFit/>
          </a:bodyPr>
          <a:lstStyle/>
          <a:p>
            <a:r>
              <a:rPr lang="en-US" noProof="0"/>
              <a:t>Insert page title (sentence case)</a:t>
            </a:r>
          </a:p>
        </p:txBody>
      </p:sp>
      <p:sp>
        <p:nvSpPr>
          <p:cNvPr id="6" name="TextBox 5">
            <a:extLst>
              <a:ext uri="{FF2B5EF4-FFF2-40B4-BE49-F238E27FC236}">
                <a16:creationId xmlns:a16="http://schemas.microsoft.com/office/drawing/2014/main" id="{9F9BD848-E8FF-33FD-6844-A65FF36E0F29}"/>
              </a:ext>
            </a:extLst>
          </p:cNvPr>
          <p:cNvSpPr txBox="1"/>
          <p:nvPr userDrawn="1">
            <p:extLst>
              <p:ext uri="{1162E1C5-73C7-4A58-AE30-91384D911F3F}">
                <p184:classification xmlns:p184="http://schemas.microsoft.com/office/powerpoint/2018/4/main" val="ftr"/>
              </p:ext>
            </p:extLst>
          </p:nvPr>
        </p:nvSpPr>
        <p:spPr>
          <a:xfrm>
            <a:off x="203200" y="6563360"/>
            <a:ext cx="1589088" cy="91440"/>
          </a:xfrm>
          <a:prstGeom prst="rect">
            <a:avLst/>
          </a:prstGeom>
        </p:spPr>
        <p:txBody>
          <a:bodyPr horzOverflow="overflow" lIns="0" tIns="0" rIns="0" bIns="0">
            <a:spAutoFit/>
          </a:bodyPr>
          <a:lstStyle/>
          <a:p>
            <a:pPr algn="l"/>
            <a:r>
              <a:rPr lang="en-US" sz="600">
                <a:solidFill>
                  <a:srgbClr val="000000">
                    <a:alpha val="50000"/>
                  </a:srgbClr>
                </a:solidFill>
                <a:latin typeface="72 Brand" panose="020B0504030603020204" pitchFamily="34" charset="0"/>
              </a:rPr>
              <a:t>                 INTERNAL ‒ SAP and Customers Only</a:t>
            </a:r>
          </a:p>
        </p:txBody>
      </p:sp>
    </p:spTree>
    <p:extLst>
      <p:ext uri="{BB962C8B-B14F-4D97-AF65-F5344CB8AC3E}">
        <p14:creationId xmlns:p14="http://schemas.microsoft.com/office/powerpoint/2010/main" val="1597436839"/>
      </p:ext>
    </p:extLst>
  </p:cSld>
  <p:clrMap bg1="lt1" tx1="dk1" bg2="lt2" tx2="dk2" accent1="accent1" accent2="accent2" accent3="accent3" accent4="accent4" accent5="accent5" accent6="accent6" hlink="hlink" folHlink="folHlink"/>
  <p:sldLayoutIdLst>
    <p:sldLayoutId id="2147484059" r:id="rId1"/>
    <p:sldLayoutId id="2147484060" r:id="rId2"/>
    <p:sldLayoutId id="2147484061" r:id="rId3"/>
    <p:sldLayoutId id="2147484062" r:id="rId4"/>
    <p:sldLayoutId id="2147484063" r:id="rId5"/>
    <p:sldLayoutId id="2147484064" r:id="rId6"/>
    <p:sldLayoutId id="2147484065" r:id="rId7"/>
    <p:sldLayoutId id="2147484066" r:id="rId8"/>
    <p:sldLayoutId id="2147484067" r:id="rId9"/>
    <p:sldLayoutId id="2147484068" r:id="rId10"/>
    <p:sldLayoutId id="2147484069" r:id="rId11"/>
    <p:sldLayoutId id="2147484070" r:id="rId12"/>
    <p:sldLayoutId id="2147484071" r:id="rId13"/>
    <p:sldLayoutId id="2147484072" r:id="rId14"/>
    <p:sldLayoutId id="2147484073" r:id="rId15"/>
    <p:sldLayoutId id="2147484080" r:id="rId16"/>
    <p:sldLayoutId id="2147484196" r:id="rId17"/>
    <p:sldLayoutId id="2147484197" r:id="rId18"/>
  </p:sldLayoutIdLst>
  <p:hf hdr="0" ftr="0" dt="0"/>
  <p:txStyles>
    <p:titleStyle>
      <a:lvl1pPr algn="l" defTabSz="1087905" rtl="0" eaLnBrk="1" latinLnBrk="0" hangingPunct="1">
        <a:spcBef>
          <a:spcPct val="0"/>
        </a:spcBef>
        <a:buNone/>
        <a:defRPr sz="2398" b="0" i="0" kern="1200" baseline="0">
          <a:solidFill>
            <a:schemeClr val="tx1"/>
          </a:solidFill>
          <a:latin typeface="72 Brand Medium" panose="020B0504030603020204" pitchFamily="34" charset="0"/>
          <a:ea typeface="+mj-ea"/>
          <a:cs typeface="+mj-cs"/>
        </a:defRPr>
      </a:lvl1pPr>
    </p:titleStyle>
    <p:bodyStyle>
      <a:lvl1pPr marL="0" indent="0" algn="l" defTabSz="1087905" rtl="0" eaLnBrk="1" latinLnBrk="0" hangingPunct="1">
        <a:spcBef>
          <a:spcPts val="600"/>
        </a:spcBef>
        <a:buClrTx/>
        <a:buSzPct val="100000"/>
        <a:buFont typeface="Arial" panose="020B0604020202020204" pitchFamily="34" charset="0"/>
        <a:buChar char="​"/>
        <a:defRPr sz="1998" b="0" i="0" kern="1200" baseline="0">
          <a:solidFill>
            <a:schemeClr val="tx1"/>
          </a:solidFill>
          <a:latin typeface="+mn-lt"/>
          <a:ea typeface="+mn-ea"/>
          <a:cs typeface="+mn-cs"/>
        </a:defRPr>
      </a:lvl1pPr>
      <a:lvl2pPr marL="251848" indent="-251848" algn="l" defTabSz="1087905" rtl="0" eaLnBrk="1" latinLnBrk="0" hangingPunct="1">
        <a:spcBef>
          <a:spcPts val="600"/>
        </a:spcBef>
        <a:buClr>
          <a:schemeClr val="tx1"/>
        </a:buClr>
        <a:buSzPct val="100000"/>
        <a:buFont typeface="Wingdings" panose="05000000000000000000" pitchFamily="2" charset="2"/>
        <a:buChar char=""/>
        <a:defRPr sz="1798" b="0" i="0" kern="1200">
          <a:solidFill>
            <a:schemeClr val="tx1"/>
          </a:solidFill>
          <a:latin typeface="+mn-lt"/>
          <a:ea typeface="+mn-ea"/>
          <a:cs typeface="+mn-cs"/>
        </a:defRPr>
      </a:lvl2pPr>
      <a:lvl3pPr marL="503698" indent="-251848" algn="l" defTabSz="1087905" rtl="0" eaLnBrk="1" latinLnBrk="0" hangingPunct="1">
        <a:spcBef>
          <a:spcPts val="600"/>
        </a:spcBef>
        <a:buClr>
          <a:schemeClr val="tx1"/>
        </a:buClr>
        <a:buSzPct val="100000"/>
        <a:buFont typeface="Wingdings" panose="05000000000000000000" pitchFamily="2" charset="2"/>
        <a:buChar char=""/>
        <a:defRPr lang="en-US" sz="1600" b="0" i="0" kern="1200" noProof="0" dirty="0" smtClean="0">
          <a:solidFill>
            <a:schemeClr val="tx1"/>
          </a:solidFill>
          <a:latin typeface="+mn-lt"/>
          <a:ea typeface="+mn-ea"/>
          <a:cs typeface="+mn-cs"/>
        </a:defRPr>
      </a:lvl3pPr>
      <a:lvl4pPr marL="755546" indent="-251848" algn="l" defTabSz="1087905" rtl="0" eaLnBrk="1" latinLnBrk="0" hangingPunct="1">
        <a:spcBef>
          <a:spcPts val="600"/>
        </a:spcBef>
        <a:buClr>
          <a:schemeClr val="tx1"/>
        </a:buClr>
        <a:buSzPct val="100000"/>
        <a:buFont typeface="Wingdings" panose="05000000000000000000" pitchFamily="2" charset="2"/>
        <a:buChar char=""/>
        <a:defRPr sz="1400" b="0" i="0" kern="1200">
          <a:solidFill>
            <a:schemeClr val="tx1"/>
          </a:solidFill>
          <a:latin typeface="+mn-lt"/>
          <a:ea typeface="+mn-ea"/>
          <a:cs typeface="+mn-cs"/>
        </a:defRPr>
      </a:lvl4pPr>
      <a:lvl5pPr marL="0" indent="0" algn="l" defTabSz="1087905" rtl="0" eaLnBrk="1" latinLnBrk="0" hangingPunct="1">
        <a:spcBef>
          <a:spcPts val="600"/>
        </a:spcBef>
        <a:buClr>
          <a:schemeClr val="tx1"/>
        </a:buClr>
        <a:buSzPct val="100000"/>
        <a:buFont typeface="Arial" panose="020B0604020202020204" pitchFamily="34" charset="0"/>
        <a:buChar char="​"/>
        <a:defRPr sz="1400" b="0" i="0" kern="1200" baseline="0">
          <a:solidFill>
            <a:schemeClr val="tx1"/>
          </a:solidFill>
          <a:latin typeface="+mj-lt"/>
          <a:ea typeface="+mn-ea"/>
          <a:cs typeface="+mn-cs"/>
        </a:defRPr>
      </a:lvl5pPr>
      <a:lvl6pPr marL="0" indent="0" algn="l" defTabSz="1087905" rtl="0" eaLnBrk="1" latinLnBrk="0" hangingPunct="1">
        <a:lnSpc>
          <a:spcPct val="120000"/>
        </a:lnSpc>
        <a:spcBef>
          <a:spcPts val="600"/>
        </a:spcBef>
        <a:buFont typeface="Arial" panose="020B0604020202020204" pitchFamily="34" charset="0"/>
        <a:buChar char="​"/>
        <a:defRPr sz="1400" kern="1200">
          <a:solidFill>
            <a:schemeClr val="tx1"/>
          </a:solidFill>
          <a:latin typeface="+mn-lt"/>
          <a:ea typeface="+mn-ea"/>
          <a:cs typeface="+mn-cs"/>
        </a:defRPr>
      </a:lvl6pPr>
      <a:lvl7pPr marL="0" indent="0" algn="l" defTabSz="1087905" rtl="0" eaLnBrk="1" latinLnBrk="0" hangingPunct="1">
        <a:lnSpc>
          <a:spcPct val="120000"/>
        </a:lnSpc>
        <a:spcBef>
          <a:spcPts val="300"/>
        </a:spcBef>
        <a:buFont typeface="Arial" pitchFamily="34" charset="0"/>
        <a:buChar char="​"/>
        <a:defRPr sz="800" kern="1200">
          <a:solidFill>
            <a:schemeClr val="tx1"/>
          </a:solidFill>
          <a:latin typeface="+mj-lt"/>
          <a:ea typeface="+mn-ea"/>
          <a:cs typeface="+mn-cs"/>
        </a:defRPr>
      </a:lvl7pPr>
      <a:lvl8pPr marL="0" indent="0" algn="l" defTabSz="1087905" rtl="0" eaLnBrk="1" latinLnBrk="0" hangingPunct="1">
        <a:lnSpc>
          <a:spcPct val="120000"/>
        </a:lnSpc>
        <a:spcBef>
          <a:spcPts val="600"/>
        </a:spcBef>
        <a:buFont typeface="Arial" pitchFamily="34" charset="0"/>
        <a:buChar char="​"/>
        <a:defRPr sz="800" kern="1200">
          <a:solidFill>
            <a:schemeClr val="tx1"/>
          </a:solidFill>
          <a:latin typeface="+mn-lt"/>
          <a:ea typeface="+mn-ea"/>
          <a:cs typeface="+mn-cs"/>
        </a:defRPr>
      </a:lvl8pPr>
      <a:lvl9pPr marL="0" indent="0" algn="l" defTabSz="1087905" rtl="0" eaLnBrk="1" latinLnBrk="0" hangingPunct="1">
        <a:spcBef>
          <a:spcPts val="600"/>
        </a:spcBef>
        <a:buFont typeface="Arial" pitchFamily="34" charset="0"/>
        <a:buChar char="​"/>
        <a:defRPr sz="3598" kern="1200">
          <a:solidFill>
            <a:schemeClr val="tx1"/>
          </a:solidFill>
          <a:latin typeface="+mj-lt"/>
          <a:ea typeface="+mn-ea"/>
          <a:cs typeface="+mn-cs"/>
        </a:defRPr>
      </a:lvl9pPr>
    </p:bodyStyle>
    <p:otherStyle>
      <a:defPPr>
        <a:defRPr lang="de-DE"/>
      </a:defPPr>
      <a:lvl1pPr marL="0" algn="l" defTabSz="1087905" rtl="0" eaLnBrk="1" latinLnBrk="0" hangingPunct="1">
        <a:defRPr sz="2098" kern="1200">
          <a:solidFill>
            <a:schemeClr val="tx1"/>
          </a:solidFill>
          <a:latin typeface="+mn-lt"/>
          <a:ea typeface="+mn-ea"/>
          <a:cs typeface="+mn-cs"/>
        </a:defRPr>
      </a:lvl1pPr>
      <a:lvl2pPr marL="543953" algn="l" defTabSz="1087905" rtl="0" eaLnBrk="1" latinLnBrk="0" hangingPunct="1">
        <a:defRPr sz="2098" kern="1200">
          <a:solidFill>
            <a:schemeClr val="tx1"/>
          </a:solidFill>
          <a:latin typeface="+mn-lt"/>
          <a:ea typeface="+mn-ea"/>
          <a:cs typeface="+mn-cs"/>
        </a:defRPr>
      </a:lvl2pPr>
      <a:lvl3pPr marL="1087905" algn="l" defTabSz="1087905" rtl="0" eaLnBrk="1" latinLnBrk="0" hangingPunct="1">
        <a:defRPr sz="2098" kern="1200">
          <a:solidFill>
            <a:schemeClr val="tx1"/>
          </a:solidFill>
          <a:latin typeface="+mn-lt"/>
          <a:ea typeface="+mn-ea"/>
          <a:cs typeface="+mn-cs"/>
        </a:defRPr>
      </a:lvl3pPr>
      <a:lvl4pPr marL="1631857" algn="l" defTabSz="1087905" rtl="0" eaLnBrk="1" latinLnBrk="0" hangingPunct="1">
        <a:defRPr sz="2098" kern="1200">
          <a:solidFill>
            <a:schemeClr val="tx1"/>
          </a:solidFill>
          <a:latin typeface="+mn-lt"/>
          <a:ea typeface="+mn-ea"/>
          <a:cs typeface="+mn-cs"/>
        </a:defRPr>
      </a:lvl4pPr>
      <a:lvl5pPr marL="2175810" algn="l" defTabSz="1087905" rtl="0" eaLnBrk="1" latinLnBrk="0" hangingPunct="1">
        <a:defRPr sz="2098" kern="1200">
          <a:solidFill>
            <a:schemeClr val="tx1"/>
          </a:solidFill>
          <a:latin typeface="+mn-lt"/>
          <a:ea typeface="+mn-ea"/>
          <a:cs typeface="+mn-cs"/>
        </a:defRPr>
      </a:lvl5pPr>
      <a:lvl6pPr marL="2719764" algn="l" defTabSz="1087905" rtl="0" eaLnBrk="1" latinLnBrk="0" hangingPunct="1">
        <a:defRPr sz="2098" kern="1200">
          <a:solidFill>
            <a:schemeClr val="tx1"/>
          </a:solidFill>
          <a:latin typeface="+mn-lt"/>
          <a:ea typeface="+mn-ea"/>
          <a:cs typeface="+mn-cs"/>
        </a:defRPr>
      </a:lvl6pPr>
      <a:lvl7pPr marL="3263716" algn="l" defTabSz="1087905" rtl="0" eaLnBrk="1" latinLnBrk="0" hangingPunct="1">
        <a:defRPr sz="2098" kern="1200">
          <a:solidFill>
            <a:schemeClr val="tx1"/>
          </a:solidFill>
          <a:latin typeface="+mn-lt"/>
          <a:ea typeface="+mn-ea"/>
          <a:cs typeface="+mn-cs"/>
        </a:defRPr>
      </a:lvl7pPr>
      <a:lvl8pPr marL="3807668" algn="l" defTabSz="1087905" rtl="0" eaLnBrk="1" latinLnBrk="0" hangingPunct="1">
        <a:defRPr sz="2098" kern="1200">
          <a:solidFill>
            <a:schemeClr val="tx1"/>
          </a:solidFill>
          <a:latin typeface="+mn-lt"/>
          <a:ea typeface="+mn-ea"/>
          <a:cs typeface="+mn-cs"/>
        </a:defRPr>
      </a:lvl8pPr>
      <a:lvl9pPr marL="4351621" algn="l" defTabSz="1087905" rtl="0" eaLnBrk="1" latinLnBrk="0" hangingPunct="1">
        <a:defRPr sz="2098"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7">
          <p15:clr>
            <a:srgbClr val="A4A4A4"/>
          </p15:clr>
        </p15:guide>
        <p15:guide id="2" pos="759">
          <p15:clr>
            <a:srgbClr val="A4A4A4"/>
          </p15:clr>
        </p15:guide>
        <p15:guide id="3" orient="horz" pos="317">
          <p15:clr>
            <a:srgbClr val="A4A4A4"/>
          </p15:clr>
        </p15:guide>
        <p15:guide id="4" orient="horz" pos="4002">
          <p15:clr>
            <a:srgbClr val="A4A4A4"/>
          </p15:clr>
        </p15:guide>
        <p15:guide id="5" pos="917">
          <p15:clr>
            <a:srgbClr val="A4A4A4"/>
          </p15:clr>
        </p15:guide>
        <p15:guide id="6" pos="1359">
          <p15:clr>
            <a:srgbClr val="A4A4A4"/>
          </p15:clr>
        </p15:guide>
        <p15:guide id="7" pos="1518">
          <p15:clr>
            <a:srgbClr val="A4A4A4"/>
          </p15:clr>
        </p15:guide>
        <p15:guide id="8" pos="1960">
          <p15:clr>
            <a:srgbClr val="A4A4A4"/>
          </p15:clr>
        </p15:guide>
        <p15:guide id="9" pos="2118">
          <p15:clr>
            <a:srgbClr val="A4A4A4"/>
          </p15:clr>
        </p15:guide>
        <p15:guide id="10" pos="2560">
          <p15:clr>
            <a:srgbClr val="A4A4A4"/>
          </p15:clr>
        </p15:guide>
        <p15:guide id="11" pos="2719">
          <p15:clr>
            <a:srgbClr val="A4A4A4"/>
          </p15:clr>
        </p15:guide>
        <p15:guide id="12" pos="3161">
          <p15:clr>
            <a:srgbClr val="A4A4A4"/>
          </p15:clr>
        </p15:guide>
        <p15:guide id="13" pos="3319">
          <p15:clr>
            <a:srgbClr val="A4A4A4"/>
          </p15:clr>
        </p15:guide>
        <p15:guide id="14" pos="3761">
          <p15:clr>
            <a:srgbClr val="A4A4A4"/>
          </p15:clr>
        </p15:guide>
        <p15:guide id="15" pos="3920">
          <p15:clr>
            <a:srgbClr val="A4A4A4"/>
          </p15:clr>
        </p15:guide>
        <p15:guide id="16" pos="4362">
          <p15:clr>
            <a:srgbClr val="A4A4A4"/>
          </p15:clr>
        </p15:guide>
        <p15:guide id="17" pos="4520">
          <p15:clr>
            <a:srgbClr val="A4A4A4"/>
          </p15:clr>
        </p15:guide>
        <p15:guide id="18" pos="4962">
          <p15:clr>
            <a:srgbClr val="A4A4A4"/>
          </p15:clr>
        </p15:guide>
        <p15:guide id="19" pos="5121">
          <p15:clr>
            <a:srgbClr val="A4A4A4"/>
          </p15:clr>
        </p15:guide>
        <p15:guide id="20" pos="5563">
          <p15:clr>
            <a:srgbClr val="A4A4A4"/>
          </p15:clr>
        </p15:guide>
        <p15:guide id="21" pos="5721">
          <p15:clr>
            <a:srgbClr val="A4A4A4"/>
          </p15:clr>
        </p15:guide>
        <p15:guide id="22" pos="6163">
          <p15:clr>
            <a:srgbClr val="A4A4A4"/>
          </p15:clr>
        </p15:guide>
        <p15:guide id="23" pos="6322">
          <p15:clr>
            <a:srgbClr val="A4A4A4"/>
          </p15:clr>
        </p15:guide>
        <p15:guide id="24" pos="6764">
          <p15:clr>
            <a:srgbClr val="A4A4A4"/>
          </p15:clr>
        </p15:guide>
        <p15:guide id="25" pos="6922">
          <p15:clr>
            <a:srgbClr val="A4A4A4"/>
          </p15:clr>
        </p15:guide>
        <p15:guide id="26" pos="7364">
          <p15:clr>
            <a:srgbClr val="A4A4A4"/>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4" name="Picture 33">
            <a:extLst>
              <a:ext uri="{FF2B5EF4-FFF2-40B4-BE49-F238E27FC236}">
                <a16:creationId xmlns:a16="http://schemas.microsoft.com/office/drawing/2014/main" id="{E0F97727-C8F4-D017-6FE1-F3407C52A544}"/>
              </a:ext>
            </a:extLst>
          </p:cNvPr>
          <p:cNvPicPr>
            <a:picLocks noChangeAspect="1"/>
          </p:cNvPicPr>
          <p:nvPr userDrawn="1"/>
        </p:nvPicPr>
        <p:blipFill>
          <a:blip r:embed="rId19" cstate="email">
            <a:extLst>
              <a:ext uri="{28A0092B-C50C-407E-A947-70E740481C1C}">
                <a14:useLocalDpi xmlns:a14="http://schemas.microsoft.com/office/drawing/2010/main"/>
              </a:ext>
            </a:extLst>
          </a:blip>
          <a:stretch>
            <a:fillRect/>
          </a:stretch>
        </p:blipFill>
        <p:spPr>
          <a:xfrm>
            <a:off x="0" y="0"/>
            <a:ext cx="12194583" cy="6858332"/>
          </a:xfrm>
          <a:prstGeom prst="rect">
            <a:avLst/>
          </a:prstGeom>
        </p:spPr>
      </p:pic>
      <p:graphicFrame>
        <p:nvGraphicFramePr>
          <p:cNvPr id="5" name="think-cell data - do not delete" hidden="1">
            <a:extLst>
              <a:ext uri="{FF2B5EF4-FFF2-40B4-BE49-F238E27FC236}">
                <a16:creationId xmlns:a16="http://schemas.microsoft.com/office/drawing/2014/main" id="{C240547D-16C9-A317-79E4-D02143DCDA4F}"/>
              </a:ext>
            </a:extLst>
          </p:cNvPr>
          <p:cNvGraphicFramePr>
            <a:graphicFrameLocks/>
          </p:cNvGraphicFramePr>
          <p:nvPr userDrawn="1">
            <p:custDataLst>
              <p:tags r:id="rId18"/>
            </p:custDataLst>
            <p:extLst>
              <p:ext uri="{D42A27DB-BD31-4B8C-83A1-F6EECF244321}">
                <p14:modId xmlns:p14="http://schemas.microsoft.com/office/powerpoint/2010/main" val="526502627"/>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name="think-cell Slide" r:id="rId20" imgW="7772400" imgH="10058400" progId="TCLayout.ActiveDocument.1">
                  <p:embed/>
                </p:oleObj>
              </mc:Choice>
              <mc:Fallback>
                <p:oleObj name="think-cell Slide" r:id="rId20" imgW="7772400" imgH="10058400" progId="TCLayout.ActiveDocument.1">
                  <p:embed/>
                  <p:pic>
                    <p:nvPicPr>
                      <p:cNvPr id="5" name="think-cell data - do not delete" hidden="1">
                        <a:extLst>
                          <a:ext uri="{FF2B5EF4-FFF2-40B4-BE49-F238E27FC236}">
                            <a16:creationId xmlns:a16="http://schemas.microsoft.com/office/drawing/2014/main" id="{C240547D-16C9-A317-79E4-D02143DCDA4F}"/>
                          </a:ext>
                        </a:extLst>
                      </p:cNvPr>
                      <p:cNvPicPr/>
                      <p:nvPr/>
                    </p:nvPicPr>
                    <p:blipFill>
                      <a:blip r:embed="rId21"/>
                      <a:stretch>
                        <a:fillRect/>
                      </a:stretch>
                    </p:blipFill>
                    <p:spPr>
                      <a:xfrm>
                        <a:off x="1589" y="1588"/>
                        <a:ext cx="1227" cy="1588"/>
                      </a:xfrm>
                      <a:prstGeom prst="rect">
                        <a:avLst/>
                      </a:prstGeom>
                    </p:spPr>
                  </p:pic>
                </p:oleObj>
              </mc:Fallback>
            </mc:AlternateContent>
          </a:graphicData>
        </a:graphic>
      </p:graphicFrame>
      <p:sp>
        <p:nvSpPr>
          <p:cNvPr id="3" name="Text Placeholder"/>
          <p:cNvSpPr>
            <a:spLocks noGrp="1"/>
          </p:cNvSpPr>
          <p:nvPr userDrawn="1">
            <p:ph type="body" idx="1"/>
          </p:nvPr>
        </p:nvSpPr>
        <p:spPr bwMode="black">
          <a:xfrm>
            <a:off x="573087" y="1337389"/>
            <a:ext cx="11049001" cy="2090056"/>
          </a:xfrm>
          <a:prstGeom prst="rect">
            <a:avLst/>
          </a:prstGeom>
        </p:spPr>
        <p:txBody>
          <a:bodyPr vert="horz" lIns="0" tIns="0" rIns="0" bIns="0" rtlCol="0">
            <a:noAutofit/>
          </a:bodyPr>
          <a:lstStyle/>
          <a:p>
            <a:pPr lvl="0"/>
            <a:r>
              <a:rPr lang="en-GB"/>
              <a:t>Start typing to add text without a bullet point. To add a bullet point, place the cursor at the start of this line and press tab.</a:t>
            </a:r>
            <a:endParaRPr lang="en-US" noProof="0"/>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Placeholder"/>
          <p:cNvSpPr>
            <a:spLocks noGrp="1"/>
          </p:cNvSpPr>
          <p:nvPr userDrawn="1">
            <p:ph type="title"/>
          </p:nvPr>
        </p:nvSpPr>
        <p:spPr bwMode="black">
          <a:xfrm>
            <a:off x="554428" y="490635"/>
            <a:ext cx="11067660" cy="369332"/>
          </a:xfrm>
          <a:prstGeom prst="rect">
            <a:avLst/>
          </a:prstGeom>
        </p:spPr>
        <p:txBody>
          <a:bodyPr vert="horz" wrap="square" lIns="0" tIns="0" rIns="0" bIns="0" rtlCol="0" anchor="t" anchorCtr="0">
            <a:spAutoFit/>
          </a:bodyPr>
          <a:lstStyle/>
          <a:p>
            <a:r>
              <a:rPr lang="en-US" noProof="0"/>
              <a:t>Insert page title (sentence case)</a:t>
            </a:r>
          </a:p>
        </p:txBody>
      </p:sp>
      <p:sp>
        <p:nvSpPr>
          <p:cNvPr id="4" name="Slide number">
            <a:extLst>
              <a:ext uri="{FF2B5EF4-FFF2-40B4-BE49-F238E27FC236}">
                <a16:creationId xmlns:a16="http://schemas.microsoft.com/office/drawing/2014/main" id="{11E111D8-D6A1-67C8-776E-C0FB4A59299E}"/>
              </a:ext>
            </a:extLst>
          </p:cNvPr>
          <p:cNvSpPr txBox="1"/>
          <p:nvPr userDrawn="1"/>
        </p:nvSpPr>
        <p:spPr bwMode="black">
          <a:xfrm>
            <a:off x="11484003" y="6536755"/>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marR="0" lvl="0" indent="0" algn="r" defTabSz="1088122" rtl="0" eaLnBrk="1" fontAlgn="auto" latinLnBrk="0" hangingPunct="1">
              <a:lnSpc>
                <a:spcPct val="100000"/>
              </a:lnSpc>
              <a:spcBef>
                <a:spcPts val="0"/>
              </a:spcBef>
              <a:spcAft>
                <a:spcPts val="0"/>
              </a:spcAft>
              <a:buClr>
                <a:srgbClr val="000000"/>
              </a:buClr>
              <a:buSzTx/>
              <a:buFont typeface="Arial" pitchFamily="34" charset="0"/>
              <a:buNone/>
              <a:tabLst/>
              <a:defRPr/>
            </a:pPr>
            <a:fld id="{0BDC132A-5C91-4078-9777-31DA19A62E0A}" type="slidenum">
              <a:rPr kumimoji="0" lang="en-US" sz="900" b="0" i="0" u="none" strike="noStrike" kern="1200" cap="none" spc="0" normalizeH="0" baseline="0" noProof="0" smtClean="0">
                <a:ln>
                  <a:noFill/>
                </a:ln>
                <a:solidFill>
                  <a:srgbClr val="000000"/>
                </a:solidFill>
                <a:effectLst/>
                <a:uLnTx/>
                <a:uFillTx/>
                <a:latin typeface="72 Brand"/>
                <a:ea typeface="+mn-ea"/>
                <a:cs typeface="+mn-cs"/>
              </a:rPr>
              <a:pPr marL="0" marR="0" lvl="0" indent="0" algn="r" defTabSz="1088122" rtl="0" eaLnBrk="1" fontAlgn="auto" latinLnBrk="0" hangingPunct="1">
                <a:lnSpc>
                  <a:spcPct val="100000"/>
                </a:lnSpc>
                <a:spcBef>
                  <a:spcPts val="0"/>
                </a:spcBef>
                <a:spcAft>
                  <a:spcPts val="0"/>
                </a:spcAft>
                <a:buClr>
                  <a:srgbClr val="000000"/>
                </a:buClr>
                <a:buSzTx/>
                <a:buFont typeface="Arial" pitchFamily="34" charset="0"/>
                <a:buNone/>
                <a:tabLst/>
                <a:defRPr/>
              </a:pPr>
              <a:t>‹#›</a:t>
            </a:fld>
            <a:endParaRPr kumimoji="0" lang="en-US" sz="900" b="0" i="0" u="none" strike="noStrike" kern="1200" cap="none" spc="0" normalizeH="0" baseline="0" noProof="0">
              <a:ln>
                <a:noFill/>
              </a:ln>
              <a:solidFill>
                <a:srgbClr val="000000"/>
              </a:solidFill>
              <a:effectLst/>
              <a:uLnTx/>
              <a:uFillTx/>
              <a:latin typeface="72 Brand"/>
              <a:ea typeface="+mn-ea"/>
              <a:cs typeface="+mn-cs"/>
            </a:endParaRPr>
          </a:p>
        </p:txBody>
      </p:sp>
      <p:sp>
        <p:nvSpPr>
          <p:cNvPr id="132" name="Copyright Placeholder" descr="{&quot;templafy&quot;:{&quot;id&quot;:&quot;1770a287-8b05-4d17-8ad3-763d09b3ebed&quot;}}">
            <a:extLst>
              <a:ext uri="{FF2B5EF4-FFF2-40B4-BE49-F238E27FC236}">
                <a16:creationId xmlns:a16="http://schemas.microsoft.com/office/drawing/2014/main" id="{991A985F-FF00-18CD-A0DB-A894B8431EEA}"/>
              </a:ext>
            </a:extLst>
          </p:cNvPr>
          <p:cNvSpPr txBox="1">
            <a:spLocks/>
          </p:cNvSpPr>
          <p:nvPr userDrawn="1"/>
        </p:nvSpPr>
        <p:spPr>
          <a:xfrm>
            <a:off x="583533" y="6536751"/>
            <a:ext cx="10155600" cy="138498"/>
          </a:xfrm>
          <a:prstGeom prst="rect">
            <a:avLst/>
          </a:prstGeom>
        </p:spPr>
        <p:txBody>
          <a:bodyPr lIns="0" tIns="0" rIns="0" bIns="0" anchor="ctr" anchorCtr="0">
            <a:noAutofit/>
          </a:bodyPr>
          <a:lstStyle>
            <a:lvl1pPr marL="0" indent="0" algn="l" defTabSz="1088558" rtl="0" eaLnBrk="1" latinLnBrk="0" hangingPunct="1">
              <a:spcBef>
                <a:spcPts val="1800"/>
              </a:spcBef>
              <a:buClr>
                <a:schemeClr val="accent1"/>
              </a:buClr>
              <a:buSzPct val="80000"/>
              <a:buFontTx/>
              <a:buNone/>
              <a:defRPr sz="6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539892" indent="0" algn="l" defTabSz="1088558" rtl="0" eaLnBrk="1" latinLnBrk="0" hangingPunct="1">
              <a:spcBef>
                <a:spcPts val="100"/>
              </a:spcBef>
              <a:buClr>
                <a:schemeClr val="tx1"/>
              </a:buClr>
              <a:buSzPct val="100000"/>
              <a:buFont typeface="Symbol" panose="05050102010706020507" pitchFamily="18" charset="2"/>
              <a:buNone/>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Font typeface="Arial" panose="020B0604020202020204" pitchFamily="34" charset="0"/>
              <a:buNone/>
            </a:pPr>
            <a:r>
              <a:rPr lang="en-US" sz="600">
                <a:solidFill>
                  <a:srgbClr val="000000">
                    <a:alpha val="50000"/>
                  </a:srgbClr>
                </a:solidFill>
                <a:latin typeface="72 Brand" panose="020B0504030603020204" pitchFamily="34" charset="0"/>
              </a:rPr>
              <a:t> PUBLIC</a:t>
            </a:r>
            <a:endParaRPr lang="en-US" sz="600" b="0" i="0">
              <a:latin typeface="72 Brand" panose="020B0504030603020204" pitchFamily="34" charset="0"/>
            </a:endParaRPr>
          </a:p>
        </p:txBody>
      </p:sp>
    </p:spTree>
    <p:extLst>
      <p:ext uri="{BB962C8B-B14F-4D97-AF65-F5344CB8AC3E}">
        <p14:creationId xmlns:p14="http://schemas.microsoft.com/office/powerpoint/2010/main" val="1600557172"/>
      </p:ext>
    </p:extLst>
  </p:cSld>
  <p:clrMap bg1="lt1" tx1="dk1" bg2="lt2" tx2="dk2" accent1="accent1" accent2="accent2" accent3="accent3" accent4="accent4" accent5="accent5" accent6="accent6" hlink="hlink" folHlink="folHlink"/>
  <p:sldLayoutIdLst>
    <p:sldLayoutId id="2147484120" r:id="rId1"/>
    <p:sldLayoutId id="2147484121" r:id="rId2"/>
    <p:sldLayoutId id="2147484122" r:id="rId3"/>
    <p:sldLayoutId id="2147484123" r:id="rId4"/>
    <p:sldLayoutId id="2147484124" r:id="rId5"/>
    <p:sldLayoutId id="2147484125" r:id="rId6"/>
    <p:sldLayoutId id="2147484126" r:id="rId7"/>
    <p:sldLayoutId id="2147484127" r:id="rId8"/>
    <p:sldLayoutId id="2147484129" r:id="rId9"/>
    <p:sldLayoutId id="2147484130" r:id="rId10"/>
    <p:sldLayoutId id="2147484131" r:id="rId11"/>
    <p:sldLayoutId id="2147484132" r:id="rId12"/>
    <p:sldLayoutId id="2147484133" r:id="rId13"/>
    <p:sldLayoutId id="2147484134" r:id="rId14"/>
    <p:sldLayoutId id="2147484135" r:id="rId15"/>
    <p:sldLayoutId id="2147484136" r:id="rId16"/>
  </p:sldLayoutIdLst>
  <p:hf hdr="0" ftr="0" dt="0"/>
  <p:txStyles>
    <p:titleStyle>
      <a:lvl1pPr algn="l" defTabSz="1088231" rtl="0" eaLnBrk="1" latinLnBrk="0" hangingPunct="1">
        <a:spcBef>
          <a:spcPct val="0"/>
        </a:spcBef>
        <a:buNone/>
        <a:defRPr sz="2399" b="0" i="0" kern="1200" baseline="0">
          <a:solidFill>
            <a:srgbClr val="002A86"/>
          </a:solidFill>
          <a:latin typeface="72 Brand Medium" panose="020B0504030603020204" pitchFamily="34" charset="0"/>
          <a:ea typeface="+mj-ea"/>
          <a:cs typeface="+mj-cs"/>
        </a:defRPr>
      </a:lvl1pPr>
    </p:titleStyle>
    <p:bodyStyle>
      <a:lvl1pPr marL="0" indent="0" algn="l" defTabSz="1088231" rtl="0" eaLnBrk="1" latinLnBrk="0" hangingPunct="1">
        <a:spcBef>
          <a:spcPts val="1799"/>
        </a:spcBef>
        <a:buClrTx/>
        <a:buSzPct val="80000"/>
        <a:buFont typeface="72 Brand" panose="02000000000000000000" pitchFamily="2" charset="0"/>
        <a:buChar char="​"/>
        <a:defRPr sz="1999" b="0" i="0" kern="1200">
          <a:solidFill>
            <a:srgbClr val="002A86"/>
          </a:solidFill>
          <a:latin typeface="72 Brand Book" panose="020B0404030603020204" pitchFamily="34" charset="0"/>
          <a:ea typeface="+mn-ea"/>
          <a:cs typeface="+mn-cs"/>
        </a:defRPr>
      </a:lvl1pPr>
      <a:lvl2pPr marL="179910" indent="-179910" algn="l" defTabSz="1088231" rtl="0" eaLnBrk="1" latinLnBrk="0" hangingPunct="1">
        <a:spcBef>
          <a:spcPts val="600"/>
        </a:spcBef>
        <a:buClr>
          <a:schemeClr val="bg1">
            <a:lumMod val="85000"/>
          </a:schemeClr>
        </a:buClr>
        <a:buSzPct val="100000"/>
        <a:buFont typeface="Arial" panose="020B0604020202020204" pitchFamily="34" charset="0"/>
        <a:buChar char="•"/>
        <a:defRPr sz="1799" b="0" i="0" kern="1200">
          <a:solidFill>
            <a:srgbClr val="002A86"/>
          </a:solidFill>
          <a:latin typeface="72 Brand Book" panose="020B0404030603020204" pitchFamily="34" charset="0"/>
          <a:ea typeface="+mn-ea"/>
          <a:cs typeface="+mn-cs"/>
        </a:defRPr>
      </a:lvl2pPr>
      <a:lvl3pPr marL="358667" indent="-179334" algn="l" defTabSz="1088231" rtl="0" eaLnBrk="1" latinLnBrk="0" hangingPunct="1">
        <a:spcBef>
          <a:spcPts val="300"/>
        </a:spcBef>
        <a:buClr>
          <a:schemeClr val="bg1">
            <a:lumMod val="85000"/>
          </a:schemeClr>
        </a:buClr>
        <a:buSzPct val="100000"/>
        <a:buFont typeface="Arial" panose="020B0604020202020204" pitchFamily="34" charset="0"/>
        <a:buChar char="•"/>
        <a:defRPr lang="en-US" sz="1799" b="0" i="0" kern="1200" noProof="0" dirty="0" smtClean="0">
          <a:solidFill>
            <a:srgbClr val="002A86"/>
          </a:solidFill>
          <a:latin typeface="72 Brand Book" panose="020B0404030603020204" pitchFamily="34" charset="0"/>
          <a:ea typeface="+mn-ea"/>
          <a:cs typeface="+mn-cs"/>
        </a:defRPr>
      </a:lvl3pPr>
      <a:lvl4pPr marL="539730" indent="-179910" algn="l" defTabSz="1088231" rtl="0" eaLnBrk="1" latinLnBrk="0" hangingPunct="1">
        <a:spcBef>
          <a:spcPts val="300"/>
        </a:spcBef>
        <a:buClr>
          <a:schemeClr val="bg1">
            <a:lumMod val="85000"/>
          </a:schemeClr>
        </a:buClr>
        <a:buSzPct val="80000"/>
        <a:buFont typeface="Arial" panose="020B0604020202020204" pitchFamily="34" charset="0"/>
        <a:buChar char="•"/>
        <a:defRPr sz="1600" b="0" i="0" kern="1200">
          <a:solidFill>
            <a:srgbClr val="002A86"/>
          </a:solidFill>
          <a:latin typeface="72 Brand Book" panose="020B0404030603020204" pitchFamily="34" charset="0"/>
          <a:ea typeface="+mn-ea"/>
          <a:cs typeface="+mn-cs"/>
        </a:defRPr>
      </a:lvl4pPr>
      <a:lvl5pPr marL="719640" indent="-179910" algn="l" defTabSz="1088231" rtl="0" eaLnBrk="1" latinLnBrk="0" hangingPunct="1">
        <a:spcBef>
          <a:spcPts val="100"/>
        </a:spcBef>
        <a:buClr>
          <a:schemeClr val="bg1">
            <a:lumMod val="85000"/>
          </a:schemeClr>
        </a:buClr>
        <a:buSzPct val="100000"/>
        <a:buFont typeface="Arial" panose="020B0604020202020204" pitchFamily="34" charset="0"/>
        <a:buChar char="•"/>
        <a:defRPr sz="1400" b="0" i="0" kern="1200" baseline="0">
          <a:solidFill>
            <a:srgbClr val="002A86"/>
          </a:solidFill>
          <a:latin typeface="72 Brand Book" panose="020B0404030603020204" pitchFamily="34" charset="0"/>
          <a:ea typeface="+mn-ea"/>
          <a:cs typeface="+mn-cs"/>
        </a:defRPr>
      </a:lvl5pPr>
      <a:lvl6pPr marL="2992637" indent="-272058" algn="l" defTabSz="1088231" rtl="0" eaLnBrk="1" latinLnBrk="0" hangingPunct="1">
        <a:spcBef>
          <a:spcPct val="20000"/>
        </a:spcBef>
        <a:buFont typeface="Arial" pitchFamily="34" charset="0"/>
        <a:buChar char="•"/>
        <a:defRPr sz="2399" kern="1200">
          <a:solidFill>
            <a:schemeClr val="tx1"/>
          </a:solidFill>
          <a:latin typeface="+mn-lt"/>
          <a:ea typeface="+mn-ea"/>
          <a:cs typeface="+mn-cs"/>
        </a:defRPr>
      </a:lvl6pPr>
      <a:lvl7pPr marL="3536753" indent="-272058" algn="l" defTabSz="1088231" rtl="0" eaLnBrk="1" latinLnBrk="0" hangingPunct="1">
        <a:spcBef>
          <a:spcPct val="20000"/>
        </a:spcBef>
        <a:buFont typeface="Arial" pitchFamily="34" charset="0"/>
        <a:buChar char="•"/>
        <a:defRPr sz="2399" kern="1200">
          <a:solidFill>
            <a:schemeClr val="tx1"/>
          </a:solidFill>
          <a:latin typeface="+mn-lt"/>
          <a:ea typeface="+mn-ea"/>
          <a:cs typeface="+mn-cs"/>
        </a:defRPr>
      </a:lvl7pPr>
      <a:lvl8pPr marL="4080868" indent="-272058" algn="l" defTabSz="1088231" rtl="0" eaLnBrk="1" latinLnBrk="0" hangingPunct="1">
        <a:spcBef>
          <a:spcPct val="20000"/>
        </a:spcBef>
        <a:buFont typeface="Arial" pitchFamily="34" charset="0"/>
        <a:buChar char="•"/>
        <a:defRPr sz="2399" kern="1200">
          <a:solidFill>
            <a:schemeClr val="tx1"/>
          </a:solidFill>
          <a:latin typeface="+mn-lt"/>
          <a:ea typeface="+mn-ea"/>
          <a:cs typeface="+mn-cs"/>
        </a:defRPr>
      </a:lvl8pPr>
      <a:lvl9pPr marL="4624985" indent="-272058" algn="l" defTabSz="1088231" rtl="0" eaLnBrk="1" latinLnBrk="0" hangingPunct="1">
        <a:spcBef>
          <a:spcPct val="20000"/>
        </a:spcBef>
        <a:buFont typeface="Arial" pitchFamily="34" charset="0"/>
        <a:buChar char="•"/>
        <a:defRPr sz="2399" kern="1200">
          <a:solidFill>
            <a:schemeClr val="tx1"/>
          </a:solidFill>
          <a:latin typeface="+mn-lt"/>
          <a:ea typeface="+mn-ea"/>
          <a:cs typeface="+mn-cs"/>
        </a:defRPr>
      </a:lvl9pPr>
    </p:bodyStyle>
    <p:otherStyle>
      <a:defPPr>
        <a:defRPr lang="de-DE"/>
      </a:defPPr>
      <a:lvl1pPr marL="0" algn="l" defTabSz="1088231" rtl="0" eaLnBrk="1" latinLnBrk="0" hangingPunct="1">
        <a:defRPr sz="2099" kern="1200">
          <a:solidFill>
            <a:schemeClr val="tx1"/>
          </a:solidFill>
          <a:latin typeface="+mn-lt"/>
          <a:ea typeface="+mn-ea"/>
          <a:cs typeface="+mn-cs"/>
        </a:defRPr>
      </a:lvl1pPr>
      <a:lvl2pPr marL="544116" algn="l" defTabSz="1088231" rtl="0" eaLnBrk="1" latinLnBrk="0" hangingPunct="1">
        <a:defRPr sz="2099" kern="1200">
          <a:solidFill>
            <a:schemeClr val="tx1"/>
          </a:solidFill>
          <a:latin typeface="+mn-lt"/>
          <a:ea typeface="+mn-ea"/>
          <a:cs typeface="+mn-cs"/>
        </a:defRPr>
      </a:lvl2pPr>
      <a:lvl3pPr marL="1088231" algn="l" defTabSz="1088231" rtl="0" eaLnBrk="1" latinLnBrk="0" hangingPunct="1">
        <a:defRPr sz="2099" kern="1200">
          <a:solidFill>
            <a:schemeClr val="tx1"/>
          </a:solidFill>
          <a:latin typeface="+mn-lt"/>
          <a:ea typeface="+mn-ea"/>
          <a:cs typeface="+mn-cs"/>
        </a:defRPr>
      </a:lvl3pPr>
      <a:lvl4pPr marL="1632347" algn="l" defTabSz="1088231" rtl="0" eaLnBrk="1" latinLnBrk="0" hangingPunct="1">
        <a:defRPr sz="2099" kern="1200">
          <a:solidFill>
            <a:schemeClr val="tx1"/>
          </a:solidFill>
          <a:latin typeface="+mn-lt"/>
          <a:ea typeface="+mn-ea"/>
          <a:cs typeface="+mn-cs"/>
        </a:defRPr>
      </a:lvl4pPr>
      <a:lvl5pPr marL="2176463" algn="l" defTabSz="1088231" rtl="0" eaLnBrk="1" latinLnBrk="0" hangingPunct="1">
        <a:defRPr sz="2099" kern="1200">
          <a:solidFill>
            <a:schemeClr val="tx1"/>
          </a:solidFill>
          <a:latin typeface="+mn-lt"/>
          <a:ea typeface="+mn-ea"/>
          <a:cs typeface="+mn-cs"/>
        </a:defRPr>
      </a:lvl5pPr>
      <a:lvl6pPr marL="2720580" algn="l" defTabSz="1088231" rtl="0" eaLnBrk="1" latinLnBrk="0" hangingPunct="1">
        <a:defRPr sz="2099" kern="1200">
          <a:solidFill>
            <a:schemeClr val="tx1"/>
          </a:solidFill>
          <a:latin typeface="+mn-lt"/>
          <a:ea typeface="+mn-ea"/>
          <a:cs typeface="+mn-cs"/>
        </a:defRPr>
      </a:lvl6pPr>
      <a:lvl7pPr marL="3264695" algn="l" defTabSz="1088231" rtl="0" eaLnBrk="1" latinLnBrk="0" hangingPunct="1">
        <a:defRPr sz="2099" kern="1200">
          <a:solidFill>
            <a:schemeClr val="tx1"/>
          </a:solidFill>
          <a:latin typeface="+mn-lt"/>
          <a:ea typeface="+mn-ea"/>
          <a:cs typeface="+mn-cs"/>
        </a:defRPr>
      </a:lvl7pPr>
      <a:lvl8pPr marL="3808811" algn="l" defTabSz="1088231" rtl="0" eaLnBrk="1" latinLnBrk="0" hangingPunct="1">
        <a:defRPr sz="2099" kern="1200">
          <a:solidFill>
            <a:schemeClr val="tx1"/>
          </a:solidFill>
          <a:latin typeface="+mn-lt"/>
          <a:ea typeface="+mn-ea"/>
          <a:cs typeface="+mn-cs"/>
        </a:defRPr>
      </a:lvl8pPr>
      <a:lvl9pPr marL="4352927" algn="l" defTabSz="1088231" rtl="0" eaLnBrk="1" latinLnBrk="0" hangingPunct="1">
        <a:defRPr sz="20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DE53C"/>
          </p15:clr>
        </p15:guide>
        <p15:guide id="2" pos="361">
          <p15:clr>
            <a:srgbClr val="F26B43"/>
          </p15:clr>
        </p15:guide>
        <p15:guide id="3" pos="7321">
          <p15:clr>
            <a:srgbClr val="F26B43"/>
          </p15:clr>
        </p15:guide>
        <p15:guide id="4" orient="horz" pos="364">
          <p15:clr>
            <a:srgbClr val="F26B43"/>
          </p15:clr>
        </p15:guide>
        <p15:guide id="5" orient="horz" pos="3958">
          <p15:clr>
            <a:srgbClr val="F26B43"/>
          </p15:clr>
        </p15:guide>
        <p15:guide id="6" orient="horz" pos="4138">
          <p15:clr>
            <a:srgbClr val="F26B43"/>
          </p15:clr>
        </p15:guide>
        <p15:guide id="7" pos="176">
          <p15:clr>
            <a:srgbClr val="F26B43"/>
          </p15:clr>
        </p15:guide>
        <p15:guide id="8" pos="7500">
          <p15:clr>
            <a:srgbClr val="F26B43"/>
          </p15:clr>
        </p15:guide>
        <p15:guide id="9" orient="horz" pos="180">
          <p15:clr>
            <a:srgbClr val="F26B43"/>
          </p15:clr>
        </p15:guide>
        <p15:guide id="10" pos="3841">
          <p15:clr>
            <a:srgbClr val="FDE53C"/>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4" name="Slide number"/>
          <p:cNvSpPr txBox="1"/>
          <p:nvPr userDrawn="1"/>
        </p:nvSpPr>
        <p:spPr bwMode="black">
          <a:xfrm>
            <a:off x="11472469" y="6536751"/>
            <a:ext cx="218008"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72 Brand" panose="020B0504030603020204" pitchFamily="34" charset="0"/>
              </a:rPr>
              <a:pPr marL="0" lvl="0" indent="0" algn="r">
                <a:buNone/>
              </a:pPr>
              <a:t>‹#›</a:t>
            </a:fld>
            <a:endParaRPr lang="en-US" sz="900" b="0" i="0" noProof="0">
              <a:latin typeface="72 Brand" panose="020B0504030603020204" pitchFamily="34" charset="0"/>
            </a:endParaRPr>
          </a:p>
        </p:txBody>
      </p:sp>
      <p:sp>
        <p:nvSpPr>
          <p:cNvPr id="3" name="Text Placeholder"/>
          <p:cNvSpPr>
            <a:spLocks noGrp="1"/>
          </p:cNvSpPr>
          <p:nvPr userDrawn="1">
            <p:ph type="body" idx="1"/>
          </p:nvPr>
        </p:nvSpPr>
        <p:spPr bwMode="black">
          <a:xfrm>
            <a:off x="504001" y="1548560"/>
            <a:ext cx="11186476" cy="4436315"/>
          </a:xfrm>
          <a:prstGeom prst="rect">
            <a:avLst/>
          </a:prstGeom>
        </p:spPr>
        <p:txBody>
          <a:bodyPr vert="horz" lIns="0" tIns="0" rIns="0" bIns="0" rtlCol="0">
            <a:noAutofit/>
          </a:bodyPr>
          <a:lstStyle/>
          <a:p>
            <a:pPr lvl="0"/>
            <a:r>
              <a:rPr lang="en-US"/>
              <a:t>Start typing to add text</a:t>
            </a:r>
          </a:p>
          <a:p>
            <a:pPr lvl="1"/>
            <a:r>
              <a:rPr lang="en-US"/>
              <a:t>Level 2</a:t>
            </a:r>
          </a:p>
          <a:p>
            <a:pPr lvl="2"/>
            <a:r>
              <a:rPr lang="en-US"/>
              <a:t>Level 3</a:t>
            </a:r>
          </a:p>
          <a:p>
            <a:pPr lvl="3"/>
            <a:r>
              <a:rPr lang="en-US"/>
              <a:t>Level 4</a:t>
            </a:r>
          </a:p>
        </p:txBody>
      </p:sp>
      <p:sp>
        <p:nvSpPr>
          <p:cNvPr id="2" name="Title Placeholder"/>
          <p:cNvSpPr>
            <a:spLocks noGrp="1"/>
          </p:cNvSpPr>
          <p:nvPr userDrawn="1">
            <p:ph type="title"/>
          </p:nvPr>
        </p:nvSpPr>
        <p:spPr bwMode="black">
          <a:xfrm>
            <a:off x="504001" y="504000"/>
            <a:ext cx="11183174" cy="369332"/>
          </a:xfrm>
          <a:prstGeom prst="rect">
            <a:avLst/>
          </a:prstGeom>
        </p:spPr>
        <p:txBody>
          <a:bodyPr vert="horz" wrap="square" lIns="0" tIns="0" rIns="0" bIns="0" rtlCol="0" anchor="t" anchorCtr="0">
            <a:spAutoFit/>
          </a:bodyPr>
          <a:lstStyle/>
          <a:p>
            <a:r>
              <a:rPr lang="en-US" noProof="0"/>
              <a:t>Insert page title (sentence case)</a:t>
            </a:r>
          </a:p>
        </p:txBody>
      </p:sp>
      <p:grpSp>
        <p:nvGrpSpPr>
          <p:cNvPr id="6" name="Harvey 3" hidden="1">
            <a:extLst>
              <a:ext uri="{FF2B5EF4-FFF2-40B4-BE49-F238E27FC236}">
                <a16:creationId xmlns:a16="http://schemas.microsoft.com/office/drawing/2014/main" id="{B3E7C216-6801-4AB8-8D95-E7D60F39B210}"/>
              </a:ext>
            </a:extLst>
          </p:cNvPr>
          <p:cNvGrpSpPr>
            <a:grpSpLocks/>
          </p:cNvGrpSpPr>
          <p:nvPr userDrawn="1">
            <p:custDataLst>
              <p:tags r:id="rId30"/>
            </p:custDataLst>
          </p:nvPr>
        </p:nvGrpSpPr>
        <p:grpSpPr>
          <a:xfrm>
            <a:off x="3938798" y="3978000"/>
            <a:ext cx="1024878" cy="1024878"/>
            <a:chOff x="0" y="0"/>
            <a:chExt cx="914400" cy="914400"/>
          </a:xfrm>
          <a:solidFill>
            <a:schemeClr val="tx2"/>
          </a:solidFill>
        </p:grpSpPr>
        <p:sp>
          <p:nvSpPr>
            <p:cNvPr id="7" name="Harvey 0/3 [0]">
              <a:extLst>
                <a:ext uri="{FF2B5EF4-FFF2-40B4-BE49-F238E27FC236}">
                  <a16:creationId xmlns:a16="http://schemas.microsoft.com/office/drawing/2014/main" id="{FC8CECD5-A3FB-4DD5-A846-DC09FDB6EB04}"/>
                </a:ext>
              </a:extLst>
            </p:cNvPr>
            <p:cNvSpPr>
              <a:spLocks noChangeAspect="1"/>
            </p:cNvSpPr>
            <p:nvPr>
              <p:custDataLst>
                <p:tags r:id="rId149"/>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8" name="Harvey 1/3 [1]">
              <a:extLst>
                <a:ext uri="{FF2B5EF4-FFF2-40B4-BE49-F238E27FC236}">
                  <a16:creationId xmlns:a16="http://schemas.microsoft.com/office/drawing/2014/main" id="{750B853B-8389-4427-AFB9-1CE880FE9BEE}"/>
                </a:ext>
              </a:extLst>
            </p:cNvPr>
            <p:cNvSpPr>
              <a:spLocks noChangeAspect="1"/>
            </p:cNvSpPr>
            <p:nvPr>
              <p:custDataLst>
                <p:tags r:id="rId150"/>
              </p:custDataLst>
            </p:nvPr>
          </p:nvSpPr>
          <p:spPr>
            <a:xfrm>
              <a:off x="0" y="0"/>
              <a:ext cx="914400" cy="914400"/>
            </a:xfrm>
            <a:custGeom>
              <a:avLst/>
              <a:gdLst/>
              <a:ahLst/>
              <a:cxnLst/>
              <a:rect l="l" t="t" r="r" b="b"/>
              <a:pathLst>
                <a:path w="635000" h="635000">
                  <a:moveTo>
                    <a:pt x="317500" y="0"/>
                  </a:moveTo>
                  <a:arcTo wR="317500" hR="317500" stAng="16200000" swAng="7200000"/>
                  <a:lnTo>
                    <a:pt x="317500" y="317500"/>
                  </a:lnTo>
                  <a:close/>
                </a:path>
                <a:path w="635000" h="635000" fill="none">
                  <a:moveTo>
                    <a:pt x="592463" y="476249"/>
                  </a:moveTo>
                  <a:arcTo wR="317500" hR="317500" stAng="1800000" swAng="144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9" name="Harvey 2/3 [2]">
              <a:extLst>
                <a:ext uri="{FF2B5EF4-FFF2-40B4-BE49-F238E27FC236}">
                  <a16:creationId xmlns:a16="http://schemas.microsoft.com/office/drawing/2014/main" id="{0CA9A207-7055-4A72-8ED2-D82605C3D0C8}"/>
                </a:ext>
              </a:extLst>
            </p:cNvPr>
            <p:cNvSpPr>
              <a:spLocks noChangeAspect="1"/>
            </p:cNvSpPr>
            <p:nvPr>
              <p:custDataLst>
                <p:tags r:id="rId151"/>
              </p:custDataLst>
            </p:nvPr>
          </p:nvSpPr>
          <p:spPr>
            <a:xfrm>
              <a:off x="0" y="0"/>
              <a:ext cx="914400" cy="914400"/>
            </a:xfrm>
            <a:custGeom>
              <a:avLst/>
              <a:gdLst/>
              <a:ahLst/>
              <a:cxnLst/>
              <a:rect l="l" t="t" r="r" b="b"/>
              <a:pathLst>
                <a:path w="635000" h="635000">
                  <a:moveTo>
                    <a:pt x="317500" y="0"/>
                  </a:moveTo>
                  <a:arcTo wR="317500" hR="317500" stAng="16200000" swAng="14400000"/>
                  <a:lnTo>
                    <a:pt x="317500" y="317500"/>
                  </a:lnTo>
                  <a:close/>
                </a:path>
                <a:path w="635000" h="635000" fill="none">
                  <a:moveTo>
                    <a:pt x="42536" y="476250"/>
                  </a:moveTo>
                  <a:arcTo wR="317500" hR="317500" stAng="9000000" swAng="72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10" name="Harvey 3/3 [3]">
              <a:extLst>
                <a:ext uri="{FF2B5EF4-FFF2-40B4-BE49-F238E27FC236}">
                  <a16:creationId xmlns:a16="http://schemas.microsoft.com/office/drawing/2014/main" id="{4422C816-875A-41F5-9DC0-8DBAE4C5C6CB}"/>
                </a:ext>
              </a:extLst>
            </p:cNvPr>
            <p:cNvSpPr>
              <a:spLocks noChangeAspect="1"/>
            </p:cNvSpPr>
            <p:nvPr>
              <p:custDataLst>
                <p:tags r:id="rId152"/>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grpSp>
      <p:grpSp>
        <p:nvGrpSpPr>
          <p:cNvPr id="11" name="Harvey 4" hidden="1">
            <a:extLst>
              <a:ext uri="{FF2B5EF4-FFF2-40B4-BE49-F238E27FC236}">
                <a16:creationId xmlns:a16="http://schemas.microsoft.com/office/drawing/2014/main" id="{DDC5C333-7028-4F79-8940-98DC17723588}"/>
              </a:ext>
            </a:extLst>
          </p:cNvPr>
          <p:cNvGrpSpPr>
            <a:grpSpLocks/>
          </p:cNvGrpSpPr>
          <p:nvPr userDrawn="1">
            <p:custDataLst>
              <p:tags r:id="rId31"/>
            </p:custDataLst>
          </p:nvPr>
        </p:nvGrpSpPr>
        <p:grpSpPr>
          <a:xfrm>
            <a:off x="5391506" y="3978000"/>
            <a:ext cx="1024878" cy="1024878"/>
            <a:chOff x="0" y="0"/>
            <a:chExt cx="914400" cy="914400"/>
          </a:xfrm>
          <a:solidFill>
            <a:schemeClr val="tx2"/>
          </a:solidFill>
        </p:grpSpPr>
        <p:sp>
          <p:nvSpPr>
            <p:cNvPr id="13" name="Harvey 0/4 [0]">
              <a:extLst>
                <a:ext uri="{FF2B5EF4-FFF2-40B4-BE49-F238E27FC236}">
                  <a16:creationId xmlns:a16="http://schemas.microsoft.com/office/drawing/2014/main" id="{70B331E2-39A8-4BAF-8DDD-C631B51EB56E}"/>
                </a:ext>
              </a:extLst>
            </p:cNvPr>
            <p:cNvSpPr>
              <a:spLocks noChangeAspect="1"/>
            </p:cNvSpPr>
            <p:nvPr>
              <p:custDataLst>
                <p:tags r:id="rId144"/>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14" name="Harvey 1/4 [1]">
              <a:extLst>
                <a:ext uri="{FF2B5EF4-FFF2-40B4-BE49-F238E27FC236}">
                  <a16:creationId xmlns:a16="http://schemas.microsoft.com/office/drawing/2014/main" id="{47F66FBA-2801-4875-BD13-0BF512FC3C6A}"/>
                </a:ext>
              </a:extLst>
            </p:cNvPr>
            <p:cNvSpPr>
              <a:spLocks noChangeAspect="1"/>
            </p:cNvSpPr>
            <p:nvPr>
              <p:custDataLst>
                <p:tags r:id="rId145"/>
              </p:custDataLst>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15" name="Harvey 2/4 [2]">
              <a:extLst>
                <a:ext uri="{FF2B5EF4-FFF2-40B4-BE49-F238E27FC236}">
                  <a16:creationId xmlns:a16="http://schemas.microsoft.com/office/drawing/2014/main" id="{99673DAB-5272-45DC-B222-CA8CAA9FD2BB}"/>
                </a:ext>
              </a:extLst>
            </p:cNvPr>
            <p:cNvSpPr>
              <a:spLocks noChangeAspect="1"/>
            </p:cNvSpPr>
            <p:nvPr>
              <p:custDataLst>
                <p:tags r:id="rId146"/>
              </p:custDataLst>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16" name="Harvey 3/4 [3]">
              <a:extLst>
                <a:ext uri="{FF2B5EF4-FFF2-40B4-BE49-F238E27FC236}">
                  <a16:creationId xmlns:a16="http://schemas.microsoft.com/office/drawing/2014/main" id="{F9B9444B-C98D-45FC-BA92-881D06827328}"/>
                </a:ext>
              </a:extLst>
            </p:cNvPr>
            <p:cNvSpPr>
              <a:spLocks noChangeAspect="1"/>
            </p:cNvSpPr>
            <p:nvPr>
              <p:custDataLst>
                <p:tags r:id="rId147"/>
              </p:custDataLst>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17" name="Harvey 4/4 [4]">
              <a:extLst>
                <a:ext uri="{FF2B5EF4-FFF2-40B4-BE49-F238E27FC236}">
                  <a16:creationId xmlns:a16="http://schemas.microsoft.com/office/drawing/2014/main" id="{5FFB853D-F550-4F16-8269-A070A19E381C}"/>
                </a:ext>
              </a:extLst>
            </p:cNvPr>
            <p:cNvSpPr>
              <a:spLocks noChangeAspect="1"/>
            </p:cNvSpPr>
            <p:nvPr>
              <p:custDataLst>
                <p:tags r:id="rId148"/>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grpSp>
      <p:grpSp>
        <p:nvGrpSpPr>
          <p:cNvPr id="18" name="Harvey 8" hidden="1">
            <a:extLst>
              <a:ext uri="{FF2B5EF4-FFF2-40B4-BE49-F238E27FC236}">
                <a16:creationId xmlns:a16="http://schemas.microsoft.com/office/drawing/2014/main" id="{0630AB66-7B5F-41CE-A2EB-2EB4C67794AE}"/>
              </a:ext>
            </a:extLst>
          </p:cNvPr>
          <p:cNvGrpSpPr>
            <a:grpSpLocks/>
          </p:cNvGrpSpPr>
          <p:nvPr userDrawn="1">
            <p:custDataLst>
              <p:tags r:id="rId32"/>
            </p:custDataLst>
          </p:nvPr>
        </p:nvGrpSpPr>
        <p:grpSpPr>
          <a:xfrm>
            <a:off x="6844214" y="3978000"/>
            <a:ext cx="1024878" cy="1024878"/>
            <a:chOff x="0" y="0"/>
            <a:chExt cx="914400" cy="914400"/>
          </a:xfrm>
          <a:solidFill>
            <a:schemeClr val="tx2"/>
          </a:solidFill>
        </p:grpSpPr>
        <p:sp>
          <p:nvSpPr>
            <p:cNvPr id="19" name="Harvey 0/8 [0]">
              <a:extLst>
                <a:ext uri="{FF2B5EF4-FFF2-40B4-BE49-F238E27FC236}">
                  <a16:creationId xmlns:a16="http://schemas.microsoft.com/office/drawing/2014/main" id="{051D5678-1EFE-40CF-8563-B5E9EA35A271}"/>
                </a:ext>
              </a:extLst>
            </p:cNvPr>
            <p:cNvSpPr>
              <a:spLocks noChangeAspect="1"/>
            </p:cNvSpPr>
            <p:nvPr>
              <p:custDataLst>
                <p:tags r:id="rId135"/>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0" name="Harvey 1/8 [1]">
              <a:extLst>
                <a:ext uri="{FF2B5EF4-FFF2-40B4-BE49-F238E27FC236}">
                  <a16:creationId xmlns:a16="http://schemas.microsoft.com/office/drawing/2014/main" id="{E5DDEB4B-B8B3-42DA-AF30-4FD0A1770D91}"/>
                </a:ext>
              </a:extLst>
            </p:cNvPr>
            <p:cNvSpPr>
              <a:spLocks noChangeAspect="1"/>
            </p:cNvSpPr>
            <p:nvPr>
              <p:custDataLst>
                <p:tags r:id="rId136"/>
              </p:custDataLst>
            </p:nvPr>
          </p:nvSpPr>
          <p:spPr>
            <a:xfrm>
              <a:off x="0" y="0"/>
              <a:ext cx="914400" cy="914400"/>
            </a:xfrm>
            <a:custGeom>
              <a:avLst/>
              <a:gdLst/>
              <a:ahLst/>
              <a:cxnLst/>
              <a:rect l="l" t="t" r="r" b="b"/>
              <a:pathLst>
                <a:path w="635000" h="635000">
                  <a:moveTo>
                    <a:pt x="317500" y="0"/>
                  </a:moveTo>
                  <a:arcTo wR="317500" hR="317500" stAng="16200000" swAng="2700000"/>
                  <a:lnTo>
                    <a:pt x="317500" y="317500"/>
                  </a:lnTo>
                  <a:close/>
                </a:path>
                <a:path w="635000" h="635000" fill="none">
                  <a:moveTo>
                    <a:pt x="542006" y="92993"/>
                  </a:moveTo>
                  <a:arcTo wR="317500" hR="317500" stAng="-2700000" swAng="189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1" name="Harvey 2/8 [2]">
              <a:extLst>
                <a:ext uri="{FF2B5EF4-FFF2-40B4-BE49-F238E27FC236}">
                  <a16:creationId xmlns:a16="http://schemas.microsoft.com/office/drawing/2014/main" id="{FB9200C4-0418-4CEF-BBB8-18F997AD7CA8}"/>
                </a:ext>
              </a:extLst>
            </p:cNvPr>
            <p:cNvSpPr>
              <a:spLocks noChangeAspect="1"/>
            </p:cNvSpPr>
            <p:nvPr>
              <p:custDataLst>
                <p:tags r:id="rId137"/>
              </p:custDataLst>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2" name="Harvey 3/8 [3]">
              <a:extLst>
                <a:ext uri="{FF2B5EF4-FFF2-40B4-BE49-F238E27FC236}">
                  <a16:creationId xmlns:a16="http://schemas.microsoft.com/office/drawing/2014/main" id="{8E4DE7E8-0809-4E2E-BE6A-E989A6AEBF62}"/>
                </a:ext>
              </a:extLst>
            </p:cNvPr>
            <p:cNvSpPr>
              <a:spLocks noChangeAspect="1"/>
            </p:cNvSpPr>
            <p:nvPr>
              <p:custDataLst>
                <p:tags r:id="rId138"/>
              </p:custDataLst>
            </p:nvPr>
          </p:nvSpPr>
          <p:spPr>
            <a:xfrm>
              <a:off x="0" y="0"/>
              <a:ext cx="914400" cy="914400"/>
            </a:xfrm>
            <a:custGeom>
              <a:avLst/>
              <a:gdLst/>
              <a:ahLst/>
              <a:cxnLst/>
              <a:rect l="l" t="t" r="r" b="b"/>
              <a:pathLst>
                <a:path w="635000" h="635000">
                  <a:moveTo>
                    <a:pt x="317500" y="0"/>
                  </a:moveTo>
                  <a:arcTo wR="317500" hR="317500" stAng="16200000" swAng="8100000"/>
                  <a:lnTo>
                    <a:pt x="317500" y="317500"/>
                  </a:lnTo>
                  <a:close/>
                </a:path>
                <a:path w="635000" h="635000" fill="none">
                  <a:moveTo>
                    <a:pt x="542006" y="542006"/>
                  </a:moveTo>
                  <a:arcTo wR="317500" hR="317500" stAng="2700000" swAng="135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3" name="Harvey 4/8 [4]">
              <a:extLst>
                <a:ext uri="{FF2B5EF4-FFF2-40B4-BE49-F238E27FC236}">
                  <a16:creationId xmlns:a16="http://schemas.microsoft.com/office/drawing/2014/main" id="{F839E6A9-0DED-402B-8F4C-2176769B55CD}"/>
                </a:ext>
              </a:extLst>
            </p:cNvPr>
            <p:cNvSpPr>
              <a:spLocks noChangeAspect="1"/>
            </p:cNvSpPr>
            <p:nvPr>
              <p:custDataLst>
                <p:tags r:id="rId139"/>
              </p:custDataLst>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4" name="Harvey 5/8 [5]">
              <a:extLst>
                <a:ext uri="{FF2B5EF4-FFF2-40B4-BE49-F238E27FC236}">
                  <a16:creationId xmlns:a16="http://schemas.microsoft.com/office/drawing/2014/main" id="{C3EE8663-AD08-4237-8344-6543EC4B688C}"/>
                </a:ext>
              </a:extLst>
            </p:cNvPr>
            <p:cNvSpPr>
              <a:spLocks noChangeAspect="1"/>
            </p:cNvSpPr>
            <p:nvPr>
              <p:custDataLst>
                <p:tags r:id="rId140"/>
              </p:custDataLst>
            </p:nvPr>
          </p:nvSpPr>
          <p:spPr>
            <a:xfrm>
              <a:off x="0" y="0"/>
              <a:ext cx="914400" cy="914400"/>
            </a:xfrm>
            <a:custGeom>
              <a:avLst/>
              <a:gdLst/>
              <a:ahLst/>
              <a:cxnLst/>
              <a:rect l="l" t="t" r="r" b="b"/>
              <a:pathLst>
                <a:path w="635000" h="635000">
                  <a:moveTo>
                    <a:pt x="317500" y="0"/>
                  </a:moveTo>
                  <a:arcTo wR="317500" hR="317500" stAng="16200000" swAng="13500000"/>
                  <a:lnTo>
                    <a:pt x="317500" y="317500"/>
                  </a:lnTo>
                  <a:close/>
                </a:path>
                <a:path w="635000" h="635000" fill="none">
                  <a:moveTo>
                    <a:pt x="92993" y="542006"/>
                  </a:moveTo>
                  <a:arcTo wR="317500" hR="317500" stAng="8100000" swAng="81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5" name="Harvey 6/8 [6]">
              <a:extLst>
                <a:ext uri="{FF2B5EF4-FFF2-40B4-BE49-F238E27FC236}">
                  <a16:creationId xmlns:a16="http://schemas.microsoft.com/office/drawing/2014/main" id="{ADE6F931-D156-4E59-A3ED-0B14B5F0EF7E}"/>
                </a:ext>
              </a:extLst>
            </p:cNvPr>
            <p:cNvSpPr>
              <a:spLocks noChangeAspect="1"/>
            </p:cNvSpPr>
            <p:nvPr>
              <p:custDataLst>
                <p:tags r:id="rId141"/>
              </p:custDataLst>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6" name="Harvey 7/8 [7]">
              <a:extLst>
                <a:ext uri="{FF2B5EF4-FFF2-40B4-BE49-F238E27FC236}">
                  <a16:creationId xmlns:a16="http://schemas.microsoft.com/office/drawing/2014/main" id="{A36821AE-2FF1-4F6E-AAF3-1BEA6AE153B8}"/>
                </a:ext>
              </a:extLst>
            </p:cNvPr>
            <p:cNvSpPr>
              <a:spLocks noChangeAspect="1"/>
            </p:cNvSpPr>
            <p:nvPr>
              <p:custDataLst>
                <p:tags r:id="rId142"/>
              </p:custDataLst>
            </p:nvPr>
          </p:nvSpPr>
          <p:spPr>
            <a:xfrm>
              <a:off x="0" y="0"/>
              <a:ext cx="914400" cy="914400"/>
            </a:xfrm>
            <a:custGeom>
              <a:avLst/>
              <a:gdLst/>
              <a:ahLst/>
              <a:cxnLst/>
              <a:rect l="l" t="t" r="r" b="b"/>
              <a:pathLst>
                <a:path w="635000" h="635000">
                  <a:moveTo>
                    <a:pt x="317500" y="0"/>
                  </a:moveTo>
                  <a:arcTo wR="317500" hR="317500" stAng="16200000" swAng="18900000"/>
                  <a:lnTo>
                    <a:pt x="317500" y="317500"/>
                  </a:lnTo>
                  <a:close/>
                </a:path>
                <a:path w="635000" h="635000" fill="none">
                  <a:moveTo>
                    <a:pt x="92993" y="92993"/>
                  </a:moveTo>
                  <a:arcTo wR="317500" hR="317500" stAng="13500000" swAng="27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7" name="Harvey 8/8 [8]">
              <a:extLst>
                <a:ext uri="{FF2B5EF4-FFF2-40B4-BE49-F238E27FC236}">
                  <a16:creationId xmlns:a16="http://schemas.microsoft.com/office/drawing/2014/main" id="{2D277E47-45D5-4503-8443-BED560C6560A}"/>
                </a:ext>
              </a:extLst>
            </p:cNvPr>
            <p:cNvSpPr>
              <a:spLocks noChangeAspect="1"/>
            </p:cNvSpPr>
            <p:nvPr>
              <p:custDataLst>
                <p:tags r:id="rId143"/>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grpSp>
      <p:grpSp>
        <p:nvGrpSpPr>
          <p:cNvPr id="28" name="Harvey 100" hidden="1">
            <a:extLst>
              <a:ext uri="{FF2B5EF4-FFF2-40B4-BE49-F238E27FC236}">
                <a16:creationId xmlns:a16="http://schemas.microsoft.com/office/drawing/2014/main" id="{6D5D9337-395C-4FE4-97E6-E1CD47A644E9}"/>
              </a:ext>
            </a:extLst>
          </p:cNvPr>
          <p:cNvGrpSpPr/>
          <p:nvPr userDrawn="1">
            <p:custDataLst>
              <p:tags r:id="rId33"/>
            </p:custDataLst>
          </p:nvPr>
        </p:nvGrpSpPr>
        <p:grpSpPr>
          <a:xfrm>
            <a:off x="8296922" y="3978000"/>
            <a:ext cx="1024878" cy="1024878"/>
            <a:chOff x="4334905" y="3282696"/>
            <a:chExt cx="292608" cy="292608"/>
          </a:xfrm>
          <a:solidFill>
            <a:schemeClr val="tx2"/>
          </a:solidFill>
        </p:grpSpPr>
        <p:sp>
          <p:nvSpPr>
            <p:cNvPr id="29" name="Harvey 0/100 [0]">
              <a:extLst>
                <a:ext uri="{FF2B5EF4-FFF2-40B4-BE49-F238E27FC236}">
                  <a16:creationId xmlns:a16="http://schemas.microsoft.com/office/drawing/2014/main" id="{C2D4C837-2D4B-4D6B-81F8-9B001989609B}"/>
                </a:ext>
              </a:extLst>
            </p:cNvPr>
            <p:cNvSpPr>
              <a:spLocks noChangeAspect="1"/>
            </p:cNvSpPr>
            <p:nvPr>
              <p:custDataLst>
                <p:tags r:id="rId34"/>
              </p:custDataLst>
            </p:nvPr>
          </p:nvSpPr>
          <p:spPr>
            <a:xfrm>
              <a:off x="4334905" y="3282696"/>
              <a:ext cx="292608" cy="292608"/>
            </a:xfrm>
            <a:custGeom>
              <a:avLst/>
              <a:gdLst/>
              <a:ahLst/>
              <a:cxnLst/>
              <a:rect l="l" t="t" r="r" b="b"/>
              <a:pathLst>
                <a:path w="635000" h="635000" fill="none">
                  <a:moveTo>
                    <a:pt x="317500" y="0"/>
                  </a:moveTo>
                  <a:arcTo wR="317500" hR="317500" stAng="-5400000" swAng="2160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0" name="Harvey 1/100 [1]">
              <a:extLst>
                <a:ext uri="{FF2B5EF4-FFF2-40B4-BE49-F238E27FC236}">
                  <a16:creationId xmlns:a16="http://schemas.microsoft.com/office/drawing/2014/main" id="{BACD6AAA-4A1C-46BE-B491-9A4A9C7C56F3}"/>
                </a:ext>
              </a:extLst>
            </p:cNvPr>
            <p:cNvSpPr>
              <a:spLocks noChangeAspect="1"/>
            </p:cNvSpPr>
            <p:nvPr>
              <p:custDataLst>
                <p:tags r:id="rId35"/>
              </p:custDataLst>
            </p:nvPr>
          </p:nvSpPr>
          <p:spPr>
            <a:xfrm>
              <a:off x="4334905" y="3282696"/>
              <a:ext cx="292608" cy="292608"/>
            </a:xfrm>
            <a:custGeom>
              <a:avLst/>
              <a:gdLst/>
              <a:ahLst/>
              <a:cxnLst/>
              <a:rect l="l" t="t" r="r" b="b"/>
              <a:pathLst>
                <a:path w="635000" h="635000">
                  <a:moveTo>
                    <a:pt x="317500" y="0"/>
                  </a:moveTo>
                  <a:arcTo wR="317500" hR="317500" stAng="16200000" swAng="216000"/>
                  <a:lnTo>
                    <a:pt x="317500" y="317500"/>
                  </a:lnTo>
                  <a:close/>
                </a:path>
                <a:path w="635000" h="635000" fill="none">
                  <a:moveTo>
                    <a:pt x="337435" y="626"/>
                  </a:moveTo>
                  <a:arcTo wR="317500" hR="317500" stAng="-5184000" swAng="2138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1" name="Harvey 2/100 [2]">
              <a:extLst>
                <a:ext uri="{FF2B5EF4-FFF2-40B4-BE49-F238E27FC236}">
                  <a16:creationId xmlns:a16="http://schemas.microsoft.com/office/drawing/2014/main" id="{701024C3-4DEF-477C-9CFB-100E0303499E}"/>
                </a:ext>
              </a:extLst>
            </p:cNvPr>
            <p:cNvSpPr>
              <a:spLocks noChangeAspect="1"/>
            </p:cNvSpPr>
            <p:nvPr>
              <p:custDataLst>
                <p:tags r:id="rId36"/>
              </p:custDataLst>
            </p:nvPr>
          </p:nvSpPr>
          <p:spPr>
            <a:xfrm>
              <a:off x="4334905" y="3282696"/>
              <a:ext cx="292608" cy="292608"/>
            </a:xfrm>
            <a:custGeom>
              <a:avLst/>
              <a:gdLst/>
              <a:ahLst/>
              <a:cxnLst/>
              <a:rect l="l" t="t" r="r" b="b"/>
              <a:pathLst>
                <a:path w="635000" h="635000">
                  <a:moveTo>
                    <a:pt x="317500" y="0"/>
                  </a:moveTo>
                  <a:arcTo wR="317500" hR="317500" stAng="16200000" swAng="432000"/>
                  <a:lnTo>
                    <a:pt x="317500" y="317500"/>
                  </a:lnTo>
                  <a:close/>
                </a:path>
                <a:path w="635000" h="635000" fill="none">
                  <a:moveTo>
                    <a:pt x="357293" y="2503"/>
                  </a:moveTo>
                  <a:arcTo wR="317500" hR="317500" stAng="-4968000" swAng="2116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2" name="Harvey 3/100 [3]">
              <a:extLst>
                <a:ext uri="{FF2B5EF4-FFF2-40B4-BE49-F238E27FC236}">
                  <a16:creationId xmlns:a16="http://schemas.microsoft.com/office/drawing/2014/main" id="{46A461CD-8D28-4422-AF2A-8267EFA51CAD}"/>
                </a:ext>
              </a:extLst>
            </p:cNvPr>
            <p:cNvSpPr>
              <a:spLocks noChangeAspect="1"/>
            </p:cNvSpPr>
            <p:nvPr>
              <p:custDataLst>
                <p:tags r:id="rId37"/>
              </p:custDataLst>
            </p:nvPr>
          </p:nvSpPr>
          <p:spPr>
            <a:xfrm>
              <a:off x="4334905" y="3282696"/>
              <a:ext cx="292608" cy="292608"/>
            </a:xfrm>
            <a:custGeom>
              <a:avLst/>
              <a:gdLst/>
              <a:ahLst/>
              <a:cxnLst/>
              <a:rect l="l" t="t" r="r" b="b"/>
              <a:pathLst>
                <a:path w="635000" h="635000">
                  <a:moveTo>
                    <a:pt x="317500" y="0"/>
                  </a:moveTo>
                  <a:arcTo wR="317500" hR="317500" stAng="16200000" swAng="647999"/>
                  <a:lnTo>
                    <a:pt x="317500" y="317500"/>
                  </a:lnTo>
                  <a:close/>
                </a:path>
                <a:path w="635000" h="635000" fill="none">
                  <a:moveTo>
                    <a:pt x="376993" y="5623"/>
                  </a:moveTo>
                  <a:arcTo wR="317500" hR="317500" stAng="-4752000" swAng="2095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3" name="Harvey 4/100 [4]">
              <a:extLst>
                <a:ext uri="{FF2B5EF4-FFF2-40B4-BE49-F238E27FC236}">
                  <a16:creationId xmlns:a16="http://schemas.microsoft.com/office/drawing/2014/main" id="{0A337C3A-F021-437D-9E3D-FDE5AF266029}"/>
                </a:ext>
              </a:extLst>
            </p:cNvPr>
            <p:cNvSpPr>
              <a:spLocks noChangeAspect="1"/>
            </p:cNvSpPr>
            <p:nvPr>
              <p:custDataLst>
                <p:tags r:id="rId38"/>
              </p:custDataLst>
            </p:nvPr>
          </p:nvSpPr>
          <p:spPr>
            <a:xfrm>
              <a:off x="4334905" y="3282696"/>
              <a:ext cx="292608" cy="292608"/>
            </a:xfrm>
            <a:custGeom>
              <a:avLst/>
              <a:gdLst/>
              <a:ahLst/>
              <a:cxnLst/>
              <a:rect l="l" t="t" r="r" b="b"/>
              <a:pathLst>
                <a:path w="635000" h="635000">
                  <a:moveTo>
                    <a:pt x="317500" y="0"/>
                  </a:moveTo>
                  <a:arcTo wR="317500" hR="317500" stAng="16200000" swAng="864000"/>
                  <a:lnTo>
                    <a:pt x="317500" y="317500"/>
                  </a:lnTo>
                  <a:close/>
                </a:path>
                <a:path w="635000" h="635000" fill="none">
                  <a:moveTo>
                    <a:pt x="396459" y="9974"/>
                  </a:moveTo>
                  <a:arcTo wR="317500" hR="317500" stAng="-4536000" swAng="20735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5" name="Harvey 5/100 [5]">
              <a:extLst>
                <a:ext uri="{FF2B5EF4-FFF2-40B4-BE49-F238E27FC236}">
                  <a16:creationId xmlns:a16="http://schemas.microsoft.com/office/drawing/2014/main" id="{BDF66AF7-3D75-4118-B7E6-241B2C41B2C9}"/>
                </a:ext>
              </a:extLst>
            </p:cNvPr>
            <p:cNvSpPr>
              <a:spLocks noChangeAspect="1"/>
            </p:cNvSpPr>
            <p:nvPr>
              <p:custDataLst>
                <p:tags r:id="rId39"/>
              </p:custDataLst>
            </p:nvPr>
          </p:nvSpPr>
          <p:spPr>
            <a:xfrm>
              <a:off x="4334905" y="3282696"/>
              <a:ext cx="292608" cy="292608"/>
            </a:xfrm>
            <a:custGeom>
              <a:avLst/>
              <a:gdLst/>
              <a:ahLst/>
              <a:cxnLst/>
              <a:rect l="l" t="t" r="r" b="b"/>
              <a:pathLst>
                <a:path w="635000" h="635000">
                  <a:moveTo>
                    <a:pt x="317500" y="0"/>
                  </a:moveTo>
                  <a:arcTo wR="317500" hR="317500" stAng="16200000" swAng="1080000"/>
                  <a:lnTo>
                    <a:pt x="317500" y="317500"/>
                  </a:lnTo>
                  <a:close/>
                </a:path>
                <a:path w="635000" h="635000" fill="none">
                  <a:moveTo>
                    <a:pt x="415612" y="15539"/>
                  </a:moveTo>
                  <a:arcTo wR="317500" hR="317500" stAng="-4320000" swAng="2052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6" name="Harvey 6/100 [6]">
              <a:extLst>
                <a:ext uri="{FF2B5EF4-FFF2-40B4-BE49-F238E27FC236}">
                  <a16:creationId xmlns:a16="http://schemas.microsoft.com/office/drawing/2014/main" id="{E74E7438-4315-4097-9BA7-F0CE3252AC14}"/>
                </a:ext>
              </a:extLst>
            </p:cNvPr>
            <p:cNvSpPr>
              <a:spLocks noChangeAspect="1"/>
            </p:cNvSpPr>
            <p:nvPr>
              <p:custDataLst>
                <p:tags r:id="rId40"/>
              </p:custDataLst>
            </p:nvPr>
          </p:nvSpPr>
          <p:spPr>
            <a:xfrm>
              <a:off x="4334905" y="3282696"/>
              <a:ext cx="292608" cy="292608"/>
            </a:xfrm>
            <a:custGeom>
              <a:avLst/>
              <a:gdLst/>
              <a:ahLst/>
              <a:cxnLst/>
              <a:rect l="l" t="t" r="r" b="b"/>
              <a:pathLst>
                <a:path w="635000" h="635000">
                  <a:moveTo>
                    <a:pt x="317500" y="0"/>
                  </a:moveTo>
                  <a:arcTo wR="317500" hR="317500" stAng="16200000" swAng="1295999"/>
                  <a:lnTo>
                    <a:pt x="317500" y="317500"/>
                  </a:lnTo>
                  <a:close/>
                </a:path>
                <a:path w="635000" h="635000" fill="none">
                  <a:moveTo>
                    <a:pt x="434379" y="22295"/>
                  </a:moveTo>
                  <a:arcTo wR="317500" hR="317500" stAng="-4104000" swAng="2030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7" name="Harvey 7/100 [7]">
              <a:extLst>
                <a:ext uri="{FF2B5EF4-FFF2-40B4-BE49-F238E27FC236}">
                  <a16:creationId xmlns:a16="http://schemas.microsoft.com/office/drawing/2014/main" id="{FEBA4E91-97BB-4DAC-B193-66FA4828DB26}"/>
                </a:ext>
              </a:extLst>
            </p:cNvPr>
            <p:cNvSpPr>
              <a:spLocks noChangeAspect="1"/>
            </p:cNvSpPr>
            <p:nvPr>
              <p:custDataLst>
                <p:tags r:id="rId41"/>
              </p:custDataLst>
            </p:nvPr>
          </p:nvSpPr>
          <p:spPr>
            <a:xfrm>
              <a:off x="4334905" y="3282696"/>
              <a:ext cx="292608" cy="292608"/>
            </a:xfrm>
            <a:custGeom>
              <a:avLst/>
              <a:gdLst/>
              <a:ahLst/>
              <a:cxnLst/>
              <a:rect l="l" t="t" r="r" b="b"/>
              <a:pathLst>
                <a:path w="635000" h="635000">
                  <a:moveTo>
                    <a:pt x="317500" y="0"/>
                  </a:moveTo>
                  <a:arcTo wR="317500" hR="317500" stAng="16200000" swAng="1512000"/>
                  <a:lnTo>
                    <a:pt x="317500" y="317500"/>
                  </a:lnTo>
                  <a:close/>
                </a:path>
                <a:path w="635000" h="635000" fill="none">
                  <a:moveTo>
                    <a:pt x="452684" y="30217"/>
                  </a:moveTo>
                  <a:arcTo wR="317500" hR="317500" stAng="-3888000" swAng="20087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8" name="Harvey 8/100 [8]">
              <a:extLst>
                <a:ext uri="{FF2B5EF4-FFF2-40B4-BE49-F238E27FC236}">
                  <a16:creationId xmlns:a16="http://schemas.microsoft.com/office/drawing/2014/main" id="{EEB85E02-177B-40CF-B926-A4423CC7C827}"/>
                </a:ext>
              </a:extLst>
            </p:cNvPr>
            <p:cNvSpPr>
              <a:spLocks noChangeAspect="1"/>
            </p:cNvSpPr>
            <p:nvPr>
              <p:custDataLst>
                <p:tags r:id="rId42"/>
              </p:custDataLst>
            </p:nvPr>
          </p:nvSpPr>
          <p:spPr>
            <a:xfrm>
              <a:off x="4334905" y="3282696"/>
              <a:ext cx="292608" cy="292608"/>
            </a:xfrm>
            <a:custGeom>
              <a:avLst/>
              <a:gdLst/>
              <a:ahLst/>
              <a:cxnLst/>
              <a:rect l="l" t="t" r="r" b="b"/>
              <a:pathLst>
                <a:path w="635000" h="635000">
                  <a:moveTo>
                    <a:pt x="317500" y="0"/>
                  </a:moveTo>
                  <a:arcTo wR="317500" hR="317500" stAng="16200000" swAng="1728000"/>
                  <a:lnTo>
                    <a:pt x="317500" y="317500"/>
                  </a:lnTo>
                  <a:close/>
                </a:path>
                <a:path w="635000" h="635000" fill="none">
                  <a:moveTo>
                    <a:pt x="470456" y="39272"/>
                  </a:moveTo>
                  <a:arcTo wR="317500" hR="317500" stAng="-3672000" swAng="1987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9" name="Harvey 9/100 [9]">
              <a:extLst>
                <a:ext uri="{FF2B5EF4-FFF2-40B4-BE49-F238E27FC236}">
                  <a16:creationId xmlns:a16="http://schemas.microsoft.com/office/drawing/2014/main" id="{C133BC7F-B0E3-404F-92D1-BB930C4F3311}"/>
                </a:ext>
              </a:extLst>
            </p:cNvPr>
            <p:cNvSpPr>
              <a:spLocks noChangeAspect="1"/>
            </p:cNvSpPr>
            <p:nvPr>
              <p:custDataLst>
                <p:tags r:id="rId43"/>
              </p:custDataLst>
            </p:nvPr>
          </p:nvSpPr>
          <p:spPr>
            <a:xfrm>
              <a:off x="4334905" y="3282696"/>
              <a:ext cx="292608" cy="292608"/>
            </a:xfrm>
            <a:custGeom>
              <a:avLst/>
              <a:gdLst/>
              <a:ahLst/>
              <a:cxnLst/>
              <a:rect l="l" t="t" r="r" b="b"/>
              <a:pathLst>
                <a:path w="635000" h="635000">
                  <a:moveTo>
                    <a:pt x="317500" y="0"/>
                  </a:moveTo>
                  <a:arcTo wR="317500" hR="317500" stAng="16200000" swAng="1944000"/>
                  <a:lnTo>
                    <a:pt x="317500" y="317500"/>
                  </a:lnTo>
                  <a:close/>
                </a:path>
                <a:path w="635000" h="635000" fill="none">
                  <a:moveTo>
                    <a:pt x="487625" y="49425"/>
                  </a:moveTo>
                  <a:arcTo wR="317500" hR="317500" stAng="-3456000" swAng="1965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0" name="Harvey 10/100 [10]">
              <a:extLst>
                <a:ext uri="{FF2B5EF4-FFF2-40B4-BE49-F238E27FC236}">
                  <a16:creationId xmlns:a16="http://schemas.microsoft.com/office/drawing/2014/main" id="{F2FB72A6-CDF7-48B3-A3B8-5A5FC061802C}"/>
                </a:ext>
              </a:extLst>
            </p:cNvPr>
            <p:cNvSpPr>
              <a:spLocks noChangeAspect="1"/>
            </p:cNvSpPr>
            <p:nvPr>
              <p:custDataLst>
                <p:tags r:id="rId44"/>
              </p:custDataLst>
            </p:nvPr>
          </p:nvSpPr>
          <p:spPr>
            <a:xfrm>
              <a:off x="4334905" y="3282696"/>
              <a:ext cx="292608" cy="292608"/>
            </a:xfrm>
            <a:custGeom>
              <a:avLst/>
              <a:gdLst/>
              <a:ahLst/>
              <a:cxnLst/>
              <a:rect l="l" t="t" r="r" b="b"/>
              <a:pathLst>
                <a:path w="635000" h="635000">
                  <a:moveTo>
                    <a:pt x="317500" y="0"/>
                  </a:moveTo>
                  <a:arcTo wR="317500" hR="317500" stAng="16200000" swAng="2160000"/>
                  <a:lnTo>
                    <a:pt x="317500" y="317500"/>
                  </a:lnTo>
                  <a:close/>
                </a:path>
                <a:path w="635000" h="635000" fill="none">
                  <a:moveTo>
                    <a:pt x="504121" y="60637"/>
                  </a:moveTo>
                  <a:arcTo wR="317500" hR="317500" stAng="-3240000" swAng="1944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1" name="Harvey 11/100 [11]">
              <a:extLst>
                <a:ext uri="{FF2B5EF4-FFF2-40B4-BE49-F238E27FC236}">
                  <a16:creationId xmlns:a16="http://schemas.microsoft.com/office/drawing/2014/main" id="{F3110C8B-1B18-4579-AB3F-0F4A0840CF38}"/>
                </a:ext>
              </a:extLst>
            </p:cNvPr>
            <p:cNvSpPr>
              <a:spLocks noChangeAspect="1"/>
            </p:cNvSpPr>
            <p:nvPr>
              <p:custDataLst>
                <p:tags r:id="rId45"/>
              </p:custDataLst>
            </p:nvPr>
          </p:nvSpPr>
          <p:spPr>
            <a:xfrm>
              <a:off x="4334905" y="3282696"/>
              <a:ext cx="292608" cy="292608"/>
            </a:xfrm>
            <a:custGeom>
              <a:avLst/>
              <a:gdLst/>
              <a:ahLst/>
              <a:cxnLst/>
              <a:rect l="l" t="t" r="r" b="b"/>
              <a:pathLst>
                <a:path w="635000" h="635000">
                  <a:moveTo>
                    <a:pt x="317500" y="0"/>
                  </a:moveTo>
                  <a:arcTo wR="317500" hR="317500" stAng="16200000" swAng="2376000"/>
                  <a:lnTo>
                    <a:pt x="317500" y="317500"/>
                  </a:lnTo>
                  <a:close/>
                </a:path>
                <a:path w="635000" h="635000" fill="none">
                  <a:moveTo>
                    <a:pt x="519882" y="72862"/>
                  </a:moveTo>
                  <a:arcTo wR="317500" hR="317500" stAng="-3024000" swAng="1922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2" name="Harvey 12/100 [12]">
              <a:extLst>
                <a:ext uri="{FF2B5EF4-FFF2-40B4-BE49-F238E27FC236}">
                  <a16:creationId xmlns:a16="http://schemas.microsoft.com/office/drawing/2014/main" id="{84A1B722-E5AC-45F7-9498-7FF502B6FA2B}"/>
                </a:ext>
              </a:extLst>
            </p:cNvPr>
            <p:cNvSpPr>
              <a:spLocks noChangeAspect="1"/>
            </p:cNvSpPr>
            <p:nvPr>
              <p:custDataLst>
                <p:tags r:id="rId46"/>
              </p:custDataLst>
            </p:nvPr>
          </p:nvSpPr>
          <p:spPr>
            <a:xfrm>
              <a:off x="4334905" y="3282696"/>
              <a:ext cx="292608" cy="292608"/>
            </a:xfrm>
            <a:custGeom>
              <a:avLst/>
              <a:gdLst/>
              <a:ahLst/>
              <a:cxnLst/>
              <a:rect l="l" t="t" r="r" b="b"/>
              <a:pathLst>
                <a:path w="635000" h="635000">
                  <a:moveTo>
                    <a:pt x="317500" y="0"/>
                  </a:moveTo>
                  <a:arcTo wR="317500" hR="317500" stAng="16200000" swAng="2591999"/>
                  <a:lnTo>
                    <a:pt x="317500" y="317500"/>
                  </a:lnTo>
                  <a:close/>
                </a:path>
                <a:path w="635000" h="635000" fill="none">
                  <a:moveTo>
                    <a:pt x="534843" y="86052"/>
                  </a:moveTo>
                  <a:arcTo wR="317500" hR="317500" stAng="-2808000" swAng="1900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3" name="Harvey 13/100 [13]">
              <a:extLst>
                <a:ext uri="{FF2B5EF4-FFF2-40B4-BE49-F238E27FC236}">
                  <a16:creationId xmlns:a16="http://schemas.microsoft.com/office/drawing/2014/main" id="{A5599F20-B957-4DF9-8B04-F2B77AAF0BDB}"/>
                </a:ext>
              </a:extLst>
            </p:cNvPr>
            <p:cNvSpPr>
              <a:spLocks noChangeAspect="1"/>
            </p:cNvSpPr>
            <p:nvPr>
              <p:custDataLst>
                <p:tags r:id="rId47"/>
              </p:custDataLst>
            </p:nvPr>
          </p:nvSpPr>
          <p:spPr>
            <a:xfrm>
              <a:off x="4334905" y="3282696"/>
              <a:ext cx="292608" cy="292608"/>
            </a:xfrm>
            <a:custGeom>
              <a:avLst/>
              <a:gdLst/>
              <a:ahLst/>
              <a:cxnLst/>
              <a:rect l="l" t="t" r="r" b="b"/>
              <a:pathLst>
                <a:path w="635000" h="635000">
                  <a:moveTo>
                    <a:pt x="317500" y="0"/>
                  </a:moveTo>
                  <a:arcTo wR="317500" hR="317500" stAng="16200000" swAng="2808000"/>
                  <a:lnTo>
                    <a:pt x="317500" y="317500"/>
                  </a:lnTo>
                  <a:close/>
                </a:path>
                <a:path w="635000" h="635000" fill="none">
                  <a:moveTo>
                    <a:pt x="548947" y="100156"/>
                  </a:moveTo>
                  <a:arcTo wR="317500" hR="317500" stAng="-2591999" swAng="1879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4" name="Harvey 14/100 [14]">
              <a:extLst>
                <a:ext uri="{FF2B5EF4-FFF2-40B4-BE49-F238E27FC236}">
                  <a16:creationId xmlns:a16="http://schemas.microsoft.com/office/drawing/2014/main" id="{F74357FC-EB3D-46C4-B56A-5007C9F4FB84}"/>
                </a:ext>
              </a:extLst>
            </p:cNvPr>
            <p:cNvSpPr>
              <a:spLocks noChangeAspect="1"/>
            </p:cNvSpPr>
            <p:nvPr>
              <p:custDataLst>
                <p:tags r:id="rId48"/>
              </p:custDataLst>
            </p:nvPr>
          </p:nvSpPr>
          <p:spPr>
            <a:xfrm>
              <a:off x="4334905" y="3282696"/>
              <a:ext cx="292608" cy="292608"/>
            </a:xfrm>
            <a:custGeom>
              <a:avLst/>
              <a:gdLst/>
              <a:ahLst/>
              <a:cxnLst/>
              <a:rect l="l" t="t" r="r" b="b"/>
              <a:pathLst>
                <a:path w="635000" h="635000">
                  <a:moveTo>
                    <a:pt x="317500" y="0"/>
                  </a:moveTo>
                  <a:arcTo wR="317500" hR="317500" stAng="16200000" swAng="3024000"/>
                  <a:lnTo>
                    <a:pt x="317500" y="317500"/>
                  </a:lnTo>
                  <a:close/>
                </a:path>
                <a:path w="635000" h="635000" fill="none">
                  <a:moveTo>
                    <a:pt x="562137" y="115117"/>
                  </a:moveTo>
                  <a:arcTo wR="317500" hR="317500" stAng="-2375999" swAng="1857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5" name="Harvey 15/100 [15]">
              <a:extLst>
                <a:ext uri="{FF2B5EF4-FFF2-40B4-BE49-F238E27FC236}">
                  <a16:creationId xmlns:a16="http://schemas.microsoft.com/office/drawing/2014/main" id="{32E8E8F3-9DBC-46F4-9700-CAF071913650}"/>
                </a:ext>
              </a:extLst>
            </p:cNvPr>
            <p:cNvSpPr>
              <a:spLocks noChangeAspect="1"/>
            </p:cNvSpPr>
            <p:nvPr>
              <p:custDataLst>
                <p:tags r:id="rId49"/>
              </p:custDataLst>
            </p:nvPr>
          </p:nvSpPr>
          <p:spPr>
            <a:xfrm>
              <a:off x="4334905" y="3282696"/>
              <a:ext cx="292608" cy="292608"/>
            </a:xfrm>
            <a:custGeom>
              <a:avLst/>
              <a:gdLst/>
              <a:ahLst/>
              <a:cxnLst/>
              <a:rect l="l" t="t" r="r" b="b"/>
              <a:pathLst>
                <a:path w="635000" h="635000">
                  <a:moveTo>
                    <a:pt x="317500" y="0"/>
                  </a:moveTo>
                  <a:arcTo wR="317500" hR="317500" stAng="16200000" swAng="3240000"/>
                  <a:lnTo>
                    <a:pt x="317500" y="317500"/>
                  </a:lnTo>
                  <a:close/>
                </a:path>
                <a:path w="635000" h="635000" fill="none">
                  <a:moveTo>
                    <a:pt x="574362" y="130878"/>
                  </a:moveTo>
                  <a:arcTo wR="317500" hR="317500" stAng="-2160000" swAng="1836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6" name="Harvey 16/100 [16]">
              <a:extLst>
                <a:ext uri="{FF2B5EF4-FFF2-40B4-BE49-F238E27FC236}">
                  <a16:creationId xmlns:a16="http://schemas.microsoft.com/office/drawing/2014/main" id="{71360883-3CF3-4439-9568-E456C60454A8}"/>
                </a:ext>
              </a:extLst>
            </p:cNvPr>
            <p:cNvSpPr>
              <a:spLocks noChangeAspect="1"/>
            </p:cNvSpPr>
            <p:nvPr>
              <p:custDataLst>
                <p:tags r:id="rId50"/>
              </p:custDataLst>
            </p:nvPr>
          </p:nvSpPr>
          <p:spPr>
            <a:xfrm>
              <a:off x="4334905" y="3282696"/>
              <a:ext cx="292608" cy="292608"/>
            </a:xfrm>
            <a:custGeom>
              <a:avLst/>
              <a:gdLst/>
              <a:ahLst/>
              <a:cxnLst/>
              <a:rect l="l" t="t" r="r" b="b"/>
              <a:pathLst>
                <a:path w="635000" h="635000">
                  <a:moveTo>
                    <a:pt x="317500" y="0"/>
                  </a:moveTo>
                  <a:arcTo wR="317500" hR="317500" stAng="16200000" swAng="3456000"/>
                  <a:lnTo>
                    <a:pt x="317500" y="317500"/>
                  </a:lnTo>
                  <a:close/>
                </a:path>
                <a:path w="635000" h="635000" fill="none">
                  <a:moveTo>
                    <a:pt x="585574" y="147374"/>
                  </a:moveTo>
                  <a:arcTo wR="317500" hR="317500" stAng="-1944000" swAng="1814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7" name="Harvey 17/100 [17]">
              <a:extLst>
                <a:ext uri="{FF2B5EF4-FFF2-40B4-BE49-F238E27FC236}">
                  <a16:creationId xmlns:a16="http://schemas.microsoft.com/office/drawing/2014/main" id="{AE88FC9E-FB95-4413-AE3E-B8BF504735B5}"/>
                </a:ext>
              </a:extLst>
            </p:cNvPr>
            <p:cNvSpPr>
              <a:spLocks noChangeAspect="1"/>
            </p:cNvSpPr>
            <p:nvPr>
              <p:custDataLst>
                <p:tags r:id="rId51"/>
              </p:custDataLst>
            </p:nvPr>
          </p:nvSpPr>
          <p:spPr>
            <a:xfrm>
              <a:off x="4334905" y="3282696"/>
              <a:ext cx="292608" cy="292608"/>
            </a:xfrm>
            <a:custGeom>
              <a:avLst/>
              <a:gdLst/>
              <a:ahLst/>
              <a:cxnLst/>
              <a:rect l="l" t="t" r="r" b="b"/>
              <a:pathLst>
                <a:path w="635000" h="635000">
                  <a:moveTo>
                    <a:pt x="317500" y="0"/>
                  </a:moveTo>
                  <a:arcTo wR="317500" hR="317500" stAng="16200000" swAng="3672000"/>
                  <a:lnTo>
                    <a:pt x="317500" y="317500"/>
                  </a:lnTo>
                  <a:close/>
                </a:path>
                <a:path w="635000" h="635000" fill="none">
                  <a:moveTo>
                    <a:pt x="595727" y="164543"/>
                  </a:moveTo>
                  <a:arcTo wR="317500" hR="317500" stAng="-1727999" swAng="1792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8" name="Harvey 18/100 [18]">
              <a:extLst>
                <a:ext uri="{FF2B5EF4-FFF2-40B4-BE49-F238E27FC236}">
                  <a16:creationId xmlns:a16="http://schemas.microsoft.com/office/drawing/2014/main" id="{62593B83-E4BE-4CE8-9B0B-25AF9B7D4254}"/>
                </a:ext>
              </a:extLst>
            </p:cNvPr>
            <p:cNvSpPr>
              <a:spLocks noChangeAspect="1"/>
            </p:cNvSpPr>
            <p:nvPr>
              <p:custDataLst>
                <p:tags r:id="rId52"/>
              </p:custDataLst>
            </p:nvPr>
          </p:nvSpPr>
          <p:spPr>
            <a:xfrm>
              <a:off x="4334905" y="3282696"/>
              <a:ext cx="292608" cy="292608"/>
            </a:xfrm>
            <a:custGeom>
              <a:avLst/>
              <a:gdLst/>
              <a:ahLst/>
              <a:cxnLst/>
              <a:rect l="l" t="t" r="r" b="b"/>
              <a:pathLst>
                <a:path w="635000" h="635000">
                  <a:moveTo>
                    <a:pt x="317500" y="0"/>
                  </a:moveTo>
                  <a:arcTo wR="317500" hR="317500" stAng="16200000" swAng="3888000"/>
                  <a:lnTo>
                    <a:pt x="317500" y="317500"/>
                  </a:lnTo>
                  <a:close/>
                </a:path>
                <a:path w="635000" h="635000" fill="none">
                  <a:moveTo>
                    <a:pt x="604782" y="182315"/>
                  </a:moveTo>
                  <a:arcTo wR="317500" hR="317500" stAng="-1512000" swAng="1771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9" name="Harvey 19/100 [19]">
              <a:extLst>
                <a:ext uri="{FF2B5EF4-FFF2-40B4-BE49-F238E27FC236}">
                  <a16:creationId xmlns:a16="http://schemas.microsoft.com/office/drawing/2014/main" id="{CD41838E-0172-403D-9B68-FD51310F5400}"/>
                </a:ext>
              </a:extLst>
            </p:cNvPr>
            <p:cNvSpPr>
              <a:spLocks noChangeAspect="1"/>
            </p:cNvSpPr>
            <p:nvPr>
              <p:custDataLst>
                <p:tags r:id="rId53"/>
              </p:custDataLst>
            </p:nvPr>
          </p:nvSpPr>
          <p:spPr>
            <a:xfrm>
              <a:off x="4334905" y="3282696"/>
              <a:ext cx="292608" cy="292608"/>
            </a:xfrm>
            <a:custGeom>
              <a:avLst/>
              <a:gdLst/>
              <a:ahLst/>
              <a:cxnLst/>
              <a:rect l="l" t="t" r="r" b="b"/>
              <a:pathLst>
                <a:path w="635000" h="635000">
                  <a:moveTo>
                    <a:pt x="317500" y="0"/>
                  </a:moveTo>
                  <a:arcTo wR="317500" hR="317500" stAng="16200000" swAng="4104000"/>
                  <a:lnTo>
                    <a:pt x="317500" y="317500"/>
                  </a:lnTo>
                  <a:close/>
                </a:path>
                <a:path w="635000" h="635000" fill="none">
                  <a:moveTo>
                    <a:pt x="612704" y="200620"/>
                  </a:moveTo>
                  <a:arcTo wR="317500" hR="317500" stAng="-1295999" swAng="1749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0" name="Harvey 20/100 [20]">
              <a:extLst>
                <a:ext uri="{FF2B5EF4-FFF2-40B4-BE49-F238E27FC236}">
                  <a16:creationId xmlns:a16="http://schemas.microsoft.com/office/drawing/2014/main" id="{EDE3F4CF-CB3E-40C2-B070-AC09F1E8FBD5}"/>
                </a:ext>
              </a:extLst>
            </p:cNvPr>
            <p:cNvSpPr>
              <a:spLocks noChangeAspect="1"/>
            </p:cNvSpPr>
            <p:nvPr>
              <p:custDataLst>
                <p:tags r:id="rId54"/>
              </p:custDataLst>
            </p:nvPr>
          </p:nvSpPr>
          <p:spPr>
            <a:xfrm>
              <a:off x="4334905" y="3282696"/>
              <a:ext cx="292608" cy="292608"/>
            </a:xfrm>
            <a:custGeom>
              <a:avLst/>
              <a:gdLst/>
              <a:ahLst/>
              <a:cxnLst/>
              <a:rect l="l" t="t" r="r" b="b"/>
              <a:pathLst>
                <a:path w="635000" h="635000">
                  <a:moveTo>
                    <a:pt x="317500" y="0"/>
                  </a:moveTo>
                  <a:arcTo wR="317500" hR="317500" stAng="16200000" swAng="4320000"/>
                  <a:lnTo>
                    <a:pt x="317500" y="317500"/>
                  </a:lnTo>
                  <a:close/>
                </a:path>
                <a:path w="635000" h="635000" fill="none">
                  <a:moveTo>
                    <a:pt x="619460" y="219387"/>
                  </a:moveTo>
                  <a:arcTo wR="317500" hR="317500" stAng="-1080000" swAng="1728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1" name="Harvey 21/100 [21]">
              <a:extLst>
                <a:ext uri="{FF2B5EF4-FFF2-40B4-BE49-F238E27FC236}">
                  <a16:creationId xmlns:a16="http://schemas.microsoft.com/office/drawing/2014/main" id="{CD8E25E7-83D2-4F78-92A7-435281704491}"/>
                </a:ext>
              </a:extLst>
            </p:cNvPr>
            <p:cNvSpPr>
              <a:spLocks noChangeAspect="1"/>
            </p:cNvSpPr>
            <p:nvPr>
              <p:custDataLst>
                <p:tags r:id="rId55"/>
              </p:custDataLst>
            </p:nvPr>
          </p:nvSpPr>
          <p:spPr>
            <a:xfrm>
              <a:off x="4334905" y="3282696"/>
              <a:ext cx="292608" cy="292608"/>
            </a:xfrm>
            <a:custGeom>
              <a:avLst/>
              <a:gdLst/>
              <a:ahLst/>
              <a:cxnLst/>
              <a:rect l="l" t="t" r="r" b="b"/>
              <a:pathLst>
                <a:path w="635000" h="635000">
                  <a:moveTo>
                    <a:pt x="317500" y="0"/>
                  </a:moveTo>
                  <a:arcTo wR="317500" hR="317500" stAng="16200000" swAng="4536000"/>
                  <a:lnTo>
                    <a:pt x="317500" y="317500"/>
                  </a:lnTo>
                  <a:close/>
                </a:path>
                <a:path w="635000" h="635000" fill="none">
                  <a:moveTo>
                    <a:pt x="625025" y="238540"/>
                  </a:moveTo>
                  <a:arcTo wR="317500" hR="317500" stAng="-864000" swAng="1706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2" name="Harvey 22/100 [22]">
              <a:extLst>
                <a:ext uri="{FF2B5EF4-FFF2-40B4-BE49-F238E27FC236}">
                  <a16:creationId xmlns:a16="http://schemas.microsoft.com/office/drawing/2014/main" id="{C6A696FB-9EFC-47F6-9860-247C48C1FC3D}"/>
                </a:ext>
              </a:extLst>
            </p:cNvPr>
            <p:cNvSpPr>
              <a:spLocks noChangeAspect="1"/>
            </p:cNvSpPr>
            <p:nvPr>
              <p:custDataLst>
                <p:tags r:id="rId56"/>
              </p:custDataLst>
            </p:nvPr>
          </p:nvSpPr>
          <p:spPr>
            <a:xfrm>
              <a:off x="4334905" y="3282696"/>
              <a:ext cx="292608" cy="292608"/>
            </a:xfrm>
            <a:custGeom>
              <a:avLst/>
              <a:gdLst/>
              <a:ahLst/>
              <a:cxnLst/>
              <a:rect l="l" t="t" r="r" b="b"/>
              <a:pathLst>
                <a:path w="635000" h="635000">
                  <a:moveTo>
                    <a:pt x="317500" y="0"/>
                  </a:moveTo>
                  <a:arcTo wR="317500" hR="317500" stAng="16200000" swAng="4752000"/>
                  <a:lnTo>
                    <a:pt x="317500" y="317500"/>
                  </a:lnTo>
                  <a:close/>
                </a:path>
                <a:path w="635000" h="635000" fill="none">
                  <a:moveTo>
                    <a:pt x="629376" y="258006"/>
                  </a:moveTo>
                  <a:arcTo wR="317500" hR="317500" stAng="-647999" swAng="1684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3" name="Harvey 23/100 [23]">
              <a:extLst>
                <a:ext uri="{FF2B5EF4-FFF2-40B4-BE49-F238E27FC236}">
                  <a16:creationId xmlns:a16="http://schemas.microsoft.com/office/drawing/2014/main" id="{252958D2-EE89-4FBF-BF7B-C8AFAD704413}"/>
                </a:ext>
              </a:extLst>
            </p:cNvPr>
            <p:cNvSpPr>
              <a:spLocks noChangeAspect="1"/>
            </p:cNvSpPr>
            <p:nvPr>
              <p:custDataLst>
                <p:tags r:id="rId57"/>
              </p:custDataLst>
            </p:nvPr>
          </p:nvSpPr>
          <p:spPr>
            <a:xfrm>
              <a:off x="4334905" y="3282696"/>
              <a:ext cx="292608" cy="292608"/>
            </a:xfrm>
            <a:custGeom>
              <a:avLst/>
              <a:gdLst/>
              <a:ahLst/>
              <a:cxnLst/>
              <a:rect l="l" t="t" r="r" b="b"/>
              <a:pathLst>
                <a:path w="635000" h="635000">
                  <a:moveTo>
                    <a:pt x="317500" y="0"/>
                  </a:moveTo>
                  <a:arcTo wR="317500" hR="317500" stAng="16200000" swAng="4968000"/>
                  <a:lnTo>
                    <a:pt x="317500" y="317500"/>
                  </a:lnTo>
                  <a:close/>
                </a:path>
                <a:path w="635000" h="635000" fill="none">
                  <a:moveTo>
                    <a:pt x="632496" y="277706"/>
                  </a:moveTo>
                  <a:arcTo wR="317500" hR="317500" stAng="-432000" swAng="1663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4" name="Harvey 24/100 [24]">
              <a:extLst>
                <a:ext uri="{FF2B5EF4-FFF2-40B4-BE49-F238E27FC236}">
                  <a16:creationId xmlns:a16="http://schemas.microsoft.com/office/drawing/2014/main" id="{314E82DC-04B6-406C-9D65-1115F4D2AA22}"/>
                </a:ext>
              </a:extLst>
            </p:cNvPr>
            <p:cNvSpPr>
              <a:spLocks noChangeAspect="1"/>
            </p:cNvSpPr>
            <p:nvPr>
              <p:custDataLst>
                <p:tags r:id="rId58"/>
              </p:custDataLst>
            </p:nvPr>
          </p:nvSpPr>
          <p:spPr>
            <a:xfrm>
              <a:off x="4334905" y="3282696"/>
              <a:ext cx="292608" cy="292608"/>
            </a:xfrm>
            <a:custGeom>
              <a:avLst/>
              <a:gdLst/>
              <a:ahLst/>
              <a:cxnLst/>
              <a:rect l="l" t="t" r="r" b="b"/>
              <a:pathLst>
                <a:path w="635000" h="635000">
                  <a:moveTo>
                    <a:pt x="317500" y="0"/>
                  </a:moveTo>
                  <a:arcTo wR="317500" hR="317500" stAng="16200000" swAng="5183999"/>
                  <a:lnTo>
                    <a:pt x="317500" y="317500"/>
                  </a:lnTo>
                  <a:close/>
                </a:path>
                <a:path w="635000" h="635000" fill="none">
                  <a:moveTo>
                    <a:pt x="634373" y="297564"/>
                  </a:moveTo>
                  <a:arcTo wR="317500" hR="317500" stAng="-216000" swAng="1641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5" name="Harvey 25/100 [25]">
              <a:extLst>
                <a:ext uri="{FF2B5EF4-FFF2-40B4-BE49-F238E27FC236}">
                  <a16:creationId xmlns:a16="http://schemas.microsoft.com/office/drawing/2014/main" id="{669D1B60-A74F-4296-8610-F3DCDDC15022}"/>
                </a:ext>
              </a:extLst>
            </p:cNvPr>
            <p:cNvSpPr>
              <a:spLocks noChangeAspect="1"/>
            </p:cNvSpPr>
            <p:nvPr>
              <p:custDataLst>
                <p:tags r:id="rId59"/>
              </p:custDataLst>
            </p:nvPr>
          </p:nvSpPr>
          <p:spPr>
            <a:xfrm>
              <a:off x="4334905" y="3282696"/>
              <a:ext cx="292608" cy="292608"/>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6" name="Harvey 26/100 [26]">
              <a:extLst>
                <a:ext uri="{FF2B5EF4-FFF2-40B4-BE49-F238E27FC236}">
                  <a16:creationId xmlns:a16="http://schemas.microsoft.com/office/drawing/2014/main" id="{FF6DD112-04B6-4656-AB9D-1F9950FEE2D9}"/>
                </a:ext>
              </a:extLst>
            </p:cNvPr>
            <p:cNvSpPr>
              <a:spLocks noChangeAspect="1"/>
            </p:cNvSpPr>
            <p:nvPr>
              <p:custDataLst>
                <p:tags r:id="rId60"/>
              </p:custDataLst>
            </p:nvPr>
          </p:nvSpPr>
          <p:spPr>
            <a:xfrm>
              <a:off x="4334905" y="3282696"/>
              <a:ext cx="292608" cy="292608"/>
            </a:xfrm>
            <a:custGeom>
              <a:avLst/>
              <a:gdLst/>
              <a:ahLst/>
              <a:cxnLst/>
              <a:rect l="l" t="t" r="r" b="b"/>
              <a:pathLst>
                <a:path w="635000" h="635000">
                  <a:moveTo>
                    <a:pt x="317500" y="0"/>
                  </a:moveTo>
                  <a:arcTo wR="317500" hR="317500" stAng="16200000" swAng="5616000"/>
                  <a:lnTo>
                    <a:pt x="317500" y="317500"/>
                  </a:lnTo>
                  <a:close/>
                </a:path>
                <a:path w="635000" h="635000" fill="none">
                  <a:moveTo>
                    <a:pt x="634373" y="337435"/>
                  </a:moveTo>
                  <a:arcTo wR="317500" hR="317500" stAng="216000" swAng="1598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7" name="Harvey 27/100 [27]">
              <a:extLst>
                <a:ext uri="{FF2B5EF4-FFF2-40B4-BE49-F238E27FC236}">
                  <a16:creationId xmlns:a16="http://schemas.microsoft.com/office/drawing/2014/main" id="{E2928B53-FC5C-427C-AE65-9286773D84B2}"/>
                </a:ext>
              </a:extLst>
            </p:cNvPr>
            <p:cNvSpPr>
              <a:spLocks noChangeAspect="1"/>
            </p:cNvSpPr>
            <p:nvPr>
              <p:custDataLst>
                <p:tags r:id="rId61"/>
              </p:custDataLst>
            </p:nvPr>
          </p:nvSpPr>
          <p:spPr>
            <a:xfrm>
              <a:off x="4334905" y="3282696"/>
              <a:ext cx="292608" cy="292608"/>
            </a:xfrm>
            <a:custGeom>
              <a:avLst/>
              <a:gdLst/>
              <a:ahLst/>
              <a:cxnLst/>
              <a:rect l="l" t="t" r="r" b="b"/>
              <a:pathLst>
                <a:path w="635000" h="635000">
                  <a:moveTo>
                    <a:pt x="317500" y="0"/>
                  </a:moveTo>
                  <a:arcTo wR="317500" hR="317500" stAng="16200000" swAng="5832000"/>
                  <a:lnTo>
                    <a:pt x="317500" y="317500"/>
                  </a:lnTo>
                  <a:close/>
                </a:path>
                <a:path w="635000" h="635000" fill="none">
                  <a:moveTo>
                    <a:pt x="632496" y="357293"/>
                  </a:moveTo>
                  <a:arcTo wR="317500" hR="317500" stAng="432000" swAng="1576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8" name="Harvey 28/100 [28]">
              <a:extLst>
                <a:ext uri="{FF2B5EF4-FFF2-40B4-BE49-F238E27FC236}">
                  <a16:creationId xmlns:a16="http://schemas.microsoft.com/office/drawing/2014/main" id="{D8CF4F20-8FEC-47FF-9B86-E818143B2C19}"/>
                </a:ext>
              </a:extLst>
            </p:cNvPr>
            <p:cNvSpPr>
              <a:spLocks noChangeAspect="1"/>
            </p:cNvSpPr>
            <p:nvPr>
              <p:custDataLst>
                <p:tags r:id="rId62"/>
              </p:custDataLst>
            </p:nvPr>
          </p:nvSpPr>
          <p:spPr>
            <a:xfrm>
              <a:off x="4334905" y="3282696"/>
              <a:ext cx="292608" cy="292608"/>
            </a:xfrm>
            <a:custGeom>
              <a:avLst/>
              <a:gdLst/>
              <a:ahLst/>
              <a:cxnLst/>
              <a:rect l="l" t="t" r="r" b="b"/>
              <a:pathLst>
                <a:path w="635000" h="635000">
                  <a:moveTo>
                    <a:pt x="317500" y="0"/>
                  </a:moveTo>
                  <a:arcTo wR="317500" hR="317500" stAng="16200000" swAng="6048000"/>
                  <a:lnTo>
                    <a:pt x="317500" y="317500"/>
                  </a:lnTo>
                  <a:close/>
                </a:path>
                <a:path w="635000" h="635000" fill="none">
                  <a:moveTo>
                    <a:pt x="629376" y="376993"/>
                  </a:moveTo>
                  <a:arcTo wR="317500" hR="317500" stAng="648000" swAng="1555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9" name="Harvey 29/100 [29]">
              <a:extLst>
                <a:ext uri="{FF2B5EF4-FFF2-40B4-BE49-F238E27FC236}">
                  <a16:creationId xmlns:a16="http://schemas.microsoft.com/office/drawing/2014/main" id="{E1AF074D-4599-4D0E-8078-66303FEBDE44}"/>
                </a:ext>
              </a:extLst>
            </p:cNvPr>
            <p:cNvSpPr>
              <a:spLocks noChangeAspect="1"/>
            </p:cNvSpPr>
            <p:nvPr>
              <p:custDataLst>
                <p:tags r:id="rId63"/>
              </p:custDataLst>
            </p:nvPr>
          </p:nvSpPr>
          <p:spPr>
            <a:xfrm>
              <a:off x="4334905" y="3282696"/>
              <a:ext cx="292608" cy="292608"/>
            </a:xfrm>
            <a:custGeom>
              <a:avLst/>
              <a:gdLst/>
              <a:ahLst/>
              <a:cxnLst/>
              <a:rect l="l" t="t" r="r" b="b"/>
              <a:pathLst>
                <a:path w="635000" h="635000">
                  <a:moveTo>
                    <a:pt x="317500" y="0"/>
                  </a:moveTo>
                  <a:arcTo wR="317500" hR="317500" stAng="16200000" swAng="6263999"/>
                  <a:lnTo>
                    <a:pt x="317500" y="317500"/>
                  </a:lnTo>
                  <a:close/>
                </a:path>
                <a:path w="635000" h="635000" fill="none">
                  <a:moveTo>
                    <a:pt x="625025" y="396459"/>
                  </a:moveTo>
                  <a:arcTo wR="317500" hR="317500" stAng="863999" swAng="1533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0" name="Harvey 30/100 [30]">
              <a:extLst>
                <a:ext uri="{FF2B5EF4-FFF2-40B4-BE49-F238E27FC236}">
                  <a16:creationId xmlns:a16="http://schemas.microsoft.com/office/drawing/2014/main" id="{2DF9C982-C062-4899-8A5F-20F49AD9E1B5}"/>
                </a:ext>
              </a:extLst>
            </p:cNvPr>
            <p:cNvSpPr>
              <a:spLocks noChangeAspect="1"/>
            </p:cNvSpPr>
            <p:nvPr>
              <p:custDataLst>
                <p:tags r:id="rId64"/>
              </p:custDataLst>
            </p:nvPr>
          </p:nvSpPr>
          <p:spPr>
            <a:xfrm>
              <a:off x="4334905" y="3282696"/>
              <a:ext cx="292608" cy="292608"/>
            </a:xfrm>
            <a:custGeom>
              <a:avLst/>
              <a:gdLst/>
              <a:ahLst/>
              <a:cxnLst/>
              <a:rect l="l" t="t" r="r" b="b"/>
              <a:pathLst>
                <a:path w="635000" h="635000">
                  <a:moveTo>
                    <a:pt x="317500" y="0"/>
                  </a:moveTo>
                  <a:arcTo wR="317500" hR="317500" stAng="16200000" swAng="6480000"/>
                  <a:lnTo>
                    <a:pt x="317500" y="317500"/>
                  </a:lnTo>
                  <a:close/>
                </a:path>
                <a:path w="635000" h="635000" fill="none">
                  <a:moveTo>
                    <a:pt x="619460" y="415612"/>
                  </a:moveTo>
                  <a:arcTo wR="317500" hR="317500" stAng="1080000" swAng="15119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1" name="Harvey 31/100 [31]">
              <a:extLst>
                <a:ext uri="{FF2B5EF4-FFF2-40B4-BE49-F238E27FC236}">
                  <a16:creationId xmlns:a16="http://schemas.microsoft.com/office/drawing/2014/main" id="{E98CD797-9DD9-4143-9058-D1ABF95E7406}"/>
                </a:ext>
              </a:extLst>
            </p:cNvPr>
            <p:cNvSpPr>
              <a:spLocks noChangeAspect="1"/>
            </p:cNvSpPr>
            <p:nvPr>
              <p:custDataLst>
                <p:tags r:id="rId65"/>
              </p:custDataLst>
            </p:nvPr>
          </p:nvSpPr>
          <p:spPr>
            <a:xfrm>
              <a:off x="4334905" y="3282696"/>
              <a:ext cx="292608" cy="292608"/>
            </a:xfrm>
            <a:custGeom>
              <a:avLst/>
              <a:gdLst/>
              <a:ahLst/>
              <a:cxnLst/>
              <a:rect l="l" t="t" r="r" b="b"/>
              <a:pathLst>
                <a:path w="635000" h="635000">
                  <a:moveTo>
                    <a:pt x="317500" y="0"/>
                  </a:moveTo>
                  <a:arcTo wR="317500" hR="317500" stAng="16200000" swAng="6696000"/>
                  <a:lnTo>
                    <a:pt x="317500" y="317500"/>
                  </a:lnTo>
                  <a:close/>
                </a:path>
                <a:path w="635000" h="635000" fill="none">
                  <a:moveTo>
                    <a:pt x="612704" y="434379"/>
                  </a:moveTo>
                  <a:arcTo wR="317500" hR="317500" stAng="1295999" swAng="1490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2" name="Harvey 32/100 [32]">
              <a:extLst>
                <a:ext uri="{FF2B5EF4-FFF2-40B4-BE49-F238E27FC236}">
                  <a16:creationId xmlns:a16="http://schemas.microsoft.com/office/drawing/2014/main" id="{39029FE4-844F-47DA-8FEF-FB68673FF10C}"/>
                </a:ext>
              </a:extLst>
            </p:cNvPr>
            <p:cNvSpPr>
              <a:spLocks noChangeAspect="1"/>
            </p:cNvSpPr>
            <p:nvPr>
              <p:custDataLst>
                <p:tags r:id="rId66"/>
              </p:custDataLst>
            </p:nvPr>
          </p:nvSpPr>
          <p:spPr>
            <a:xfrm>
              <a:off x="4334905" y="3282696"/>
              <a:ext cx="292608" cy="292608"/>
            </a:xfrm>
            <a:custGeom>
              <a:avLst/>
              <a:gdLst/>
              <a:ahLst/>
              <a:cxnLst/>
              <a:rect l="l" t="t" r="r" b="b"/>
              <a:pathLst>
                <a:path w="635000" h="635000">
                  <a:moveTo>
                    <a:pt x="317500" y="0"/>
                  </a:moveTo>
                  <a:arcTo wR="317500" hR="317500" stAng="16200000" swAng="6912000"/>
                  <a:lnTo>
                    <a:pt x="317500" y="317500"/>
                  </a:lnTo>
                  <a:close/>
                </a:path>
                <a:path w="635000" h="635000" fill="none">
                  <a:moveTo>
                    <a:pt x="604782" y="452684"/>
                  </a:moveTo>
                  <a:arcTo wR="317500" hR="317500" stAng="1512000" swAng="14687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3" name="Harvey 33/100 [33]">
              <a:extLst>
                <a:ext uri="{FF2B5EF4-FFF2-40B4-BE49-F238E27FC236}">
                  <a16:creationId xmlns:a16="http://schemas.microsoft.com/office/drawing/2014/main" id="{B99AA4D4-9C74-447B-89EF-8FD268FF95EE}"/>
                </a:ext>
              </a:extLst>
            </p:cNvPr>
            <p:cNvSpPr>
              <a:spLocks noChangeAspect="1"/>
            </p:cNvSpPr>
            <p:nvPr>
              <p:custDataLst>
                <p:tags r:id="rId67"/>
              </p:custDataLst>
            </p:nvPr>
          </p:nvSpPr>
          <p:spPr>
            <a:xfrm>
              <a:off x="4334905" y="3282696"/>
              <a:ext cx="292608" cy="292608"/>
            </a:xfrm>
            <a:custGeom>
              <a:avLst/>
              <a:gdLst/>
              <a:ahLst/>
              <a:cxnLst/>
              <a:rect l="l" t="t" r="r" b="b"/>
              <a:pathLst>
                <a:path w="635000" h="635000">
                  <a:moveTo>
                    <a:pt x="317500" y="0"/>
                  </a:moveTo>
                  <a:arcTo wR="317500" hR="317500" stAng="16200000" swAng="7128000"/>
                  <a:lnTo>
                    <a:pt x="317500" y="317500"/>
                  </a:lnTo>
                  <a:close/>
                </a:path>
                <a:path w="635000" h="635000" fill="none">
                  <a:moveTo>
                    <a:pt x="595727" y="470456"/>
                  </a:moveTo>
                  <a:arcTo wR="317500" hR="317500" stAng="1728000" swAng="1447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4" name="Harvey 34/100 [34]">
              <a:extLst>
                <a:ext uri="{FF2B5EF4-FFF2-40B4-BE49-F238E27FC236}">
                  <a16:creationId xmlns:a16="http://schemas.microsoft.com/office/drawing/2014/main" id="{0880CCDE-4DDE-49A8-AFB2-FDDCE314B4D3}"/>
                </a:ext>
              </a:extLst>
            </p:cNvPr>
            <p:cNvSpPr>
              <a:spLocks noChangeAspect="1"/>
            </p:cNvSpPr>
            <p:nvPr>
              <p:custDataLst>
                <p:tags r:id="rId68"/>
              </p:custDataLst>
            </p:nvPr>
          </p:nvSpPr>
          <p:spPr>
            <a:xfrm>
              <a:off x="4334905" y="3282696"/>
              <a:ext cx="292608" cy="292608"/>
            </a:xfrm>
            <a:custGeom>
              <a:avLst/>
              <a:gdLst/>
              <a:ahLst/>
              <a:cxnLst/>
              <a:rect l="l" t="t" r="r" b="b"/>
              <a:pathLst>
                <a:path w="635000" h="635000">
                  <a:moveTo>
                    <a:pt x="317500" y="0"/>
                  </a:moveTo>
                  <a:arcTo wR="317500" hR="317500" stAng="16200000" swAng="7344000"/>
                  <a:lnTo>
                    <a:pt x="317500" y="317500"/>
                  </a:lnTo>
                  <a:close/>
                </a:path>
                <a:path w="635000" h="635000" fill="none">
                  <a:moveTo>
                    <a:pt x="585574" y="487625"/>
                  </a:moveTo>
                  <a:arcTo wR="317500" hR="317500" stAng="1944000" swAng="14255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5" name="Harvey 35/100 [35]">
              <a:extLst>
                <a:ext uri="{FF2B5EF4-FFF2-40B4-BE49-F238E27FC236}">
                  <a16:creationId xmlns:a16="http://schemas.microsoft.com/office/drawing/2014/main" id="{F37E834A-F9D8-4623-BC85-60359856CCD0}"/>
                </a:ext>
              </a:extLst>
            </p:cNvPr>
            <p:cNvSpPr>
              <a:spLocks noChangeAspect="1"/>
            </p:cNvSpPr>
            <p:nvPr>
              <p:custDataLst>
                <p:tags r:id="rId69"/>
              </p:custDataLst>
            </p:nvPr>
          </p:nvSpPr>
          <p:spPr>
            <a:xfrm>
              <a:off x="4334905" y="3282696"/>
              <a:ext cx="292608" cy="292608"/>
            </a:xfrm>
            <a:custGeom>
              <a:avLst/>
              <a:gdLst/>
              <a:ahLst/>
              <a:cxnLst/>
              <a:rect l="l" t="t" r="r" b="b"/>
              <a:pathLst>
                <a:path w="635000" h="635000">
                  <a:moveTo>
                    <a:pt x="317500" y="0"/>
                  </a:moveTo>
                  <a:arcTo wR="317500" hR="317500" stAng="16200000" swAng="7559999"/>
                  <a:lnTo>
                    <a:pt x="317500" y="317500"/>
                  </a:lnTo>
                  <a:close/>
                </a:path>
                <a:path w="635000" h="635000" fill="none">
                  <a:moveTo>
                    <a:pt x="574362" y="504121"/>
                  </a:moveTo>
                  <a:arcTo wR="317500" hR="317500" stAng="2159999" swAng="1404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6" name="Harvey 36/100 [36]">
              <a:extLst>
                <a:ext uri="{FF2B5EF4-FFF2-40B4-BE49-F238E27FC236}">
                  <a16:creationId xmlns:a16="http://schemas.microsoft.com/office/drawing/2014/main" id="{15163940-B229-4368-B727-3714123C78AB}"/>
                </a:ext>
              </a:extLst>
            </p:cNvPr>
            <p:cNvSpPr>
              <a:spLocks noChangeAspect="1"/>
            </p:cNvSpPr>
            <p:nvPr>
              <p:custDataLst>
                <p:tags r:id="rId70"/>
              </p:custDataLst>
            </p:nvPr>
          </p:nvSpPr>
          <p:spPr>
            <a:xfrm>
              <a:off x="4334905" y="3282696"/>
              <a:ext cx="292608" cy="292608"/>
            </a:xfrm>
            <a:custGeom>
              <a:avLst/>
              <a:gdLst/>
              <a:ahLst/>
              <a:cxnLst/>
              <a:rect l="l" t="t" r="r" b="b"/>
              <a:pathLst>
                <a:path w="635000" h="635000">
                  <a:moveTo>
                    <a:pt x="317500" y="0"/>
                  </a:moveTo>
                  <a:arcTo wR="317500" hR="317500" stAng="16200000" swAng="7776000"/>
                  <a:lnTo>
                    <a:pt x="317500" y="317500"/>
                  </a:lnTo>
                  <a:close/>
                </a:path>
                <a:path w="635000" h="635000" fill="none">
                  <a:moveTo>
                    <a:pt x="562137" y="519882"/>
                  </a:moveTo>
                  <a:arcTo wR="317500" hR="317500" stAng="2375999" swAng="1382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7" name="Harvey 37/100 [37]">
              <a:extLst>
                <a:ext uri="{FF2B5EF4-FFF2-40B4-BE49-F238E27FC236}">
                  <a16:creationId xmlns:a16="http://schemas.microsoft.com/office/drawing/2014/main" id="{64BAECDC-27C7-4333-B9D8-59DE42A1B1AA}"/>
                </a:ext>
              </a:extLst>
            </p:cNvPr>
            <p:cNvSpPr>
              <a:spLocks noChangeAspect="1"/>
            </p:cNvSpPr>
            <p:nvPr>
              <p:custDataLst>
                <p:tags r:id="rId71"/>
              </p:custDataLst>
            </p:nvPr>
          </p:nvSpPr>
          <p:spPr>
            <a:xfrm>
              <a:off x="4334905" y="3282696"/>
              <a:ext cx="292608" cy="292608"/>
            </a:xfrm>
            <a:custGeom>
              <a:avLst/>
              <a:gdLst/>
              <a:ahLst/>
              <a:cxnLst/>
              <a:rect l="l" t="t" r="r" b="b"/>
              <a:pathLst>
                <a:path w="635000" h="635000">
                  <a:moveTo>
                    <a:pt x="317500" y="0"/>
                  </a:moveTo>
                  <a:arcTo wR="317500" hR="317500" stAng="16200000" swAng="7991999"/>
                  <a:lnTo>
                    <a:pt x="317500" y="317500"/>
                  </a:lnTo>
                  <a:close/>
                </a:path>
                <a:path w="635000" h="635000" fill="none">
                  <a:moveTo>
                    <a:pt x="548947" y="534843"/>
                  </a:moveTo>
                  <a:arcTo wR="317500" hR="317500" stAng="2591999" swAng="1360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8" name="Harvey 38/100 [38]">
              <a:extLst>
                <a:ext uri="{FF2B5EF4-FFF2-40B4-BE49-F238E27FC236}">
                  <a16:creationId xmlns:a16="http://schemas.microsoft.com/office/drawing/2014/main" id="{4F018A0A-A74A-4E47-BC47-203679D4F8C0}"/>
                </a:ext>
              </a:extLst>
            </p:cNvPr>
            <p:cNvSpPr>
              <a:spLocks noChangeAspect="1"/>
            </p:cNvSpPr>
            <p:nvPr>
              <p:custDataLst>
                <p:tags r:id="rId72"/>
              </p:custDataLst>
            </p:nvPr>
          </p:nvSpPr>
          <p:spPr>
            <a:xfrm>
              <a:off x="4334905" y="3282696"/>
              <a:ext cx="292608" cy="292608"/>
            </a:xfrm>
            <a:custGeom>
              <a:avLst/>
              <a:gdLst/>
              <a:ahLst/>
              <a:cxnLst/>
              <a:rect l="l" t="t" r="r" b="b"/>
              <a:pathLst>
                <a:path w="635000" h="635000">
                  <a:moveTo>
                    <a:pt x="317500" y="0"/>
                  </a:moveTo>
                  <a:arcTo wR="317500" hR="317500" stAng="16200000" swAng="8208000"/>
                  <a:lnTo>
                    <a:pt x="317500" y="317500"/>
                  </a:lnTo>
                  <a:close/>
                </a:path>
                <a:path w="635000" h="635000" fill="none">
                  <a:moveTo>
                    <a:pt x="534843" y="548947"/>
                  </a:moveTo>
                  <a:arcTo wR="317500" hR="317500" stAng="2808000" swAng="1339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9" name="Harvey 39/100 [39]">
              <a:extLst>
                <a:ext uri="{FF2B5EF4-FFF2-40B4-BE49-F238E27FC236}">
                  <a16:creationId xmlns:a16="http://schemas.microsoft.com/office/drawing/2014/main" id="{ACA75957-9FDB-46A2-82EC-77103CBEAC52}"/>
                </a:ext>
              </a:extLst>
            </p:cNvPr>
            <p:cNvSpPr>
              <a:spLocks noChangeAspect="1"/>
            </p:cNvSpPr>
            <p:nvPr>
              <p:custDataLst>
                <p:tags r:id="rId73"/>
              </p:custDataLst>
            </p:nvPr>
          </p:nvSpPr>
          <p:spPr>
            <a:xfrm>
              <a:off x="4334905" y="3282696"/>
              <a:ext cx="292608" cy="292608"/>
            </a:xfrm>
            <a:custGeom>
              <a:avLst/>
              <a:gdLst/>
              <a:ahLst/>
              <a:cxnLst/>
              <a:rect l="l" t="t" r="r" b="b"/>
              <a:pathLst>
                <a:path w="635000" h="635000">
                  <a:moveTo>
                    <a:pt x="317500" y="0"/>
                  </a:moveTo>
                  <a:arcTo wR="317500" hR="317500" stAng="16200000" swAng="8424000"/>
                  <a:lnTo>
                    <a:pt x="317500" y="317500"/>
                  </a:lnTo>
                  <a:close/>
                </a:path>
                <a:path w="635000" h="635000" fill="none">
                  <a:moveTo>
                    <a:pt x="519882" y="562137"/>
                  </a:moveTo>
                  <a:arcTo wR="317500" hR="317500" stAng="3024000" swAng="1317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0" name="Harvey 40/100 [40]">
              <a:extLst>
                <a:ext uri="{FF2B5EF4-FFF2-40B4-BE49-F238E27FC236}">
                  <a16:creationId xmlns:a16="http://schemas.microsoft.com/office/drawing/2014/main" id="{025DFA7F-A073-422A-8D20-E27D1ABE4342}"/>
                </a:ext>
              </a:extLst>
            </p:cNvPr>
            <p:cNvSpPr>
              <a:spLocks noChangeAspect="1"/>
            </p:cNvSpPr>
            <p:nvPr>
              <p:custDataLst>
                <p:tags r:id="rId74"/>
              </p:custDataLst>
            </p:nvPr>
          </p:nvSpPr>
          <p:spPr>
            <a:xfrm>
              <a:off x="4334905" y="3282696"/>
              <a:ext cx="292608" cy="292608"/>
            </a:xfrm>
            <a:custGeom>
              <a:avLst/>
              <a:gdLst/>
              <a:ahLst/>
              <a:cxnLst/>
              <a:rect l="l" t="t" r="r" b="b"/>
              <a:pathLst>
                <a:path w="635000" h="635000">
                  <a:moveTo>
                    <a:pt x="317500" y="0"/>
                  </a:moveTo>
                  <a:arcTo wR="317500" hR="317500" stAng="16200000" swAng="8640000"/>
                  <a:lnTo>
                    <a:pt x="317500" y="317500"/>
                  </a:lnTo>
                  <a:close/>
                </a:path>
                <a:path w="635000" h="635000" fill="none">
                  <a:moveTo>
                    <a:pt x="504121" y="574362"/>
                  </a:moveTo>
                  <a:arcTo wR="317500" hR="317500" stAng="3240000" swAng="1296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1" name="Harvey 41/100 [41]">
              <a:extLst>
                <a:ext uri="{FF2B5EF4-FFF2-40B4-BE49-F238E27FC236}">
                  <a16:creationId xmlns:a16="http://schemas.microsoft.com/office/drawing/2014/main" id="{BF311CE9-A4CB-4965-8F0F-5B6811E9FB20}"/>
                </a:ext>
              </a:extLst>
            </p:cNvPr>
            <p:cNvSpPr>
              <a:spLocks noChangeAspect="1"/>
            </p:cNvSpPr>
            <p:nvPr>
              <p:custDataLst>
                <p:tags r:id="rId75"/>
              </p:custDataLst>
            </p:nvPr>
          </p:nvSpPr>
          <p:spPr>
            <a:xfrm>
              <a:off x="4334905" y="3282696"/>
              <a:ext cx="292608" cy="292608"/>
            </a:xfrm>
            <a:custGeom>
              <a:avLst/>
              <a:gdLst/>
              <a:ahLst/>
              <a:cxnLst/>
              <a:rect l="l" t="t" r="r" b="b"/>
              <a:pathLst>
                <a:path w="635000" h="635000">
                  <a:moveTo>
                    <a:pt x="317500" y="0"/>
                  </a:moveTo>
                  <a:arcTo wR="317500" hR="317500" stAng="16200000" swAng="8856000"/>
                  <a:lnTo>
                    <a:pt x="317500" y="317500"/>
                  </a:lnTo>
                  <a:close/>
                </a:path>
                <a:path w="635000" h="635000" fill="none">
                  <a:moveTo>
                    <a:pt x="487625" y="585574"/>
                  </a:moveTo>
                  <a:arcTo wR="317500" hR="317500" stAng="3455999" swAng="1274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2" name="Harvey 42/100 [42]">
              <a:extLst>
                <a:ext uri="{FF2B5EF4-FFF2-40B4-BE49-F238E27FC236}">
                  <a16:creationId xmlns:a16="http://schemas.microsoft.com/office/drawing/2014/main" id="{1B415A3D-1E85-4E6A-8BAB-3BB56600BA4F}"/>
                </a:ext>
              </a:extLst>
            </p:cNvPr>
            <p:cNvSpPr>
              <a:spLocks noChangeAspect="1"/>
            </p:cNvSpPr>
            <p:nvPr>
              <p:custDataLst>
                <p:tags r:id="rId76"/>
              </p:custDataLst>
            </p:nvPr>
          </p:nvSpPr>
          <p:spPr>
            <a:xfrm>
              <a:off x="4334905" y="3282696"/>
              <a:ext cx="292608" cy="292608"/>
            </a:xfrm>
            <a:custGeom>
              <a:avLst/>
              <a:gdLst/>
              <a:ahLst/>
              <a:cxnLst/>
              <a:rect l="l" t="t" r="r" b="b"/>
              <a:pathLst>
                <a:path w="635000" h="635000">
                  <a:moveTo>
                    <a:pt x="317500" y="0"/>
                  </a:moveTo>
                  <a:arcTo wR="317500" hR="317500" stAng="16200000" swAng="9072000"/>
                  <a:lnTo>
                    <a:pt x="317500" y="317500"/>
                  </a:lnTo>
                  <a:close/>
                </a:path>
                <a:path w="635000" h="635000" fill="none">
                  <a:moveTo>
                    <a:pt x="470456" y="595727"/>
                  </a:moveTo>
                  <a:arcTo wR="317500" hR="317500" stAng="3671999" swAng="1252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3" name="Harvey 43/100 [43]">
              <a:extLst>
                <a:ext uri="{FF2B5EF4-FFF2-40B4-BE49-F238E27FC236}">
                  <a16:creationId xmlns:a16="http://schemas.microsoft.com/office/drawing/2014/main" id="{7EAD6077-4487-4E7D-846D-445E65B5291C}"/>
                </a:ext>
              </a:extLst>
            </p:cNvPr>
            <p:cNvSpPr>
              <a:spLocks noChangeAspect="1"/>
            </p:cNvSpPr>
            <p:nvPr>
              <p:custDataLst>
                <p:tags r:id="rId77"/>
              </p:custDataLst>
            </p:nvPr>
          </p:nvSpPr>
          <p:spPr>
            <a:xfrm>
              <a:off x="4334905" y="3282696"/>
              <a:ext cx="292608" cy="292608"/>
            </a:xfrm>
            <a:custGeom>
              <a:avLst/>
              <a:gdLst/>
              <a:ahLst/>
              <a:cxnLst/>
              <a:rect l="l" t="t" r="r" b="b"/>
              <a:pathLst>
                <a:path w="635000" h="635000">
                  <a:moveTo>
                    <a:pt x="317500" y="0"/>
                  </a:moveTo>
                  <a:arcTo wR="317500" hR="317500" stAng="16200000" swAng="9288000"/>
                  <a:lnTo>
                    <a:pt x="317500" y="317500"/>
                  </a:lnTo>
                  <a:close/>
                </a:path>
                <a:path w="635000" h="635000" fill="none">
                  <a:moveTo>
                    <a:pt x="452684" y="604782"/>
                  </a:moveTo>
                  <a:arcTo wR="317500" hR="317500" stAng="3888000" swAng="1231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4" name="Harvey 44/100 [44]">
              <a:extLst>
                <a:ext uri="{FF2B5EF4-FFF2-40B4-BE49-F238E27FC236}">
                  <a16:creationId xmlns:a16="http://schemas.microsoft.com/office/drawing/2014/main" id="{4B57ADAF-4A83-4CB4-8920-E2B9F994E83E}"/>
                </a:ext>
              </a:extLst>
            </p:cNvPr>
            <p:cNvSpPr>
              <a:spLocks noChangeAspect="1"/>
            </p:cNvSpPr>
            <p:nvPr>
              <p:custDataLst>
                <p:tags r:id="rId78"/>
              </p:custDataLst>
            </p:nvPr>
          </p:nvSpPr>
          <p:spPr>
            <a:xfrm>
              <a:off x="4334905" y="3282696"/>
              <a:ext cx="292608" cy="292608"/>
            </a:xfrm>
            <a:custGeom>
              <a:avLst/>
              <a:gdLst/>
              <a:ahLst/>
              <a:cxnLst/>
              <a:rect l="l" t="t" r="r" b="b"/>
              <a:pathLst>
                <a:path w="635000" h="635000">
                  <a:moveTo>
                    <a:pt x="317500" y="0"/>
                  </a:moveTo>
                  <a:arcTo wR="317500" hR="317500" stAng="16200000" swAng="9504000"/>
                  <a:lnTo>
                    <a:pt x="317500" y="317500"/>
                  </a:lnTo>
                  <a:close/>
                </a:path>
                <a:path w="635000" h="635000" fill="none">
                  <a:moveTo>
                    <a:pt x="434379" y="612704"/>
                  </a:moveTo>
                  <a:arcTo wR="317500" hR="317500" stAng="4104000" swAng="1209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5" name="Harvey 45/100 [45]">
              <a:extLst>
                <a:ext uri="{FF2B5EF4-FFF2-40B4-BE49-F238E27FC236}">
                  <a16:creationId xmlns:a16="http://schemas.microsoft.com/office/drawing/2014/main" id="{FF3E5416-AC43-4CBB-A32A-A966ED03106F}"/>
                </a:ext>
              </a:extLst>
            </p:cNvPr>
            <p:cNvSpPr>
              <a:spLocks noChangeAspect="1"/>
            </p:cNvSpPr>
            <p:nvPr>
              <p:custDataLst>
                <p:tags r:id="rId79"/>
              </p:custDataLst>
            </p:nvPr>
          </p:nvSpPr>
          <p:spPr>
            <a:xfrm>
              <a:off x="4334905" y="3282696"/>
              <a:ext cx="292608" cy="292608"/>
            </a:xfrm>
            <a:custGeom>
              <a:avLst/>
              <a:gdLst/>
              <a:ahLst/>
              <a:cxnLst/>
              <a:rect l="l" t="t" r="r" b="b"/>
              <a:pathLst>
                <a:path w="635000" h="635000">
                  <a:moveTo>
                    <a:pt x="317500" y="0"/>
                  </a:moveTo>
                  <a:arcTo wR="317500" hR="317500" stAng="16200000" swAng="9720000"/>
                  <a:lnTo>
                    <a:pt x="317500" y="317500"/>
                  </a:lnTo>
                  <a:close/>
                </a:path>
                <a:path w="635000" h="635000" fill="none">
                  <a:moveTo>
                    <a:pt x="415612" y="619460"/>
                  </a:moveTo>
                  <a:arcTo wR="317500" hR="317500" stAng="4320000" swAng="1188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6" name="Harvey 46/100 [46]">
              <a:extLst>
                <a:ext uri="{FF2B5EF4-FFF2-40B4-BE49-F238E27FC236}">
                  <a16:creationId xmlns:a16="http://schemas.microsoft.com/office/drawing/2014/main" id="{49AFF9C1-C19A-487C-A4C1-47DA87277C3B}"/>
                </a:ext>
              </a:extLst>
            </p:cNvPr>
            <p:cNvSpPr>
              <a:spLocks noChangeAspect="1"/>
            </p:cNvSpPr>
            <p:nvPr>
              <p:custDataLst>
                <p:tags r:id="rId80"/>
              </p:custDataLst>
            </p:nvPr>
          </p:nvSpPr>
          <p:spPr>
            <a:xfrm>
              <a:off x="4334905" y="3282696"/>
              <a:ext cx="292608" cy="292608"/>
            </a:xfrm>
            <a:custGeom>
              <a:avLst/>
              <a:gdLst/>
              <a:ahLst/>
              <a:cxnLst/>
              <a:rect l="l" t="t" r="r" b="b"/>
              <a:pathLst>
                <a:path w="635000" h="635000">
                  <a:moveTo>
                    <a:pt x="317500" y="0"/>
                  </a:moveTo>
                  <a:arcTo wR="317500" hR="317500" stAng="16200000" swAng="9936000"/>
                  <a:lnTo>
                    <a:pt x="317500" y="317500"/>
                  </a:lnTo>
                  <a:close/>
                </a:path>
                <a:path w="635000" h="635000" fill="none">
                  <a:moveTo>
                    <a:pt x="396459" y="625025"/>
                  </a:moveTo>
                  <a:arcTo wR="317500" hR="317500" stAng="4536000" swAng="1166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7" name="Harvey 47/100 [47]">
              <a:extLst>
                <a:ext uri="{FF2B5EF4-FFF2-40B4-BE49-F238E27FC236}">
                  <a16:creationId xmlns:a16="http://schemas.microsoft.com/office/drawing/2014/main" id="{F35AEE09-D82F-438F-9D01-96C6876241F1}"/>
                </a:ext>
              </a:extLst>
            </p:cNvPr>
            <p:cNvSpPr>
              <a:spLocks noChangeAspect="1"/>
            </p:cNvSpPr>
            <p:nvPr>
              <p:custDataLst>
                <p:tags r:id="rId81"/>
              </p:custDataLst>
            </p:nvPr>
          </p:nvSpPr>
          <p:spPr>
            <a:xfrm>
              <a:off x="4334905" y="3282696"/>
              <a:ext cx="292608" cy="292608"/>
            </a:xfrm>
            <a:custGeom>
              <a:avLst/>
              <a:gdLst/>
              <a:ahLst/>
              <a:cxnLst/>
              <a:rect l="l" t="t" r="r" b="b"/>
              <a:pathLst>
                <a:path w="635000" h="635000">
                  <a:moveTo>
                    <a:pt x="317500" y="0"/>
                  </a:moveTo>
                  <a:arcTo wR="317500" hR="317500" stAng="16200000" swAng="10152000"/>
                  <a:lnTo>
                    <a:pt x="317500" y="317500"/>
                  </a:lnTo>
                  <a:close/>
                </a:path>
                <a:path w="635000" h="635000" fill="none">
                  <a:moveTo>
                    <a:pt x="376993" y="629376"/>
                  </a:moveTo>
                  <a:arcTo wR="317500" hR="317500" stAng="4751999" swAng="1144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8" name="Harvey 48/100 [48]">
              <a:extLst>
                <a:ext uri="{FF2B5EF4-FFF2-40B4-BE49-F238E27FC236}">
                  <a16:creationId xmlns:a16="http://schemas.microsoft.com/office/drawing/2014/main" id="{4FC3325B-EEB2-4420-9715-1149CEACE9AC}"/>
                </a:ext>
              </a:extLst>
            </p:cNvPr>
            <p:cNvSpPr>
              <a:spLocks noChangeAspect="1"/>
            </p:cNvSpPr>
            <p:nvPr>
              <p:custDataLst>
                <p:tags r:id="rId82"/>
              </p:custDataLst>
            </p:nvPr>
          </p:nvSpPr>
          <p:spPr>
            <a:xfrm>
              <a:off x="4334905" y="3282696"/>
              <a:ext cx="292608" cy="292608"/>
            </a:xfrm>
            <a:custGeom>
              <a:avLst/>
              <a:gdLst/>
              <a:ahLst/>
              <a:cxnLst/>
              <a:rect l="l" t="t" r="r" b="b"/>
              <a:pathLst>
                <a:path w="635000" h="635000">
                  <a:moveTo>
                    <a:pt x="317500" y="0"/>
                  </a:moveTo>
                  <a:arcTo wR="317500" hR="317500" stAng="16200000" swAng="10367999"/>
                  <a:lnTo>
                    <a:pt x="317500" y="317500"/>
                  </a:lnTo>
                  <a:close/>
                </a:path>
                <a:path w="635000" h="635000" fill="none">
                  <a:moveTo>
                    <a:pt x="357293" y="632496"/>
                  </a:moveTo>
                  <a:arcTo wR="317500" hR="317500" stAng="4967999" swAng="1123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9" name="Harvey 49/100 [49]">
              <a:extLst>
                <a:ext uri="{FF2B5EF4-FFF2-40B4-BE49-F238E27FC236}">
                  <a16:creationId xmlns:a16="http://schemas.microsoft.com/office/drawing/2014/main" id="{3BE00D50-8FCE-4E11-AA24-10B621732F20}"/>
                </a:ext>
              </a:extLst>
            </p:cNvPr>
            <p:cNvSpPr>
              <a:spLocks noChangeAspect="1"/>
            </p:cNvSpPr>
            <p:nvPr>
              <p:custDataLst>
                <p:tags r:id="rId83"/>
              </p:custDataLst>
            </p:nvPr>
          </p:nvSpPr>
          <p:spPr>
            <a:xfrm>
              <a:off x="4334905" y="3282696"/>
              <a:ext cx="292608" cy="292608"/>
            </a:xfrm>
            <a:custGeom>
              <a:avLst/>
              <a:gdLst/>
              <a:ahLst/>
              <a:cxnLst/>
              <a:rect l="l" t="t" r="r" b="b"/>
              <a:pathLst>
                <a:path w="635000" h="635000">
                  <a:moveTo>
                    <a:pt x="317500" y="0"/>
                  </a:moveTo>
                  <a:arcTo wR="317500" hR="317500" stAng="16200000" swAng="10584000"/>
                  <a:lnTo>
                    <a:pt x="317500" y="317500"/>
                  </a:lnTo>
                  <a:close/>
                </a:path>
                <a:path w="635000" h="635000" fill="none">
                  <a:moveTo>
                    <a:pt x="337435" y="634373"/>
                  </a:moveTo>
                  <a:arcTo wR="317500" hR="317500" stAng="5184000" swAng="1101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0" name="Harvey 50/100 [50]">
              <a:extLst>
                <a:ext uri="{FF2B5EF4-FFF2-40B4-BE49-F238E27FC236}">
                  <a16:creationId xmlns:a16="http://schemas.microsoft.com/office/drawing/2014/main" id="{97083993-8BFD-443F-A3A3-D28EF389CE2B}"/>
                </a:ext>
              </a:extLst>
            </p:cNvPr>
            <p:cNvSpPr>
              <a:spLocks noChangeAspect="1"/>
            </p:cNvSpPr>
            <p:nvPr>
              <p:custDataLst>
                <p:tags r:id="rId84"/>
              </p:custDataLst>
            </p:nvPr>
          </p:nvSpPr>
          <p:spPr>
            <a:xfrm>
              <a:off x="4334905" y="3282696"/>
              <a:ext cx="292608" cy="292608"/>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1" name="Harvey 51/100 [51]">
              <a:extLst>
                <a:ext uri="{FF2B5EF4-FFF2-40B4-BE49-F238E27FC236}">
                  <a16:creationId xmlns:a16="http://schemas.microsoft.com/office/drawing/2014/main" id="{BDE38762-18E9-47FF-895E-325F5976ECAA}"/>
                </a:ext>
              </a:extLst>
            </p:cNvPr>
            <p:cNvSpPr>
              <a:spLocks noChangeAspect="1"/>
            </p:cNvSpPr>
            <p:nvPr>
              <p:custDataLst>
                <p:tags r:id="rId85"/>
              </p:custDataLst>
            </p:nvPr>
          </p:nvSpPr>
          <p:spPr>
            <a:xfrm>
              <a:off x="4334905" y="3282696"/>
              <a:ext cx="292608" cy="292608"/>
            </a:xfrm>
            <a:custGeom>
              <a:avLst/>
              <a:gdLst/>
              <a:ahLst/>
              <a:cxnLst/>
              <a:rect l="l" t="t" r="r" b="b"/>
              <a:pathLst>
                <a:path w="635000" h="635000">
                  <a:moveTo>
                    <a:pt x="317500" y="0"/>
                  </a:moveTo>
                  <a:arcTo wR="317500" hR="317500" stAng="16200000" swAng="11016000"/>
                  <a:lnTo>
                    <a:pt x="317500" y="317500"/>
                  </a:lnTo>
                  <a:close/>
                </a:path>
                <a:path w="635000" h="635000" fill="none">
                  <a:moveTo>
                    <a:pt x="297564" y="634373"/>
                  </a:moveTo>
                  <a:arcTo wR="317500" hR="317500" stAng="5616000" swAng="1058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2" name="Harvey 52/100 [52]">
              <a:extLst>
                <a:ext uri="{FF2B5EF4-FFF2-40B4-BE49-F238E27FC236}">
                  <a16:creationId xmlns:a16="http://schemas.microsoft.com/office/drawing/2014/main" id="{785EAA21-FBCD-46DC-8430-7AB12F5A66AF}"/>
                </a:ext>
              </a:extLst>
            </p:cNvPr>
            <p:cNvSpPr>
              <a:spLocks noChangeAspect="1"/>
            </p:cNvSpPr>
            <p:nvPr>
              <p:custDataLst>
                <p:tags r:id="rId86"/>
              </p:custDataLst>
            </p:nvPr>
          </p:nvSpPr>
          <p:spPr>
            <a:xfrm>
              <a:off x="4334905" y="3282696"/>
              <a:ext cx="292608" cy="292608"/>
            </a:xfrm>
            <a:custGeom>
              <a:avLst/>
              <a:gdLst/>
              <a:ahLst/>
              <a:cxnLst/>
              <a:rect l="l" t="t" r="r" b="b"/>
              <a:pathLst>
                <a:path w="635000" h="635000">
                  <a:moveTo>
                    <a:pt x="317500" y="0"/>
                  </a:moveTo>
                  <a:arcTo wR="317500" hR="317500" stAng="16200000" swAng="11232000"/>
                  <a:lnTo>
                    <a:pt x="317500" y="317500"/>
                  </a:lnTo>
                  <a:close/>
                </a:path>
                <a:path w="635000" h="635000" fill="none">
                  <a:moveTo>
                    <a:pt x="277706" y="632496"/>
                  </a:moveTo>
                  <a:arcTo wR="317500" hR="317500" stAng="5832000" swAng="10367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3" name="Harvey 53/100 [53]">
              <a:extLst>
                <a:ext uri="{FF2B5EF4-FFF2-40B4-BE49-F238E27FC236}">
                  <a16:creationId xmlns:a16="http://schemas.microsoft.com/office/drawing/2014/main" id="{858D54BA-F4A5-4C67-830E-E85FF6EE735D}"/>
                </a:ext>
              </a:extLst>
            </p:cNvPr>
            <p:cNvSpPr>
              <a:spLocks noChangeAspect="1"/>
            </p:cNvSpPr>
            <p:nvPr>
              <p:custDataLst>
                <p:tags r:id="rId87"/>
              </p:custDataLst>
            </p:nvPr>
          </p:nvSpPr>
          <p:spPr>
            <a:xfrm>
              <a:off x="4334905" y="3282696"/>
              <a:ext cx="292608" cy="292608"/>
            </a:xfrm>
            <a:custGeom>
              <a:avLst/>
              <a:gdLst/>
              <a:ahLst/>
              <a:cxnLst/>
              <a:rect l="l" t="t" r="r" b="b"/>
              <a:pathLst>
                <a:path w="635000" h="635000">
                  <a:moveTo>
                    <a:pt x="317500" y="0"/>
                  </a:moveTo>
                  <a:arcTo wR="317500" hR="317500" stAng="16200000" swAng="11448000"/>
                  <a:lnTo>
                    <a:pt x="317500" y="317500"/>
                  </a:lnTo>
                  <a:close/>
                </a:path>
                <a:path w="635000" h="635000" fill="none">
                  <a:moveTo>
                    <a:pt x="258006" y="629376"/>
                  </a:moveTo>
                  <a:arcTo wR="317500" hR="317500" stAng="6048000" swAng="1015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4" name="Harvey 54/100 [54]">
              <a:extLst>
                <a:ext uri="{FF2B5EF4-FFF2-40B4-BE49-F238E27FC236}">
                  <a16:creationId xmlns:a16="http://schemas.microsoft.com/office/drawing/2014/main" id="{AC41BD7B-E1FA-4AED-B11C-E03936A672E6}"/>
                </a:ext>
              </a:extLst>
            </p:cNvPr>
            <p:cNvSpPr>
              <a:spLocks noChangeAspect="1"/>
            </p:cNvSpPr>
            <p:nvPr>
              <p:custDataLst>
                <p:tags r:id="rId88"/>
              </p:custDataLst>
            </p:nvPr>
          </p:nvSpPr>
          <p:spPr>
            <a:xfrm>
              <a:off x="4334905" y="3282696"/>
              <a:ext cx="292608" cy="292608"/>
            </a:xfrm>
            <a:custGeom>
              <a:avLst/>
              <a:gdLst/>
              <a:ahLst/>
              <a:cxnLst/>
              <a:rect l="l" t="t" r="r" b="b"/>
              <a:pathLst>
                <a:path w="635000" h="635000">
                  <a:moveTo>
                    <a:pt x="317500" y="0"/>
                  </a:moveTo>
                  <a:arcTo wR="317500" hR="317500" stAng="16200000" swAng="11664000"/>
                  <a:lnTo>
                    <a:pt x="317500" y="317500"/>
                  </a:lnTo>
                  <a:close/>
                </a:path>
                <a:path w="635000" h="635000" fill="none">
                  <a:moveTo>
                    <a:pt x="238540" y="625025"/>
                  </a:moveTo>
                  <a:arcTo wR="317500" hR="317500" stAng="6264000" swAng="993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5" name="Harvey 55/100 [55]">
              <a:extLst>
                <a:ext uri="{FF2B5EF4-FFF2-40B4-BE49-F238E27FC236}">
                  <a16:creationId xmlns:a16="http://schemas.microsoft.com/office/drawing/2014/main" id="{BAF901A0-5FD1-4B29-9AF9-DB8B19412429}"/>
                </a:ext>
              </a:extLst>
            </p:cNvPr>
            <p:cNvSpPr>
              <a:spLocks noChangeAspect="1"/>
            </p:cNvSpPr>
            <p:nvPr>
              <p:custDataLst>
                <p:tags r:id="rId89"/>
              </p:custDataLst>
            </p:nvPr>
          </p:nvSpPr>
          <p:spPr>
            <a:xfrm>
              <a:off x="4334905" y="3282696"/>
              <a:ext cx="292608" cy="292608"/>
            </a:xfrm>
            <a:custGeom>
              <a:avLst/>
              <a:gdLst/>
              <a:ahLst/>
              <a:cxnLst/>
              <a:rect l="l" t="t" r="r" b="b"/>
              <a:pathLst>
                <a:path w="635000" h="635000">
                  <a:moveTo>
                    <a:pt x="317500" y="0"/>
                  </a:moveTo>
                  <a:arcTo wR="317500" hR="317500" stAng="16200000" swAng="11880000"/>
                  <a:lnTo>
                    <a:pt x="317500" y="317500"/>
                  </a:lnTo>
                  <a:close/>
                </a:path>
                <a:path w="635000" h="635000" fill="none">
                  <a:moveTo>
                    <a:pt x="219387" y="619460"/>
                  </a:moveTo>
                  <a:arcTo wR="317500" hR="317500" stAng="6480000" swAng="9719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6" name="Harvey 56/100 [56]">
              <a:extLst>
                <a:ext uri="{FF2B5EF4-FFF2-40B4-BE49-F238E27FC236}">
                  <a16:creationId xmlns:a16="http://schemas.microsoft.com/office/drawing/2014/main" id="{3EFF555D-6B7F-481F-ADC2-746953BA7F97}"/>
                </a:ext>
              </a:extLst>
            </p:cNvPr>
            <p:cNvSpPr>
              <a:spLocks noChangeAspect="1"/>
            </p:cNvSpPr>
            <p:nvPr>
              <p:custDataLst>
                <p:tags r:id="rId90"/>
              </p:custDataLst>
            </p:nvPr>
          </p:nvSpPr>
          <p:spPr>
            <a:xfrm>
              <a:off x="4334905" y="3282696"/>
              <a:ext cx="292608" cy="292608"/>
            </a:xfrm>
            <a:custGeom>
              <a:avLst/>
              <a:gdLst/>
              <a:ahLst/>
              <a:cxnLst/>
              <a:rect l="l" t="t" r="r" b="b"/>
              <a:pathLst>
                <a:path w="635000" h="635000">
                  <a:moveTo>
                    <a:pt x="317500" y="0"/>
                  </a:moveTo>
                  <a:arcTo wR="317500" hR="317500" stAng="16200000" swAng="12096000"/>
                  <a:lnTo>
                    <a:pt x="317500" y="317500"/>
                  </a:lnTo>
                  <a:close/>
                </a:path>
                <a:path w="635000" h="635000" fill="none">
                  <a:moveTo>
                    <a:pt x="200620" y="612704"/>
                  </a:moveTo>
                  <a:arcTo wR="317500" hR="317500" stAng="6696000" swAng="950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7" name="Harvey 57/100 [57]">
              <a:extLst>
                <a:ext uri="{FF2B5EF4-FFF2-40B4-BE49-F238E27FC236}">
                  <a16:creationId xmlns:a16="http://schemas.microsoft.com/office/drawing/2014/main" id="{A4D3BE31-8C07-4912-AB8B-8331A665C238}"/>
                </a:ext>
              </a:extLst>
            </p:cNvPr>
            <p:cNvSpPr>
              <a:spLocks noChangeAspect="1"/>
            </p:cNvSpPr>
            <p:nvPr>
              <p:custDataLst>
                <p:tags r:id="rId91"/>
              </p:custDataLst>
            </p:nvPr>
          </p:nvSpPr>
          <p:spPr>
            <a:xfrm>
              <a:off x="4334905" y="3282696"/>
              <a:ext cx="292608" cy="292608"/>
            </a:xfrm>
            <a:custGeom>
              <a:avLst/>
              <a:gdLst/>
              <a:ahLst/>
              <a:cxnLst/>
              <a:rect l="l" t="t" r="r" b="b"/>
              <a:pathLst>
                <a:path w="635000" h="635000">
                  <a:moveTo>
                    <a:pt x="317500" y="0"/>
                  </a:moveTo>
                  <a:arcTo wR="317500" hR="317500" stAng="16200000" swAng="12312000"/>
                  <a:lnTo>
                    <a:pt x="317500" y="317500"/>
                  </a:lnTo>
                  <a:close/>
                </a:path>
                <a:path w="635000" h="635000" fill="none">
                  <a:moveTo>
                    <a:pt x="182315" y="604782"/>
                  </a:moveTo>
                  <a:arcTo wR="317500" hR="317500" stAng="6911999" swAng="928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8" name="Harvey 58/100 [58]">
              <a:extLst>
                <a:ext uri="{FF2B5EF4-FFF2-40B4-BE49-F238E27FC236}">
                  <a16:creationId xmlns:a16="http://schemas.microsoft.com/office/drawing/2014/main" id="{E7B5A5D9-6DD2-4B0A-9557-7A7AF774103E}"/>
                </a:ext>
              </a:extLst>
            </p:cNvPr>
            <p:cNvSpPr>
              <a:spLocks noChangeAspect="1"/>
            </p:cNvSpPr>
            <p:nvPr>
              <p:custDataLst>
                <p:tags r:id="rId92"/>
              </p:custDataLst>
            </p:nvPr>
          </p:nvSpPr>
          <p:spPr>
            <a:xfrm>
              <a:off x="4334905" y="3282696"/>
              <a:ext cx="292608" cy="292608"/>
            </a:xfrm>
            <a:custGeom>
              <a:avLst/>
              <a:gdLst/>
              <a:ahLst/>
              <a:cxnLst/>
              <a:rect l="l" t="t" r="r" b="b"/>
              <a:pathLst>
                <a:path w="635000" h="635000">
                  <a:moveTo>
                    <a:pt x="317500" y="0"/>
                  </a:moveTo>
                  <a:arcTo wR="317500" hR="317500" stAng="16200000" swAng="12527999"/>
                  <a:lnTo>
                    <a:pt x="317500" y="317500"/>
                  </a:lnTo>
                  <a:close/>
                </a:path>
                <a:path w="635000" h="635000" fill="none">
                  <a:moveTo>
                    <a:pt x="164543" y="595727"/>
                  </a:moveTo>
                  <a:arcTo wR="317500" hR="317500" stAng="7127999" swAng="907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9" name="Harvey 59/100 [59]">
              <a:extLst>
                <a:ext uri="{FF2B5EF4-FFF2-40B4-BE49-F238E27FC236}">
                  <a16:creationId xmlns:a16="http://schemas.microsoft.com/office/drawing/2014/main" id="{88458C0E-D234-4C86-A6CC-B8CD6C445F00}"/>
                </a:ext>
              </a:extLst>
            </p:cNvPr>
            <p:cNvSpPr>
              <a:spLocks noChangeAspect="1"/>
            </p:cNvSpPr>
            <p:nvPr>
              <p:custDataLst>
                <p:tags r:id="rId93"/>
              </p:custDataLst>
            </p:nvPr>
          </p:nvSpPr>
          <p:spPr>
            <a:xfrm>
              <a:off x="4334905" y="3282696"/>
              <a:ext cx="292608" cy="292608"/>
            </a:xfrm>
            <a:custGeom>
              <a:avLst/>
              <a:gdLst/>
              <a:ahLst/>
              <a:cxnLst/>
              <a:rect l="l" t="t" r="r" b="b"/>
              <a:pathLst>
                <a:path w="635000" h="635000">
                  <a:moveTo>
                    <a:pt x="317500" y="0"/>
                  </a:moveTo>
                  <a:arcTo wR="317500" hR="317500" stAng="16200000" swAng="12743999"/>
                  <a:lnTo>
                    <a:pt x="317500" y="317500"/>
                  </a:lnTo>
                  <a:close/>
                </a:path>
                <a:path w="635000" h="635000" fill="none">
                  <a:moveTo>
                    <a:pt x="147374" y="585574"/>
                  </a:moveTo>
                  <a:arcTo wR="317500" hR="317500" stAng="7343999" swAng="885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0" name="Harvey 60/100 [60]">
              <a:extLst>
                <a:ext uri="{FF2B5EF4-FFF2-40B4-BE49-F238E27FC236}">
                  <a16:creationId xmlns:a16="http://schemas.microsoft.com/office/drawing/2014/main" id="{0924D2C6-D224-49FD-A4B8-312AFD605E78}"/>
                </a:ext>
              </a:extLst>
            </p:cNvPr>
            <p:cNvSpPr>
              <a:spLocks noChangeAspect="1"/>
            </p:cNvSpPr>
            <p:nvPr>
              <p:custDataLst>
                <p:tags r:id="rId94"/>
              </p:custDataLst>
            </p:nvPr>
          </p:nvSpPr>
          <p:spPr>
            <a:xfrm>
              <a:off x="4334905" y="3282696"/>
              <a:ext cx="292608" cy="292608"/>
            </a:xfrm>
            <a:custGeom>
              <a:avLst/>
              <a:gdLst/>
              <a:ahLst/>
              <a:cxnLst/>
              <a:rect l="l" t="t" r="r" b="b"/>
              <a:pathLst>
                <a:path w="635000" h="635000">
                  <a:moveTo>
                    <a:pt x="317500" y="0"/>
                  </a:moveTo>
                  <a:arcTo wR="317500" hR="317500" stAng="16200000" swAng="12960000"/>
                  <a:lnTo>
                    <a:pt x="317500" y="317500"/>
                  </a:lnTo>
                  <a:close/>
                </a:path>
                <a:path w="635000" h="635000" fill="none">
                  <a:moveTo>
                    <a:pt x="130878" y="574362"/>
                  </a:moveTo>
                  <a:arcTo wR="317500" hR="317500" stAng="7560000" swAng="864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1" name="Harvey 61/100 [61]">
              <a:extLst>
                <a:ext uri="{FF2B5EF4-FFF2-40B4-BE49-F238E27FC236}">
                  <a16:creationId xmlns:a16="http://schemas.microsoft.com/office/drawing/2014/main" id="{F9FB23C2-D568-49AC-B8FD-0480EB019739}"/>
                </a:ext>
              </a:extLst>
            </p:cNvPr>
            <p:cNvSpPr>
              <a:spLocks noChangeAspect="1"/>
            </p:cNvSpPr>
            <p:nvPr>
              <p:custDataLst>
                <p:tags r:id="rId95"/>
              </p:custDataLst>
            </p:nvPr>
          </p:nvSpPr>
          <p:spPr>
            <a:xfrm>
              <a:off x="4334905" y="3282696"/>
              <a:ext cx="292608" cy="292608"/>
            </a:xfrm>
            <a:custGeom>
              <a:avLst/>
              <a:gdLst/>
              <a:ahLst/>
              <a:cxnLst/>
              <a:rect l="l" t="t" r="r" b="b"/>
              <a:pathLst>
                <a:path w="635000" h="635000">
                  <a:moveTo>
                    <a:pt x="317500" y="0"/>
                  </a:moveTo>
                  <a:arcTo wR="317500" hR="317500" stAng="16200000" swAng="13176000"/>
                  <a:lnTo>
                    <a:pt x="317500" y="317500"/>
                  </a:lnTo>
                  <a:close/>
                </a:path>
                <a:path w="635000" h="635000" fill="none">
                  <a:moveTo>
                    <a:pt x="115117" y="562137"/>
                  </a:moveTo>
                  <a:arcTo wR="317500" hR="317500" stAng="7776000" swAng="842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2" name="Harvey 62/100 [62]">
              <a:extLst>
                <a:ext uri="{FF2B5EF4-FFF2-40B4-BE49-F238E27FC236}">
                  <a16:creationId xmlns:a16="http://schemas.microsoft.com/office/drawing/2014/main" id="{9EF3159D-F4FB-4032-BCCB-55E6ED5EEFC7}"/>
                </a:ext>
              </a:extLst>
            </p:cNvPr>
            <p:cNvSpPr>
              <a:spLocks noChangeAspect="1"/>
            </p:cNvSpPr>
            <p:nvPr>
              <p:custDataLst>
                <p:tags r:id="rId96"/>
              </p:custDataLst>
            </p:nvPr>
          </p:nvSpPr>
          <p:spPr>
            <a:xfrm>
              <a:off x="4334905" y="3282696"/>
              <a:ext cx="292608" cy="292608"/>
            </a:xfrm>
            <a:custGeom>
              <a:avLst/>
              <a:gdLst/>
              <a:ahLst/>
              <a:cxnLst/>
              <a:rect l="l" t="t" r="r" b="b"/>
              <a:pathLst>
                <a:path w="635000" h="635000">
                  <a:moveTo>
                    <a:pt x="317500" y="0"/>
                  </a:moveTo>
                  <a:arcTo wR="317500" hR="317500" stAng="16200000" swAng="13392000"/>
                  <a:lnTo>
                    <a:pt x="317500" y="317500"/>
                  </a:lnTo>
                  <a:close/>
                </a:path>
                <a:path w="635000" h="635000" fill="none">
                  <a:moveTo>
                    <a:pt x="100156" y="548947"/>
                  </a:moveTo>
                  <a:arcTo wR="317500" hR="317500" stAng="7991999" swAng="820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3" name="Harvey 63/100 [63]">
              <a:extLst>
                <a:ext uri="{FF2B5EF4-FFF2-40B4-BE49-F238E27FC236}">
                  <a16:creationId xmlns:a16="http://schemas.microsoft.com/office/drawing/2014/main" id="{9362C8EA-6D15-4E0C-8AE9-B1B50EB297B8}"/>
                </a:ext>
              </a:extLst>
            </p:cNvPr>
            <p:cNvSpPr>
              <a:spLocks noChangeAspect="1"/>
            </p:cNvSpPr>
            <p:nvPr>
              <p:custDataLst>
                <p:tags r:id="rId97"/>
              </p:custDataLst>
            </p:nvPr>
          </p:nvSpPr>
          <p:spPr>
            <a:xfrm>
              <a:off x="4334905" y="3282696"/>
              <a:ext cx="292608" cy="292608"/>
            </a:xfrm>
            <a:custGeom>
              <a:avLst/>
              <a:gdLst/>
              <a:ahLst/>
              <a:cxnLst/>
              <a:rect l="l" t="t" r="r" b="b"/>
              <a:pathLst>
                <a:path w="635000" h="635000">
                  <a:moveTo>
                    <a:pt x="317500" y="0"/>
                  </a:moveTo>
                  <a:arcTo wR="317500" hR="317500" stAng="16200000" swAng="13608000"/>
                  <a:lnTo>
                    <a:pt x="317500" y="317500"/>
                  </a:lnTo>
                  <a:close/>
                </a:path>
                <a:path w="635000" h="635000" fill="none">
                  <a:moveTo>
                    <a:pt x="86052" y="534843"/>
                  </a:moveTo>
                  <a:arcTo wR="317500" hR="317500" stAng="8208000" swAng="7991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4" name="Harvey 64/100 [64]">
              <a:extLst>
                <a:ext uri="{FF2B5EF4-FFF2-40B4-BE49-F238E27FC236}">
                  <a16:creationId xmlns:a16="http://schemas.microsoft.com/office/drawing/2014/main" id="{91EB375D-1444-4BE3-A696-66272A1564CD}"/>
                </a:ext>
              </a:extLst>
            </p:cNvPr>
            <p:cNvSpPr>
              <a:spLocks noChangeAspect="1"/>
            </p:cNvSpPr>
            <p:nvPr>
              <p:custDataLst>
                <p:tags r:id="rId98"/>
              </p:custDataLst>
            </p:nvPr>
          </p:nvSpPr>
          <p:spPr>
            <a:xfrm>
              <a:off x="4334905" y="3282696"/>
              <a:ext cx="292608" cy="292608"/>
            </a:xfrm>
            <a:custGeom>
              <a:avLst/>
              <a:gdLst/>
              <a:ahLst/>
              <a:cxnLst/>
              <a:rect l="l" t="t" r="r" b="b"/>
              <a:pathLst>
                <a:path w="635000" h="635000">
                  <a:moveTo>
                    <a:pt x="317500" y="0"/>
                  </a:moveTo>
                  <a:arcTo wR="317500" hR="317500" stAng="16200000" swAng="13824000"/>
                  <a:lnTo>
                    <a:pt x="317500" y="317500"/>
                  </a:lnTo>
                  <a:close/>
                </a:path>
                <a:path w="635000" h="635000" fill="none">
                  <a:moveTo>
                    <a:pt x="72862" y="519882"/>
                  </a:moveTo>
                  <a:arcTo wR="317500" hR="317500" stAng="8424000" swAng="777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5" name="Harvey 65/100 [65]">
              <a:extLst>
                <a:ext uri="{FF2B5EF4-FFF2-40B4-BE49-F238E27FC236}">
                  <a16:creationId xmlns:a16="http://schemas.microsoft.com/office/drawing/2014/main" id="{9A3002B1-5D17-4BCB-9A44-B2FB4025D02F}"/>
                </a:ext>
              </a:extLst>
            </p:cNvPr>
            <p:cNvSpPr>
              <a:spLocks noChangeAspect="1"/>
            </p:cNvSpPr>
            <p:nvPr>
              <p:custDataLst>
                <p:tags r:id="rId99"/>
              </p:custDataLst>
            </p:nvPr>
          </p:nvSpPr>
          <p:spPr>
            <a:xfrm>
              <a:off x="4334905" y="3282696"/>
              <a:ext cx="292608" cy="292608"/>
            </a:xfrm>
            <a:custGeom>
              <a:avLst/>
              <a:gdLst/>
              <a:ahLst/>
              <a:cxnLst/>
              <a:rect l="l" t="t" r="r" b="b"/>
              <a:pathLst>
                <a:path w="635000" h="635000">
                  <a:moveTo>
                    <a:pt x="317500" y="0"/>
                  </a:moveTo>
                  <a:arcTo wR="317500" hR="317500" stAng="16200000" swAng="14040000"/>
                  <a:lnTo>
                    <a:pt x="317500" y="317500"/>
                  </a:lnTo>
                  <a:close/>
                </a:path>
                <a:path w="635000" h="635000" fill="none">
                  <a:moveTo>
                    <a:pt x="60637" y="504121"/>
                  </a:moveTo>
                  <a:arcTo wR="317500" hR="317500" stAng="8640000" swAng="7559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6" name="Harvey 66/100 [66]">
              <a:extLst>
                <a:ext uri="{FF2B5EF4-FFF2-40B4-BE49-F238E27FC236}">
                  <a16:creationId xmlns:a16="http://schemas.microsoft.com/office/drawing/2014/main" id="{E5F2FDE4-04B2-4A45-A685-14E0C51883A5}"/>
                </a:ext>
              </a:extLst>
            </p:cNvPr>
            <p:cNvSpPr>
              <a:spLocks noChangeAspect="1"/>
            </p:cNvSpPr>
            <p:nvPr>
              <p:custDataLst>
                <p:tags r:id="rId100"/>
              </p:custDataLst>
            </p:nvPr>
          </p:nvSpPr>
          <p:spPr>
            <a:xfrm>
              <a:off x="4334905" y="3282696"/>
              <a:ext cx="292608" cy="292608"/>
            </a:xfrm>
            <a:custGeom>
              <a:avLst/>
              <a:gdLst/>
              <a:ahLst/>
              <a:cxnLst/>
              <a:rect l="l" t="t" r="r" b="b"/>
              <a:pathLst>
                <a:path w="635000" h="635000">
                  <a:moveTo>
                    <a:pt x="317500" y="0"/>
                  </a:moveTo>
                  <a:arcTo wR="317500" hR="317500" stAng="16200000" swAng="14256000"/>
                  <a:lnTo>
                    <a:pt x="317500" y="317500"/>
                  </a:lnTo>
                  <a:close/>
                </a:path>
                <a:path w="635000" h="635000" fill="none">
                  <a:moveTo>
                    <a:pt x="49425" y="487625"/>
                  </a:moveTo>
                  <a:arcTo wR="317500" hR="317500" stAng="8856000" swAng="734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7" name="Harvey 67/100 [67]">
              <a:extLst>
                <a:ext uri="{FF2B5EF4-FFF2-40B4-BE49-F238E27FC236}">
                  <a16:creationId xmlns:a16="http://schemas.microsoft.com/office/drawing/2014/main" id="{D399A169-3845-4CD5-A62C-F4586F1FAFE8}"/>
                </a:ext>
              </a:extLst>
            </p:cNvPr>
            <p:cNvSpPr>
              <a:spLocks noChangeAspect="1"/>
            </p:cNvSpPr>
            <p:nvPr>
              <p:custDataLst>
                <p:tags r:id="rId101"/>
              </p:custDataLst>
            </p:nvPr>
          </p:nvSpPr>
          <p:spPr>
            <a:xfrm>
              <a:off x="4334905" y="3282696"/>
              <a:ext cx="292608" cy="292608"/>
            </a:xfrm>
            <a:custGeom>
              <a:avLst/>
              <a:gdLst/>
              <a:ahLst/>
              <a:cxnLst/>
              <a:rect l="l" t="t" r="r" b="b"/>
              <a:pathLst>
                <a:path w="635000" h="635000">
                  <a:moveTo>
                    <a:pt x="317500" y="0"/>
                  </a:moveTo>
                  <a:arcTo wR="317500" hR="317500" stAng="16200000" swAng="14472000"/>
                  <a:lnTo>
                    <a:pt x="317500" y="317500"/>
                  </a:lnTo>
                  <a:close/>
                </a:path>
                <a:path w="635000" h="635000" fill="none">
                  <a:moveTo>
                    <a:pt x="39272" y="470456"/>
                  </a:moveTo>
                  <a:arcTo wR="317500" hR="317500" stAng="9072000" swAng="7127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8" name="Harvey 68/100 [68]">
              <a:extLst>
                <a:ext uri="{FF2B5EF4-FFF2-40B4-BE49-F238E27FC236}">
                  <a16:creationId xmlns:a16="http://schemas.microsoft.com/office/drawing/2014/main" id="{E12F5173-9960-47F5-9A91-B043294E14CB}"/>
                </a:ext>
              </a:extLst>
            </p:cNvPr>
            <p:cNvSpPr>
              <a:spLocks noChangeAspect="1"/>
            </p:cNvSpPr>
            <p:nvPr>
              <p:custDataLst>
                <p:tags r:id="rId102"/>
              </p:custDataLst>
            </p:nvPr>
          </p:nvSpPr>
          <p:spPr>
            <a:xfrm>
              <a:off x="4334905" y="3282696"/>
              <a:ext cx="292608" cy="292608"/>
            </a:xfrm>
            <a:custGeom>
              <a:avLst/>
              <a:gdLst/>
              <a:ahLst/>
              <a:cxnLst/>
              <a:rect l="l" t="t" r="r" b="b"/>
              <a:pathLst>
                <a:path w="635000" h="635000">
                  <a:moveTo>
                    <a:pt x="317500" y="0"/>
                  </a:moveTo>
                  <a:arcTo wR="317500" hR="317500" stAng="16200000" swAng="14688000"/>
                  <a:lnTo>
                    <a:pt x="317500" y="317500"/>
                  </a:lnTo>
                  <a:close/>
                </a:path>
                <a:path w="635000" h="635000" fill="none">
                  <a:moveTo>
                    <a:pt x="30217" y="452684"/>
                  </a:moveTo>
                  <a:arcTo wR="317500" hR="317500" stAng="9288000" swAng="6911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9" name="Harvey 69/100 [69]">
              <a:extLst>
                <a:ext uri="{FF2B5EF4-FFF2-40B4-BE49-F238E27FC236}">
                  <a16:creationId xmlns:a16="http://schemas.microsoft.com/office/drawing/2014/main" id="{DD9B9229-3D3A-4706-BEEC-04C19A30C5C3}"/>
                </a:ext>
              </a:extLst>
            </p:cNvPr>
            <p:cNvSpPr>
              <a:spLocks noChangeAspect="1"/>
            </p:cNvSpPr>
            <p:nvPr>
              <p:custDataLst>
                <p:tags r:id="rId103"/>
              </p:custDataLst>
            </p:nvPr>
          </p:nvSpPr>
          <p:spPr>
            <a:xfrm>
              <a:off x="4334905" y="3282696"/>
              <a:ext cx="292608" cy="292608"/>
            </a:xfrm>
            <a:custGeom>
              <a:avLst/>
              <a:gdLst/>
              <a:ahLst/>
              <a:cxnLst/>
              <a:rect l="l" t="t" r="r" b="b"/>
              <a:pathLst>
                <a:path w="635000" h="635000">
                  <a:moveTo>
                    <a:pt x="317500" y="0"/>
                  </a:moveTo>
                  <a:arcTo wR="317500" hR="317500" stAng="16200000" swAng="14903999"/>
                  <a:lnTo>
                    <a:pt x="317500" y="317500"/>
                  </a:lnTo>
                  <a:close/>
                </a:path>
                <a:path w="635000" h="635000" fill="none">
                  <a:moveTo>
                    <a:pt x="22295" y="434379"/>
                  </a:moveTo>
                  <a:arcTo wR="317500" hR="317500" stAng="9503999" swAng="669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0" name="Harvey 70/100 [70]">
              <a:extLst>
                <a:ext uri="{FF2B5EF4-FFF2-40B4-BE49-F238E27FC236}">
                  <a16:creationId xmlns:a16="http://schemas.microsoft.com/office/drawing/2014/main" id="{795A4CC8-0C08-491C-8D7F-95EC8E0E25B8}"/>
                </a:ext>
              </a:extLst>
            </p:cNvPr>
            <p:cNvSpPr>
              <a:spLocks noChangeAspect="1"/>
            </p:cNvSpPr>
            <p:nvPr>
              <p:custDataLst>
                <p:tags r:id="rId104"/>
              </p:custDataLst>
            </p:nvPr>
          </p:nvSpPr>
          <p:spPr>
            <a:xfrm>
              <a:off x="4334905" y="3282696"/>
              <a:ext cx="292608" cy="292608"/>
            </a:xfrm>
            <a:custGeom>
              <a:avLst/>
              <a:gdLst/>
              <a:ahLst/>
              <a:cxnLst/>
              <a:rect l="l" t="t" r="r" b="b"/>
              <a:pathLst>
                <a:path w="635000" h="635000">
                  <a:moveTo>
                    <a:pt x="317500" y="0"/>
                  </a:moveTo>
                  <a:arcTo wR="317500" hR="317500" stAng="16200000" swAng="15119999"/>
                  <a:lnTo>
                    <a:pt x="317500" y="317500"/>
                  </a:lnTo>
                  <a:close/>
                </a:path>
                <a:path w="635000" h="635000" fill="none">
                  <a:moveTo>
                    <a:pt x="15539" y="415612"/>
                  </a:moveTo>
                  <a:arcTo wR="317500" hR="317500" stAng="9719999" swAng="648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1" name="Harvey 71/100 [71]">
              <a:extLst>
                <a:ext uri="{FF2B5EF4-FFF2-40B4-BE49-F238E27FC236}">
                  <a16:creationId xmlns:a16="http://schemas.microsoft.com/office/drawing/2014/main" id="{91862A76-5FCC-4C25-9A3F-A10651AC7725}"/>
                </a:ext>
              </a:extLst>
            </p:cNvPr>
            <p:cNvSpPr>
              <a:spLocks noChangeAspect="1"/>
            </p:cNvSpPr>
            <p:nvPr>
              <p:custDataLst>
                <p:tags r:id="rId105"/>
              </p:custDataLst>
            </p:nvPr>
          </p:nvSpPr>
          <p:spPr>
            <a:xfrm>
              <a:off x="4334905" y="3282696"/>
              <a:ext cx="292608" cy="292608"/>
            </a:xfrm>
            <a:custGeom>
              <a:avLst/>
              <a:gdLst/>
              <a:ahLst/>
              <a:cxnLst/>
              <a:rect l="l" t="t" r="r" b="b"/>
              <a:pathLst>
                <a:path w="635000" h="635000">
                  <a:moveTo>
                    <a:pt x="317500" y="0"/>
                  </a:moveTo>
                  <a:arcTo wR="317500" hR="317500" stAng="16200000" swAng="15336000"/>
                  <a:lnTo>
                    <a:pt x="317500" y="317500"/>
                  </a:lnTo>
                  <a:close/>
                </a:path>
                <a:path w="635000" h="635000" fill="none">
                  <a:moveTo>
                    <a:pt x="9974" y="396459"/>
                  </a:moveTo>
                  <a:arcTo wR="317500" hR="317500" stAng="9936000" swAng="626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2" name="Harvey 72/100 [72]">
              <a:extLst>
                <a:ext uri="{FF2B5EF4-FFF2-40B4-BE49-F238E27FC236}">
                  <a16:creationId xmlns:a16="http://schemas.microsoft.com/office/drawing/2014/main" id="{46969644-17D9-45C9-A88A-9A88622DCE45}"/>
                </a:ext>
              </a:extLst>
            </p:cNvPr>
            <p:cNvSpPr>
              <a:spLocks noChangeAspect="1"/>
            </p:cNvSpPr>
            <p:nvPr>
              <p:custDataLst>
                <p:tags r:id="rId106"/>
              </p:custDataLst>
            </p:nvPr>
          </p:nvSpPr>
          <p:spPr>
            <a:xfrm>
              <a:off x="4334905" y="3282696"/>
              <a:ext cx="292608" cy="292608"/>
            </a:xfrm>
            <a:custGeom>
              <a:avLst/>
              <a:gdLst/>
              <a:ahLst/>
              <a:cxnLst/>
              <a:rect l="l" t="t" r="r" b="b"/>
              <a:pathLst>
                <a:path w="635000" h="635000">
                  <a:moveTo>
                    <a:pt x="317500" y="0"/>
                  </a:moveTo>
                  <a:arcTo wR="317500" hR="317500" stAng="16200000" swAng="15552000"/>
                  <a:lnTo>
                    <a:pt x="317500" y="317500"/>
                  </a:lnTo>
                  <a:close/>
                </a:path>
                <a:path w="635000" h="635000" fill="none">
                  <a:moveTo>
                    <a:pt x="5623" y="376993"/>
                  </a:moveTo>
                  <a:arcTo wR="317500" hR="317500" stAng="10152000" swAng="604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3" name="Harvey 73/100 [73]">
              <a:extLst>
                <a:ext uri="{FF2B5EF4-FFF2-40B4-BE49-F238E27FC236}">
                  <a16:creationId xmlns:a16="http://schemas.microsoft.com/office/drawing/2014/main" id="{F89621F9-3ABB-450D-913E-7B467F289A9B}"/>
                </a:ext>
              </a:extLst>
            </p:cNvPr>
            <p:cNvSpPr>
              <a:spLocks noChangeAspect="1"/>
            </p:cNvSpPr>
            <p:nvPr>
              <p:custDataLst>
                <p:tags r:id="rId107"/>
              </p:custDataLst>
            </p:nvPr>
          </p:nvSpPr>
          <p:spPr>
            <a:xfrm>
              <a:off x="4334905" y="3282696"/>
              <a:ext cx="292608" cy="292608"/>
            </a:xfrm>
            <a:custGeom>
              <a:avLst/>
              <a:gdLst/>
              <a:ahLst/>
              <a:cxnLst/>
              <a:rect l="l" t="t" r="r" b="b"/>
              <a:pathLst>
                <a:path w="635000" h="635000">
                  <a:moveTo>
                    <a:pt x="317500" y="0"/>
                  </a:moveTo>
                  <a:arcTo wR="317500" hR="317500" stAng="16200000" swAng="15768000"/>
                  <a:lnTo>
                    <a:pt x="317500" y="317500"/>
                  </a:lnTo>
                  <a:close/>
                </a:path>
                <a:path w="635000" h="635000" fill="none">
                  <a:moveTo>
                    <a:pt x="2503" y="357293"/>
                  </a:moveTo>
                  <a:arcTo wR="317500" hR="317500" stAng="10368000" swAng="583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4" name="Harvey 74/100 [74]">
              <a:extLst>
                <a:ext uri="{FF2B5EF4-FFF2-40B4-BE49-F238E27FC236}">
                  <a16:creationId xmlns:a16="http://schemas.microsoft.com/office/drawing/2014/main" id="{89EE4B1F-E703-471D-8307-BFB9EDEDB9F7}"/>
                </a:ext>
              </a:extLst>
            </p:cNvPr>
            <p:cNvSpPr>
              <a:spLocks noChangeAspect="1"/>
            </p:cNvSpPr>
            <p:nvPr>
              <p:custDataLst>
                <p:tags r:id="rId108"/>
              </p:custDataLst>
            </p:nvPr>
          </p:nvSpPr>
          <p:spPr>
            <a:xfrm>
              <a:off x="4334905" y="3282696"/>
              <a:ext cx="292608" cy="292608"/>
            </a:xfrm>
            <a:custGeom>
              <a:avLst/>
              <a:gdLst/>
              <a:ahLst/>
              <a:cxnLst/>
              <a:rect l="l" t="t" r="r" b="b"/>
              <a:pathLst>
                <a:path w="635000" h="635000">
                  <a:moveTo>
                    <a:pt x="317500" y="0"/>
                  </a:moveTo>
                  <a:arcTo wR="317500" hR="317500" stAng="16200000" swAng="15983999"/>
                  <a:lnTo>
                    <a:pt x="317500" y="317500"/>
                  </a:lnTo>
                  <a:close/>
                </a:path>
                <a:path w="635000" h="635000" fill="none">
                  <a:moveTo>
                    <a:pt x="626" y="337435"/>
                  </a:moveTo>
                  <a:arcTo wR="317500" hR="317500" stAng="10583999" swAng="561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5" name="Harvey 75/100 [75]">
              <a:extLst>
                <a:ext uri="{FF2B5EF4-FFF2-40B4-BE49-F238E27FC236}">
                  <a16:creationId xmlns:a16="http://schemas.microsoft.com/office/drawing/2014/main" id="{8AB2EEA8-04AC-4B6C-8D90-28093DB647E6}"/>
                </a:ext>
              </a:extLst>
            </p:cNvPr>
            <p:cNvSpPr>
              <a:spLocks noChangeAspect="1"/>
            </p:cNvSpPr>
            <p:nvPr>
              <p:custDataLst>
                <p:tags r:id="rId109"/>
              </p:custDataLst>
            </p:nvPr>
          </p:nvSpPr>
          <p:spPr>
            <a:xfrm>
              <a:off x="4334905" y="3282696"/>
              <a:ext cx="292608" cy="292608"/>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6" name="Harvey 76/100 [76]">
              <a:extLst>
                <a:ext uri="{FF2B5EF4-FFF2-40B4-BE49-F238E27FC236}">
                  <a16:creationId xmlns:a16="http://schemas.microsoft.com/office/drawing/2014/main" id="{6F4E00F2-EA6F-4809-B2FD-4CE3ABE8C480}"/>
                </a:ext>
              </a:extLst>
            </p:cNvPr>
            <p:cNvSpPr>
              <a:spLocks noChangeAspect="1"/>
            </p:cNvSpPr>
            <p:nvPr>
              <p:custDataLst>
                <p:tags r:id="rId110"/>
              </p:custDataLst>
            </p:nvPr>
          </p:nvSpPr>
          <p:spPr>
            <a:xfrm>
              <a:off x="4334905" y="3282696"/>
              <a:ext cx="292608" cy="292608"/>
            </a:xfrm>
            <a:custGeom>
              <a:avLst/>
              <a:gdLst/>
              <a:ahLst/>
              <a:cxnLst/>
              <a:rect l="l" t="t" r="r" b="b"/>
              <a:pathLst>
                <a:path w="635000" h="635000">
                  <a:moveTo>
                    <a:pt x="317500" y="0"/>
                  </a:moveTo>
                  <a:arcTo wR="317500" hR="317500" stAng="16200000" swAng="16416000"/>
                  <a:lnTo>
                    <a:pt x="317500" y="317500"/>
                  </a:lnTo>
                  <a:close/>
                </a:path>
                <a:path w="635000" h="635000" fill="none">
                  <a:moveTo>
                    <a:pt x="626" y="297564"/>
                  </a:moveTo>
                  <a:arcTo wR="317500" hR="317500" stAng="11016000" swAng="518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7" name="Harvey 77/100 [77]">
              <a:extLst>
                <a:ext uri="{FF2B5EF4-FFF2-40B4-BE49-F238E27FC236}">
                  <a16:creationId xmlns:a16="http://schemas.microsoft.com/office/drawing/2014/main" id="{CF5CA593-7B87-4492-9B35-2255514CB496}"/>
                </a:ext>
              </a:extLst>
            </p:cNvPr>
            <p:cNvSpPr>
              <a:spLocks noChangeAspect="1"/>
            </p:cNvSpPr>
            <p:nvPr>
              <p:custDataLst>
                <p:tags r:id="rId111"/>
              </p:custDataLst>
            </p:nvPr>
          </p:nvSpPr>
          <p:spPr>
            <a:xfrm>
              <a:off x="4334905" y="3282696"/>
              <a:ext cx="292608" cy="292608"/>
            </a:xfrm>
            <a:custGeom>
              <a:avLst/>
              <a:gdLst/>
              <a:ahLst/>
              <a:cxnLst/>
              <a:rect l="l" t="t" r="r" b="b"/>
              <a:pathLst>
                <a:path w="635000" h="635000">
                  <a:moveTo>
                    <a:pt x="317500" y="0"/>
                  </a:moveTo>
                  <a:arcTo wR="317500" hR="317500" stAng="16200000" swAng="16632000"/>
                  <a:lnTo>
                    <a:pt x="317500" y="317500"/>
                  </a:lnTo>
                  <a:close/>
                </a:path>
                <a:path w="635000" h="635000" fill="none">
                  <a:moveTo>
                    <a:pt x="2503" y="277706"/>
                  </a:moveTo>
                  <a:arcTo wR="317500" hR="317500" stAng="11232000" swAng="496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8" name="Harvey 78/100 [78]">
              <a:extLst>
                <a:ext uri="{FF2B5EF4-FFF2-40B4-BE49-F238E27FC236}">
                  <a16:creationId xmlns:a16="http://schemas.microsoft.com/office/drawing/2014/main" id="{8C036464-458E-48D4-BAC8-84819F820C60}"/>
                </a:ext>
              </a:extLst>
            </p:cNvPr>
            <p:cNvSpPr>
              <a:spLocks noChangeAspect="1"/>
            </p:cNvSpPr>
            <p:nvPr>
              <p:custDataLst>
                <p:tags r:id="rId112"/>
              </p:custDataLst>
            </p:nvPr>
          </p:nvSpPr>
          <p:spPr>
            <a:xfrm>
              <a:off x="4334905" y="3282696"/>
              <a:ext cx="292608" cy="292608"/>
            </a:xfrm>
            <a:custGeom>
              <a:avLst/>
              <a:gdLst/>
              <a:ahLst/>
              <a:cxnLst/>
              <a:rect l="l" t="t" r="r" b="b"/>
              <a:pathLst>
                <a:path w="635000" h="635000">
                  <a:moveTo>
                    <a:pt x="317500" y="0"/>
                  </a:moveTo>
                  <a:arcTo wR="317500" hR="317500" stAng="16200000" swAng="16848000"/>
                  <a:lnTo>
                    <a:pt x="317500" y="317500"/>
                  </a:lnTo>
                  <a:close/>
                </a:path>
                <a:path w="635000" h="635000" fill="none">
                  <a:moveTo>
                    <a:pt x="5623" y="258006"/>
                  </a:moveTo>
                  <a:arcTo wR="317500" hR="317500" stAng="11448000" swAng="4751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9" name="Harvey 79/100 [79]">
              <a:extLst>
                <a:ext uri="{FF2B5EF4-FFF2-40B4-BE49-F238E27FC236}">
                  <a16:creationId xmlns:a16="http://schemas.microsoft.com/office/drawing/2014/main" id="{6FD5AC00-8293-447C-B728-B963DD67B1C2}"/>
                </a:ext>
              </a:extLst>
            </p:cNvPr>
            <p:cNvSpPr>
              <a:spLocks noChangeAspect="1"/>
            </p:cNvSpPr>
            <p:nvPr>
              <p:custDataLst>
                <p:tags r:id="rId113"/>
              </p:custDataLst>
            </p:nvPr>
          </p:nvSpPr>
          <p:spPr>
            <a:xfrm>
              <a:off x="4334905" y="3282696"/>
              <a:ext cx="292608" cy="292608"/>
            </a:xfrm>
            <a:custGeom>
              <a:avLst/>
              <a:gdLst/>
              <a:ahLst/>
              <a:cxnLst/>
              <a:rect l="l" t="t" r="r" b="b"/>
              <a:pathLst>
                <a:path w="635000" h="635000">
                  <a:moveTo>
                    <a:pt x="317500" y="0"/>
                  </a:moveTo>
                  <a:arcTo wR="317500" hR="317500" stAng="16200000" swAng="17064000"/>
                  <a:lnTo>
                    <a:pt x="317500" y="317500"/>
                  </a:lnTo>
                  <a:close/>
                </a:path>
                <a:path w="635000" h="635000" fill="none">
                  <a:moveTo>
                    <a:pt x="9974" y="238540"/>
                  </a:moveTo>
                  <a:arcTo wR="317500" hR="317500" stAng="11664000" swAng="453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0" name="Harvey 80/100 [80]">
              <a:extLst>
                <a:ext uri="{FF2B5EF4-FFF2-40B4-BE49-F238E27FC236}">
                  <a16:creationId xmlns:a16="http://schemas.microsoft.com/office/drawing/2014/main" id="{29C0F859-BC49-430F-8C59-C0B9109E47A3}"/>
                </a:ext>
              </a:extLst>
            </p:cNvPr>
            <p:cNvSpPr>
              <a:spLocks noChangeAspect="1"/>
            </p:cNvSpPr>
            <p:nvPr>
              <p:custDataLst>
                <p:tags r:id="rId114"/>
              </p:custDataLst>
            </p:nvPr>
          </p:nvSpPr>
          <p:spPr>
            <a:xfrm>
              <a:off x="4334905" y="3282696"/>
              <a:ext cx="292608" cy="292608"/>
            </a:xfrm>
            <a:custGeom>
              <a:avLst/>
              <a:gdLst/>
              <a:ahLst/>
              <a:cxnLst/>
              <a:rect l="l" t="t" r="r" b="b"/>
              <a:pathLst>
                <a:path w="635000" h="635000">
                  <a:moveTo>
                    <a:pt x="317500" y="0"/>
                  </a:moveTo>
                  <a:arcTo wR="317500" hR="317500" stAng="16200000" swAng="17280000"/>
                  <a:lnTo>
                    <a:pt x="317500" y="317500"/>
                  </a:lnTo>
                  <a:close/>
                </a:path>
                <a:path w="635000" h="635000" fill="none">
                  <a:moveTo>
                    <a:pt x="15539" y="219387"/>
                  </a:moveTo>
                  <a:arcTo wR="317500" hR="317500" stAng="11880000" swAng="4319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1" name="Harvey 81/100 [81]">
              <a:extLst>
                <a:ext uri="{FF2B5EF4-FFF2-40B4-BE49-F238E27FC236}">
                  <a16:creationId xmlns:a16="http://schemas.microsoft.com/office/drawing/2014/main" id="{F78719E3-0417-4867-B70D-21538B3AC36E}"/>
                </a:ext>
              </a:extLst>
            </p:cNvPr>
            <p:cNvSpPr>
              <a:spLocks noChangeAspect="1"/>
            </p:cNvSpPr>
            <p:nvPr>
              <p:custDataLst>
                <p:tags r:id="rId115"/>
              </p:custDataLst>
            </p:nvPr>
          </p:nvSpPr>
          <p:spPr>
            <a:xfrm>
              <a:off x="4334905" y="3282696"/>
              <a:ext cx="292608" cy="292608"/>
            </a:xfrm>
            <a:custGeom>
              <a:avLst/>
              <a:gdLst/>
              <a:ahLst/>
              <a:cxnLst/>
              <a:rect l="l" t="t" r="r" b="b"/>
              <a:pathLst>
                <a:path w="635000" h="635000">
                  <a:moveTo>
                    <a:pt x="317500" y="0"/>
                  </a:moveTo>
                  <a:arcTo wR="317500" hR="317500" stAng="16200000" swAng="17496000"/>
                  <a:lnTo>
                    <a:pt x="317500" y="317500"/>
                  </a:lnTo>
                  <a:close/>
                </a:path>
                <a:path w="635000" h="635000" fill="none">
                  <a:moveTo>
                    <a:pt x="22295" y="200620"/>
                  </a:moveTo>
                  <a:arcTo wR="317500" hR="317500" stAng="12096000" swAng="410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2" name="Harvey 82/100 [82]">
              <a:extLst>
                <a:ext uri="{FF2B5EF4-FFF2-40B4-BE49-F238E27FC236}">
                  <a16:creationId xmlns:a16="http://schemas.microsoft.com/office/drawing/2014/main" id="{9C5D0905-7412-4C75-BC20-E51105CA783D}"/>
                </a:ext>
              </a:extLst>
            </p:cNvPr>
            <p:cNvSpPr>
              <a:spLocks noChangeAspect="1"/>
            </p:cNvSpPr>
            <p:nvPr>
              <p:custDataLst>
                <p:tags r:id="rId116"/>
              </p:custDataLst>
            </p:nvPr>
          </p:nvSpPr>
          <p:spPr>
            <a:xfrm>
              <a:off x="4334905" y="3282696"/>
              <a:ext cx="292608" cy="292608"/>
            </a:xfrm>
            <a:custGeom>
              <a:avLst/>
              <a:gdLst/>
              <a:ahLst/>
              <a:cxnLst/>
              <a:rect l="l" t="t" r="r" b="b"/>
              <a:pathLst>
                <a:path w="635000" h="635000">
                  <a:moveTo>
                    <a:pt x="317500" y="0"/>
                  </a:moveTo>
                  <a:arcTo wR="317500" hR="317500" stAng="16200000" swAng="17712000"/>
                  <a:lnTo>
                    <a:pt x="317500" y="317500"/>
                  </a:lnTo>
                  <a:close/>
                </a:path>
                <a:path w="635000" h="635000" fill="none">
                  <a:moveTo>
                    <a:pt x="30217" y="182315"/>
                  </a:moveTo>
                  <a:arcTo wR="317500" hR="317500" stAng="12312000" swAng="388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3" name="Harvey 83/100 [83]">
              <a:extLst>
                <a:ext uri="{FF2B5EF4-FFF2-40B4-BE49-F238E27FC236}">
                  <a16:creationId xmlns:a16="http://schemas.microsoft.com/office/drawing/2014/main" id="{96AA2E20-CC65-4632-B3D4-93E962B59D4C}"/>
                </a:ext>
              </a:extLst>
            </p:cNvPr>
            <p:cNvSpPr>
              <a:spLocks noChangeAspect="1"/>
            </p:cNvSpPr>
            <p:nvPr>
              <p:custDataLst>
                <p:tags r:id="rId117"/>
              </p:custDataLst>
            </p:nvPr>
          </p:nvSpPr>
          <p:spPr>
            <a:xfrm>
              <a:off x="4334905" y="3282696"/>
              <a:ext cx="292608" cy="292608"/>
            </a:xfrm>
            <a:custGeom>
              <a:avLst/>
              <a:gdLst/>
              <a:ahLst/>
              <a:cxnLst/>
              <a:rect l="l" t="t" r="r" b="b"/>
              <a:pathLst>
                <a:path w="635000" h="635000">
                  <a:moveTo>
                    <a:pt x="317500" y="0"/>
                  </a:moveTo>
                  <a:arcTo wR="317500" hR="317500" stAng="16200000" swAng="17928000"/>
                  <a:lnTo>
                    <a:pt x="317500" y="317500"/>
                  </a:lnTo>
                  <a:close/>
                </a:path>
                <a:path w="635000" h="635000" fill="none">
                  <a:moveTo>
                    <a:pt x="39272" y="164543"/>
                  </a:moveTo>
                  <a:arcTo wR="317500" hR="317500" stAng="12528000" swAng="367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4" name="Harvey 84/100 [84]">
              <a:extLst>
                <a:ext uri="{FF2B5EF4-FFF2-40B4-BE49-F238E27FC236}">
                  <a16:creationId xmlns:a16="http://schemas.microsoft.com/office/drawing/2014/main" id="{9B4360A3-E0B2-48F7-B5A8-D24513748A82}"/>
                </a:ext>
              </a:extLst>
            </p:cNvPr>
            <p:cNvSpPr>
              <a:spLocks noChangeAspect="1"/>
            </p:cNvSpPr>
            <p:nvPr>
              <p:custDataLst>
                <p:tags r:id="rId118"/>
              </p:custDataLst>
            </p:nvPr>
          </p:nvSpPr>
          <p:spPr>
            <a:xfrm>
              <a:off x="4334905" y="3282696"/>
              <a:ext cx="292608" cy="292608"/>
            </a:xfrm>
            <a:custGeom>
              <a:avLst/>
              <a:gdLst/>
              <a:ahLst/>
              <a:cxnLst/>
              <a:rect l="l" t="t" r="r" b="b"/>
              <a:pathLst>
                <a:path w="635000" h="635000">
                  <a:moveTo>
                    <a:pt x="317500" y="0"/>
                  </a:moveTo>
                  <a:arcTo wR="317500" hR="317500" stAng="16200000" swAng="18144000"/>
                  <a:lnTo>
                    <a:pt x="317500" y="317500"/>
                  </a:lnTo>
                  <a:close/>
                </a:path>
                <a:path w="635000" h="635000" fill="none">
                  <a:moveTo>
                    <a:pt x="49425" y="147374"/>
                  </a:moveTo>
                  <a:arcTo wR="317500" hR="317500" stAng="12743999" swAng="345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5" name="Harvey 85/100 [85]">
              <a:extLst>
                <a:ext uri="{FF2B5EF4-FFF2-40B4-BE49-F238E27FC236}">
                  <a16:creationId xmlns:a16="http://schemas.microsoft.com/office/drawing/2014/main" id="{D694B21E-EEA0-48FA-A35C-7B6570B3F861}"/>
                </a:ext>
              </a:extLst>
            </p:cNvPr>
            <p:cNvSpPr>
              <a:spLocks noChangeAspect="1"/>
            </p:cNvSpPr>
            <p:nvPr>
              <p:custDataLst>
                <p:tags r:id="rId119"/>
              </p:custDataLst>
            </p:nvPr>
          </p:nvSpPr>
          <p:spPr>
            <a:xfrm>
              <a:off x="4334905" y="3282696"/>
              <a:ext cx="292608" cy="292608"/>
            </a:xfrm>
            <a:custGeom>
              <a:avLst/>
              <a:gdLst/>
              <a:ahLst/>
              <a:cxnLst/>
              <a:rect l="l" t="t" r="r" b="b"/>
              <a:pathLst>
                <a:path w="635000" h="635000">
                  <a:moveTo>
                    <a:pt x="317500" y="0"/>
                  </a:moveTo>
                  <a:arcTo wR="317500" hR="317500" stAng="16200000" swAng="18360000"/>
                  <a:lnTo>
                    <a:pt x="317500" y="317500"/>
                  </a:lnTo>
                  <a:close/>
                </a:path>
                <a:path w="635000" h="635000" fill="none">
                  <a:moveTo>
                    <a:pt x="60637" y="130878"/>
                  </a:moveTo>
                  <a:arcTo wR="317500" hR="317500" stAng="12960000" swAng="324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6" name="Harvey 86/100 [86]">
              <a:extLst>
                <a:ext uri="{FF2B5EF4-FFF2-40B4-BE49-F238E27FC236}">
                  <a16:creationId xmlns:a16="http://schemas.microsoft.com/office/drawing/2014/main" id="{85E1AF41-C21D-4514-B37E-CC830BC09C0A}"/>
                </a:ext>
              </a:extLst>
            </p:cNvPr>
            <p:cNvSpPr>
              <a:spLocks noChangeAspect="1"/>
            </p:cNvSpPr>
            <p:nvPr>
              <p:custDataLst>
                <p:tags r:id="rId120"/>
              </p:custDataLst>
            </p:nvPr>
          </p:nvSpPr>
          <p:spPr>
            <a:xfrm>
              <a:off x="4334905" y="3282696"/>
              <a:ext cx="292608" cy="292608"/>
            </a:xfrm>
            <a:custGeom>
              <a:avLst/>
              <a:gdLst/>
              <a:ahLst/>
              <a:cxnLst/>
              <a:rect l="l" t="t" r="r" b="b"/>
              <a:pathLst>
                <a:path w="635000" h="635000">
                  <a:moveTo>
                    <a:pt x="317500" y="0"/>
                  </a:moveTo>
                  <a:arcTo wR="317500" hR="317500" stAng="16200000" swAng="18576000"/>
                  <a:lnTo>
                    <a:pt x="317500" y="317500"/>
                  </a:lnTo>
                  <a:close/>
                </a:path>
                <a:path w="635000" h="635000" fill="none">
                  <a:moveTo>
                    <a:pt x="72862" y="115117"/>
                  </a:moveTo>
                  <a:arcTo wR="317500" hR="317500" stAng="13176000" swAng="302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7" name="Harvey 87/100 [87]">
              <a:extLst>
                <a:ext uri="{FF2B5EF4-FFF2-40B4-BE49-F238E27FC236}">
                  <a16:creationId xmlns:a16="http://schemas.microsoft.com/office/drawing/2014/main" id="{E3948F2E-FD5F-4107-B122-9AC75FE0CD9E}"/>
                </a:ext>
              </a:extLst>
            </p:cNvPr>
            <p:cNvSpPr>
              <a:spLocks noChangeAspect="1"/>
            </p:cNvSpPr>
            <p:nvPr>
              <p:custDataLst>
                <p:tags r:id="rId121"/>
              </p:custDataLst>
            </p:nvPr>
          </p:nvSpPr>
          <p:spPr>
            <a:xfrm>
              <a:off x="4334905" y="3282696"/>
              <a:ext cx="292608" cy="292608"/>
            </a:xfrm>
            <a:custGeom>
              <a:avLst/>
              <a:gdLst/>
              <a:ahLst/>
              <a:cxnLst/>
              <a:rect l="l" t="t" r="r" b="b"/>
              <a:pathLst>
                <a:path w="635000" h="635000">
                  <a:moveTo>
                    <a:pt x="317500" y="0"/>
                  </a:moveTo>
                  <a:arcTo wR="317500" hR="317500" stAng="16200000" swAng="18792000"/>
                  <a:lnTo>
                    <a:pt x="317500" y="317500"/>
                  </a:lnTo>
                  <a:close/>
                </a:path>
                <a:path w="635000" h="635000" fill="none">
                  <a:moveTo>
                    <a:pt x="86052" y="100156"/>
                  </a:moveTo>
                  <a:arcTo wR="317500" hR="317500" stAng="13392000" swAng="280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8" name="Harvey 88/100 [88]">
              <a:extLst>
                <a:ext uri="{FF2B5EF4-FFF2-40B4-BE49-F238E27FC236}">
                  <a16:creationId xmlns:a16="http://schemas.microsoft.com/office/drawing/2014/main" id="{744E57ED-019F-4A8B-A06E-9FB965FEBB23}"/>
                </a:ext>
              </a:extLst>
            </p:cNvPr>
            <p:cNvSpPr>
              <a:spLocks noChangeAspect="1"/>
            </p:cNvSpPr>
            <p:nvPr>
              <p:custDataLst>
                <p:tags r:id="rId122"/>
              </p:custDataLst>
            </p:nvPr>
          </p:nvSpPr>
          <p:spPr>
            <a:xfrm>
              <a:off x="4334905" y="3282696"/>
              <a:ext cx="292608" cy="292608"/>
            </a:xfrm>
            <a:custGeom>
              <a:avLst/>
              <a:gdLst/>
              <a:ahLst/>
              <a:cxnLst/>
              <a:rect l="l" t="t" r="r" b="b"/>
              <a:pathLst>
                <a:path w="635000" h="635000">
                  <a:moveTo>
                    <a:pt x="317500" y="0"/>
                  </a:moveTo>
                  <a:arcTo wR="317500" hR="317500" stAng="16200000" swAng="19008000"/>
                  <a:lnTo>
                    <a:pt x="317500" y="317500"/>
                  </a:lnTo>
                  <a:close/>
                </a:path>
                <a:path w="635000" h="635000" fill="none">
                  <a:moveTo>
                    <a:pt x="100156" y="86052"/>
                  </a:moveTo>
                  <a:arcTo wR="317500" hR="317500" stAng="13608000" swAng="2591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9" name="Harvey 89/100 [89]">
              <a:extLst>
                <a:ext uri="{FF2B5EF4-FFF2-40B4-BE49-F238E27FC236}">
                  <a16:creationId xmlns:a16="http://schemas.microsoft.com/office/drawing/2014/main" id="{5567719B-31CA-4A86-801E-E0531122E504}"/>
                </a:ext>
              </a:extLst>
            </p:cNvPr>
            <p:cNvSpPr>
              <a:spLocks noChangeAspect="1"/>
            </p:cNvSpPr>
            <p:nvPr>
              <p:custDataLst>
                <p:tags r:id="rId123"/>
              </p:custDataLst>
            </p:nvPr>
          </p:nvSpPr>
          <p:spPr>
            <a:xfrm>
              <a:off x="4334905" y="3282696"/>
              <a:ext cx="292608" cy="292608"/>
            </a:xfrm>
            <a:custGeom>
              <a:avLst/>
              <a:gdLst/>
              <a:ahLst/>
              <a:cxnLst/>
              <a:rect l="l" t="t" r="r" b="b"/>
              <a:pathLst>
                <a:path w="635000" h="635000">
                  <a:moveTo>
                    <a:pt x="317500" y="0"/>
                  </a:moveTo>
                  <a:arcTo wR="317500" hR="317500" stAng="16200000" swAng="19224000"/>
                  <a:lnTo>
                    <a:pt x="317500" y="317500"/>
                  </a:lnTo>
                  <a:close/>
                </a:path>
                <a:path w="635000" h="635000" fill="none">
                  <a:moveTo>
                    <a:pt x="115117" y="72862"/>
                  </a:moveTo>
                  <a:arcTo wR="317500" hR="317500" stAng="13823999" swAng="2375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0" name="Harvey 90/100 [90]">
              <a:extLst>
                <a:ext uri="{FF2B5EF4-FFF2-40B4-BE49-F238E27FC236}">
                  <a16:creationId xmlns:a16="http://schemas.microsoft.com/office/drawing/2014/main" id="{2CD4B3A1-B882-43A6-A4CA-C9FCA394B28B}"/>
                </a:ext>
              </a:extLst>
            </p:cNvPr>
            <p:cNvSpPr>
              <a:spLocks noChangeAspect="1"/>
            </p:cNvSpPr>
            <p:nvPr>
              <p:custDataLst>
                <p:tags r:id="rId124"/>
              </p:custDataLst>
            </p:nvPr>
          </p:nvSpPr>
          <p:spPr>
            <a:xfrm>
              <a:off x="4334905" y="3282696"/>
              <a:ext cx="292608" cy="292608"/>
            </a:xfrm>
            <a:custGeom>
              <a:avLst/>
              <a:gdLst/>
              <a:ahLst/>
              <a:cxnLst/>
              <a:rect l="l" t="t" r="r" b="b"/>
              <a:pathLst>
                <a:path w="635000" h="635000">
                  <a:moveTo>
                    <a:pt x="317500" y="0"/>
                  </a:moveTo>
                  <a:arcTo wR="317500" hR="317500" stAng="16200000" swAng="19440000"/>
                  <a:lnTo>
                    <a:pt x="317500" y="317500"/>
                  </a:lnTo>
                  <a:close/>
                </a:path>
                <a:path w="635000" h="635000" fill="none">
                  <a:moveTo>
                    <a:pt x="130878" y="60637"/>
                  </a:moveTo>
                  <a:arcTo wR="317500" hR="317500" stAng="14040000" swAng="2159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1" name="Harvey 91/100 [91]">
              <a:extLst>
                <a:ext uri="{FF2B5EF4-FFF2-40B4-BE49-F238E27FC236}">
                  <a16:creationId xmlns:a16="http://schemas.microsoft.com/office/drawing/2014/main" id="{68606D93-5175-4900-AD89-6D0710AFE75F}"/>
                </a:ext>
              </a:extLst>
            </p:cNvPr>
            <p:cNvSpPr>
              <a:spLocks noChangeAspect="1"/>
            </p:cNvSpPr>
            <p:nvPr>
              <p:custDataLst>
                <p:tags r:id="rId125"/>
              </p:custDataLst>
            </p:nvPr>
          </p:nvSpPr>
          <p:spPr>
            <a:xfrm>
              <a:off x="4334905" y="3282696"/>
              <a:ext cx="292608" cy="292608"/>
            </a:xfrm>
            <a:custGeom>
              <a:avLst/>
              <a:gdLst/>
              <a:ahLst/>
              <a:cxnLst/>
              <a:rect l="l" t="t" r="r" b="b"/>
              <a:pathLst>
                <a:path w="635000" h="635000">
                  <a:moveTo>
                    <a:pt x="317500" y="0"/>
                  </a:moveTo>
                  <a:arcTo wR="317500" hR="317500" stAng="16200000" swAng="19656000"/>
                  <a:lnTo>
                    <a:pt x="317500" y="317500"/>
                  </a:lnTo>
                  <a:close/>
                </a:path>
                <a:path w="635000" h="635000" fill="none">
                  <a:moveTo>
                    <a:pt x="147374" y="49425"/>
                  </a:moveTo>
                  <a:arcTo wR="317500" hR="317500" stAng="14256000" swAng="194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2" name="Harvey 92/100 [92]">
              <a:extLst>
                <a:ext uri="{FF2B5EF4-FFF2-40B4-BE49-F238E27FC236}">
                  <a16:creationId xmlns:a16="http://schemas.microsoft.com/office/drawing/2014/main" id="{7EE30864-DDCC-4BBA-B70A-48810E224581}"/>
                </a:ext>
              </a:extLst>
            </p:cNvPr>
            <p:cNvSpPr>
              <a:spLocks noChangeAspect="1"/>
            </p:cNvSpPr>
            <p:nvPr>
              <p:custDataLst>
                <p:tags r:id="rId126"/>
              </p:custDataLst>
            </p:nvPr>
          </p:nvSpPr>
          <p:spPr>
            <a:xfrm>
              <a:off x="4334905" y="3282696"/>
              <a:ext cx="292608" cy="292608"/>
            </a:xfrm>
            <a:custGeom>
              <a:avLst/>
              <a:gdLst/>
              <a:ahLst/>
              <a:cxnLst/>
              <a:rect l="l" t="t" r="r" b="b"/>
              <a:pathLst>
                <a:path w="635000" h="635000">
                  <a:moveTo>
                    <a:pt x="317500" y="0"/>
                  </a:moveTo>
                  <a:arcTo wR="317500" hR="317500" stAng="16200000" swAng="19872000"/>
                  <a:lnTo>
                    <a:pt x="317500" y="317500"/>
                  </a:lnTo>
                  <a:close/>
                </a:path>
                <a:path w="635000" h="635000" fill="none">
                  <a:moveTo>
                    <a:pt x="164543" y="39272"/>
                  </a:moveTo>
                  <a:arcTo wR="317500" hR="317500" stAng="14472000" swAng="1727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3" name="Harvey 93/100 [93]">
              <a:extLst>
                <a:ext uri="{FF2B5EF4-FFF2-40B4-BE49-F238E27FC236}">
                  <a16:creationId xmlns:a16="http://schemas.microsoft.com/office/drawing/2014/main" id="{608CA488-A707-4C7A-9287-9DA9A38ED3D4}"/>
                </a:ext>
              </a:extLst>
            </p:cNvPr>
            <p:cNvSpPr>
              <a:spLocks noChangeAspect="1"/>
            </p:cNvSpPr>
            <p:nvPr>
              <p:custDataLst>
                <p:tags r:id="rId127"/>
              </p:custDataLst>
            </p:nvPr>
          </p:nvSpPr>
          <p:spPr>
            <a:xfrm>
              <a:off x="4334905" y="3282696"/>
              <a:ext cx="292608" cy="292608"/>
            </a:xfrm>
            <a:custGeom>
              <a:avLst/>
              <a:gdLst/>
              <a:ahLst/>
              <a:cxnLst/>
              <a:rect l="l" t="t" r="r" b="b"/>
              <a:pathLst>
                <a:path w="635000" h="635000">
                  <a:moveTo>
                    <a:pt x="317500" y="0"/>
                  </a:moveTo>
                  <a:arcTo wR="317500" hR="317500" stAng="16200000" swAng="20088000"/>
                  <a:lnTo>
                    <a:pt x="317500" y="317500"/>
                  </a:lnTo>
                  <a:close/>
                </a:path>
                <a:path w="635000" h="635000" fill="none">
                  <a:moveTo>
                    <a:pt x="182315" y="30217"/>
                  </a:moveTo>
                  <a:arcTo wR="317500" hR="317500" stAng="14688000" swAng="1511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4" name="Harvey 94/100 [94]">
              <a:extLst>
                <a:ext uri="{FF2B5EF4-FFF2-40B4-BE49-F238E27FC236}">
                  <a16:creationId xmlns:a16="http://schemas.microsoft.com/office/drawing/2014/main" id="{FE1836A9-F92A-4F07-BBB8-2274E290E952}"/>
                </a:ext>
              </a:extLst>
            </p:cNvPr>
            <p:cNvSpPr>
              <a:spLocks noChangeAspect="1"/>
            </p:cNvSpPr>
            <p:nvPr>
              <p:custDataLst>
                <p:tags r:id="rId128"/>
              </p:custDataLst>
            </p:nvPr>
          </p:nvSpPr>
          <p:spPr>
            <a:xfrm>
              <a:off x="4334905" y="3282696"/>
              <a:ext cx="292608" cy="292608"/>
            </a:xfrm>
            <a:custGeom>
              <a:avLst/>
              <a:gdLst/>
              <a:ahLst/>
              <a:cxnLst/>
              <a:rect l="l" t="t" r="r" b="b"/>
              <a:pathLst>
                <a:path w="635000" h="635000">
                  <a:moveTo>
                    <a:pt x="317500" y="0"/>
                  </a:moveTo>
                  <a:arcTo wR="317500" hR="317500" stAng="16200000" swAng="20304000"/>
                  <a:lnTo>
                    <a:pt x="317500" y="317500"/>
                  </a:lnTo>
                  <a:close/>
                </a:path>
                <a:path w="635000" h="635000" fill="none">
                  <a:moveTo>
                    <a:pt x="200620" y="22295"/>
                  </a:moveTo>
                  <a:arcTo wR="317500" hR="317500" stAng="14903999" swAng="129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5" name="Harvey 95/100 [95]">
              <a:extLst>
                <a:ext uri="{FF2B5EF4-FFF2-40B4-BE49-F238E27FC236}">
                  <a16:creationId xmlns:a16="http://schemas.microsoft.com/office/drawing/2014/main" id="{3169BE73-7F99-46E3-BDA9-D9BB85BE343E}"/>
                </a:ext>
              </a:extLst>
            </p:cNvPr>
            <p:cNvSpPr>
              <a:spLocks noChangeAspect="1"/>
            </p:cNvSpPr>
            <p:nvPr>
              <p:custDataLst>
                <p:tags r:id="rId129"/>
              </p:custDataLst>
            </p:nvPr>
          </p:nvSpPr>
          <p:spPr>
            <a:xfrm>
              <a:off x="4334905" y="3282696"/>
              <a:ext cx="292608" cy="292608"/>
            </a:xfrm>
            <a:custGeom>
              <a:avLst/>
              <a:gdLst/>
              <a:ahLst/>
              <a:cxnLst/>
              <a:rect l="l" t="t" r="r" b="b"/>
              <a:pathLst>
                <a:path w="635000" h="635000">
                  <a:moveTo>
                    <a:pt x="317500" y="0"/>
                  </a:moveTo>
                  <a:arcTo wR="317500" hR="317500" stAng="16200000" swAng="20520000"/>
                  <a:lnTo>
                    <a:pt x="317500" y="317500"/>
                  </a:lnTo>
                  <a:close/>
                </a:path>
                <a:path w="635000" h="635000" fill="none">
                  <a:moveTo>
                    <a:pt x="219387" y="15539"/>
                  </a:moveTo>
                  <a:arcTo wR="317500" hR="317500" stAng="15120000" swAng="108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6" name="Harvey 96/100 [96]">
              <a:extLst>
                <a:ext uri="{FF2B5EF4-FFF2-40B4-BE49-F238E27FC236}">
                  <a16:creationId xmlns:a16="http://schemas.microsoft.com/office/drawing/2014/main" id="{12E3B5ED-B1AB-4A99-BD20-FF638135BE37}"/>
                </a:ext>
              </a:extLst>
            </p:cNvPr>
            <p:cNvSpPr>
              <a:spLocks noChangeAspect="1"/>
            </p:cNvSpPr>
            <p:nvPr>
              <p:custDataLst>
                <p:tags r:id="rId130"/>
              </p:custDataLst>
            </p:nvPr>
          </p:nvSpPr>
          <p:spPr>
            <a:xfrm>
              <a:off x="4334905" y="3282696"/>
              <a:ext cx="292608" cy="292608"/>
            </a:xfrm>
            <a:custGeom>
              <a:avLst/>
              <a:gdLst/>
              <a:ahLst/>
              <a:cxnLst/>
              <a:rect l="l" t="t" r="r" b="b"/>
              <a:pathLst>
                <a:path w="635000" h="635000">
                  <a:moveTo>
                    <a:pt x="317500" y="0"/>
                  </a:moveTo>
                  <a:arcTo wR="317500" hR="317500" stAng="16200000" swAng="20735999"/>
                  <a:lnTo>
                    <a:pt x="317500" y="317500"/>
                  </a:lnTo>
                  <a:close/>
                </a:path>
                <a:path w="635000" h="635000" fill="none">
                  <a:moveTo>
                    <a:pt x="238540" y="9974"/>
                  </a:moveTo>
                  <a:arcTo wR="317500" hR="317500" stAng="15335999" swAng="86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7" name="Harvey 97/100 [97]">
              <a:extLst>
                <a:ext uri="{FF2B5EF4-FFF2-40B4-BE49-F238E27FC236}">
                  <a16:creationId xmlns:a16="http://schemas.microsoft.com/office/drawing/2014/main" id="{75A7FEAD-6C4B-4F7A-BB60-3A68D96114DE}"/>
                </a:ext>
              </a:extLst>
            </p:cNvPr>
            <p:cNvSpPr>
              <a:spLocks noChangeAspect="1"/>
            </p:cNvSpPr>
            <p:nvPr>
              <p:custDataLst>
                <p:tags r:id="rId131"/>
              </p:custDataLst>
            </p:nvPr>
          </p:nvSpPr>
          <p:spPr>
            <a:xfrm>
              <a:off x="4334905" y="3282696"/>
              <a:ext cx="292608" cy="292608"/>
            </a:xfrm>
            <a:custGeom>
              <a:avLst/>
              <a:gdLst/>
              <a:ahLst/>
              <a:cxnLst/>
              <a:rect l="l" t="t" r="r" b="b"/>
              <a:pathLst>
                <a:path w="635000" h="635000">
                  <a:moveTo>
                    <a:pt x="317500" y="0"/>
                  </a:moveTo>
                  <a:arcTo wR="317500" hR="317500" stAng="16200000" swAng="20952000"/>
                  <a:lnTo>
                    <a:pt x="317500" y="317500"/>
                  </a:lnTo>
                  <a:close/>
                </a:path>
                <a:path w="635000" h="635000" fill="none">
                  <a:moveTo>
                    <a:pt x="258006" y="5623"/>
                  </a:moveTo>
                  <a:arcTo wR="317500" hR="317500" stAng="15552000" swAng="64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8" name="Harvey 98/100 [98]">
              <a:extLst>
                <a:ext uri="{FF2B5EF4-FFF2-40B4-BE49-F238E27FC236}">
                  <a16:creationId xmlns:a16="http://schemas.microsoft.com/office/drawing/2014/main" id="{C4B5128E-9380-4C38-A1EB-CB12E7401609}"/>
                </a:ext>
              </a:extLst>
            </p:cNvPr>
            <p:cNvSpPr>
              <a:spLocks noChangeAspect="1"/>
            </p:cNvSpPr>
            <p:nvPr>
              <p:custDataLst>
                <p:tags r:id="rId132"/>
              </p:custDataLst>
            </p:nvPr>
          </p:nvSpPr>
          <p:spPr>
            <a:xfrm>
              <a:off x="4334905" y="3282696"/>
              <a:ext cx="292608" cy="292608"/>
            </a:xfrm>
            <a:custGeom>
              <a:avLst/>
              <a:gdLst/>
              <a:ahLst/>
              <a:cxnLst/>
              <a:rect l="l" t="t" r="r" b="b"/>
              <a:pathLst>
                <a:path w="635000" h="635000">
                  <a:moveTo>
                    <a:pt x="317500" y="0"/>
                  </a:moveTo>
                  <a:arcTo wR="317500" hR="317500" stAng="16200000" swAng="21168000"/>
                  <a:lnTo>
                    <a:pt x="317500" y="317500"/>
                  </a:lnTo>
                  <a:close/>
                </a:path>
                <a:path w="635000" h="635000" fill="none">
                  <a:moveTo>
                    <a:pt x="277706" y="2503"/>
                  </a:moveTo>
                  <a:arcTo wR="317500" hR="317500" stAng="15768000" swAng="43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9" name="Harvey 99/100 [99]">
              <a:extLst>
                <a:ext uri="{FF2B5EF4-FFF2-40B4-BE49-F238E27FC236}">
                  <a16:creationId xmlns:a16="http://schemas.microsoft.com/office/drawing/2014/main" id="{50F634E4-E5B9-4DA6-9F91-8AF5B6ACF1FB}"/>
                </a:ext>
              </a:extLst>
            </p:cNvPr>
            <p:cNvSpPr>
              <a:spLocks noChangeAspect="1"/>
            </p:cNvSpPr>
            <p:nvPr>
              <p:custDataLst>
                <p:tags r:id="rId133"/>
              </p:custDataLst>
            </p:nvPr>
          </p:nvSpPr>
          <p:spPr>
            <a:xfrm>
              <a:off x="4334905" y="3282696"/>
              <a:ext cx="292608" cy="292608"/>
            </a:xfrm>
            <a:custGeom>
              <a:avLst/>
              <a:gdLst/>
              <a:ahLst/>
              <a:cxnLst/>
              <a:rect l="l" t="t" r="r" b="b"/>
              <a:pathLst>
                <a:path w="635000" h="635000">
                  <a:moveTo>
                    <a:pt x="317500" y="0"/>
                  </a:moveTo>
                  <a:arcTo wR="317500" hR="317500" stAng="16200000" swAng="21384000"/>
                  <a:lnTo>
                    <a:pt x="317500" y="317500"/>
                  </a:lnTo>
                  <a:close/>
                </a:path>
                <a:path w="635000" h="635000" fill="none">
                  <a:moveTo>
                    <a:pt x="297564" y="626"/>
                  </a:moveTo>
                  <a:arcTo wR="317500" hR="317500" stAng="15983999" swAng="21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30" name="Harvey 100/100 [100]">
              <a:extLst>
                <a:ext uri="{FF2B5EF4-FFF2-40B4-BE49-F238E27FC236}">
                  <a16:creationId xmlns:a16="http://schemas.microsoft.com/office/drawing/2014/main" id="{94AA53CD-8233-470E-AFEE-0BCC721BFAE9}"/>
                </a:ext>
              </a:extLst>
            </p:cNvPr>
            <p:cNvSpPr>
              <a:spLocks noChangeAspect="1"/>
            </p:cNvSpPr>
            <p:nvPr>
              <p:custDataLst>
                <p:tags r:id="rId134"/>
              </p:custDataLst>
            </p:nvPr>
          </p:nvSpPr>
          <p:spPr>
            <a:xfrm>
              <a:off x="4334905" y="3282696"/>
              <a:ext cx="292608" cy="292608"/>
            </a:xfrm>
            <a:custGeom>
              <a:avLst/>
              <a:gdLst/>
              <a:ahLst/>
              <a:cxnLst/>
              <a:rect l="l" t="t" r="r" b="b"/>
              <a:pathLst>
                <a:path w="635000" h="635000">
                  <a:moveTo>
                    <a:pt x="317500" y="0"/>
                  </a:moveTo>
                  <a:arcTo wR="317500" hR="317500" stAng="16200000" swAng="21600000"/>
                  <a:close/>
                </a:path>
              </a:pathLst>
            </a:custGeom>
            <a:grpFill/>
            <a:ln w="19050" cmpd="sng">
              <a:solidFill>
                <a:schemeClr val="tx2"/>
              </a:solidFill>
            </a:ln>
          </p:spPr>
          <p:txBody>
            <a:bodyPr/>
            <a:lstStyle/>
            <a:p>
              <a:endParaRPr lang="en-GB" b="0" i="0">
                <a:latin typeface="72 Brand" panose="020B0504030603020204" pitchFamily="34" charset="0"/>
              </a:endParaRPr>
            </a:p>
          </p:txBody>
        </p:sp>
      </p:grpSp>
      <p:sp>
        <p:nvSpPr>
          <p:cNvPr id="131" name="Footnote [Placeholder]" hidden="1">
            <a:extLst>
              <a:ext uri="{FF2B5EF4-FFF2-40B4-BE49-F238E27FC236}">
                <a16:creationId xmlns:a16="http://schemas.microsoft.com/office/drawing/2014/main" id="{1B41FB17-6D57-4EE1-9C4C-9C305D5D6BEC}"/>
              </a:ext>
            </a:extLst>
          </p:cNvPr>
          <p:cNvSpPr txBox="1"/>
          <p:nvPr userDrawn="1"/>
        </p:nvSpPr>
        <p:spPr>
          <a:xfrm>
            <a:off x="503238" y="5984668"/>
            <a:ext cx="10188208" cy="138499"/>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en-US" sz="900" b="0" i="0" kern="0">
                <a:latin typeface="72 Brand" panose="020B0504030603020204" pitchFamily="34" charset="0"/>
                <a:ea typeface="72 Brand" pitchFamily="34" charset="-128"/>
                <a:cs typeface="72 Brand" pitchFamily="34" charset="-128"/>
              </a:rPr>
              <a:t>(r) Footnote</a:t>
            </a:r>
          </a:p>
        </p:txBody>
      </p:sp>
      <p:sp>
        <p:nvSpPr>
          <p:cNvPr id="5" name="Draft [Sticker]" hidden="1">
            <a:extLst>
              <a:ext uri="{FF2B5EF4-FFF2-40B4-BE49-F238E27FC236}">
                <a16:creationId xmlns:a16="http://schemas.microsoft.com/office/drawing/2014/main" id="{4ED4653C-0BEF-C53F-2F44-0F4FC1038B4E}"/>
              </a:ext>
            </a:extLst>
          </p:cNvPr>
          <p:cNvSpPr/>
          <p:nvPr userDrawn="1"/>
        </p:nvSpPr>
        <p:spPr bwMode="gray">
          <a:xfrm rot="18900000">
            <a:off x="4491456" y="3089731"/>
            <a:ext cx="3211564" cy="1219077"/>
          </a:xfrm>
          <a:prstGeom prst="rect">
            <a:avLst/>
          </a:prstGeom>
          <a:no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5400" b="0" i="0" u="none" strike="noStrike" kern="0" cap="none" spc="0" normalizeH="0" baseline="0" noProof="0">
                <a:ln>
                  <a:noFill/>
                </a:ln>
                <a:solidFill>
                  <a:schemeClr val="tx2"/>
                </a:solidFill>
                <a:effectLst/>
                <a:uLnTx/>
                <a:uFillTx/>
                <a:latin typeface="72 Brand" panose="020B0504030603020204" pitchFamily="34" charset="0"/>
                <a:ea typeface="Arial" pitchFamily="34" charset="0"/>
                <a:cs typeface="Arial" pitchFamily="34" charset="0"/>
              </a:rPr>
              <a:t>DRAFT</a:t>
            </a:r>
          </a:p>
        </p:txBody>
      </p:sp>
      <p:sp>
        <p:nvSpPr>
          <p:cNvPr id="142" name="Content [Comment]" hidden="1">
            <a:extLst>
              <a:ext uri="{FF2B5EF4-FFF2-40B4-BE49-F238E27FC236}">
                <a16:creationId xmlns:a16="http://schemas.microsoft.com/office/drawing/2014/main" id="{D6760A1A-5249-0361-7543-4100DC0D89C0}"/>
              </a:ext>
            </a:extLst>
          </p:cNvPr>
          <p:cNvSpPr>
            <a:spLocks/>
          </p:cNvSpPr>
          <p:nvPr userDrawn="1"/>
        </p:nvSpPr>
        <p:spPr>
          <a:xfrm>
            <a:off x="10620496" y="1126713"/>
            <a:ext cx="1322679" cy="1287398"/>
          </a:xfrm>
          <a:prstGeom prst="wedgeRectCallout">
            <a:avLst>
              <a:gd name="adj1" fmla="val 33379"/>
              <a:gd name="adj2" fmla="val 65105"/>
            </a:avLst>
          </a:prstGeom>
          <a:solidFill>
            <a:srgbClr val="FFF3B8"/>
          </a:solidFill>
          <a:ln w="12700" cap="flat" cmpd="sng" algn="ctr">
            <a:noFill/>
            <a:prstDash val="solid"/>
            <a:miter lim="800000"/>
          </a:ln>
          <a:effectLst/>
        </p:spPr>
        <p:txBody>
          <a:bodyPr lIns="36000" tIns="36000" rIns="36000" bIns="36000"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A0A0A"/>
                </a:solidFill>
                <a:effectLst/>
                <a:uLnTx/>
                <a:uFillTx/>
                <a:latin typeface="72 Brand" panose="020B0504030603020204" pitchFamily="34" charset="0"/>
              </a:rPr>
              <a:t>&lt;initials&gt; &lt;date&gt;yyyy-MM-dd hh:mm&lt;/date&gt;: </a:t>
            </a:r>
          </a:p>
        </p:txBody>
      </p:sp>
      <p:sp>
        <p:nvSpPr>
          <p:cNvPr id="143" name="Formatting [Comment]" hidden="1">
            <a:extLst>
              <a:ext uri="{FF2B5EF4-FFF2-40B4-BE49-F238E27FC236}">
                <a16:creationId xmlns:a16="http://schemas.microsoft.com/office/drawing/2014/main" id="{31370255-4446-E2E0-D475-0E9332BBA969}"/>
              </a:ext>
            </a:extLst>
          </p:cNvPr>
          <p:cNvSpPr>
            <a:spLocks/>
          </p:cNvSpPr>
          <p:nvPr userDrawn="1"/>
        </p:nvSpPr>
        <p:spPr>
          <a:xfrm>
            <a:off x="10620496" y="1126713"/>
            <a:ext cx="1322679" cy="1287398"/>
          </a:xfrm>
          <a:prstGeom prst="wedgeRectCallout">
            <a:avLst>
              <a:gd name="adj1" fmla="val 33379"/>
              <a:gd name="adj2" fmla="val 65105"/>
            </a:avLst>
          </a:prstGeom>
          <a:solidFill>
            <a:srgbClr val="FFF3B8"/>
          </a:solidFill>
          <a:ln w="12700" cap="flat" cmpd="sng" algn="ctr">
            <a:noFill/>
            <a:prstDash val="solid"/>
            <a:miter lim="800000"/>
          </a:ln>
          <a:effectLst/>
        </p:spPr>
        <p:txBody>
          <a:bodyPr lIns="36000" tIns="36000" rIns="36000" bIns="36000"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A0A0A"/>
                </a:solidFill>
                <a:effectLst/>
                <a:uLnTx/>
                <a:uFillTx/>
                <a:latin typeface="72 Brand" panose="020B0504030603020204" pitchFamily="34" charset="0"/>
              </a:rPr>
              <a:t>&lt;initials&gt; &lt;date&gt;yyyy-MM-dd hh:mm&lt;/date&gt;: </a:t>
            </a:r>
          </a:p>
        </p:txBody>
      </p:sp>
      <p:sp>
        <p:nvSpPr>
          <p:cNvPr id="132" name="Final [Sticker]" hidden="1">
            <a:extLst>
              <a:ext uri="{FF2B5EF4-FFF2-40B4-BE49-F238E27FC236}">
                <a16:creationId xmlns:a16="http://schemas.microsoft.com/office/drawing/2014/main" id="{5402B19A-2F1E-0983-9BF4-848C4B7F0B87}"/>
              </a:ext>
            </a:extLst>
          </p:cNvPr>
          <p:cNvSpPr>
            <a:spLocks/>
          </p:cNvSpPr>
          <p:nvPr userDrawn="1"/>
        </p:nvSpPr>
        <p:spPr>
          <a:xfrm>
            <a:off x="10983300" y="210784"/>
            <a:ext cx="707050" cy="173117"/>
          </a:xfrm>
          <a:prstGeom prst="roundRect">
            <a:avLst>
              <a:gd name="adj" fmla="val 50000"/>
            </a:avLst>
          </a:prstGeom>
          <a:gradFill>
            <a:gsLst>
              <a:gs pos="0">
                <a:schemeClr val="tx2"/>
              </a:gs>
              <a:gs pos="100000">
                <a:schemeClr val="tx2"/>
              </a:gs>
            </a:gsLst>
            <a:lin ang="5400000" scaled="1"/>
          </a:gradFill>
          <a:ln w="19050" cap="flat" cmpd="sng" algn="ctr">
            <a:noFill/>
            <a:prstDash val="solid"/>
          </a:ln>
          <a:effectLst/>
        </p:spPr>
        <p:txBody>
          <a:bodyPr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i="0" u="none" strike="noStrike" kern="0" cap="none" spc="0" normalizeH="0" baseline="0" noProof="0">
                <a:ln>
                  <a:noFill/>
                </a:ln>
                <a:solidFill>
                  <a:srgbClr val="FFFFFF"/>
                </a:solidFill>
                <a:effectLst/>
                <a:uLnTx/>
                <a:uFillTx/>
                <a:latin typeface="72 Brand" panose="020B0504030603020204" pitchFamily="34" charset="0"/>
                <a:ea typeface="+mn-ea"/>
                <a:cs typeface="+mn-cs"/>
              </a:rPr>
              <a:t>FINAL SLIDE</a:t>
            </a:r>
          </a:p>
        </p:txBody>
      </p:sp>
      <p:sp>
        <p:nvSpPr>
          <p:cNvPr id="148" name="Internal [Sticker]" hidden="1">
            <a:extLst>
              <a:ext uri="{FF2B5EF4-FFF2-40B4-BE49-F238E27FC236}">
                <a16:creationId xmlns:a16="http://schemas.microsoft.com/office/drawing/2014/main" id="{28223912-D0A4-A620-A34F-518BD869E53F}"/>
              </a:ext>
            </a:extLst>
          </p:cNvPr>
          <p:cNvSpPr>
            <a:spLocks/>
          </p:cNvSpPr>
          <p:nvPr userDrawn="1"/>
        </p:nvSpPr>
        <p:spPr>
          <a:xfrm>
            <a:off x="10033000" y="210784"/>
            <a:ext cx="1657350" cy="173117"/>
          </a:xfrm>
          <a:prstGeom prst="roundRect">
            <a:avLst>
              <a:gd name="adj" fmla="val 50000"/>
            </a:avLst>
          </a:prstGeom>
          <a:gradFill>
            <a:gsLst>
              <a:gs pos="0">
                <a:schemeClr val="tx2"/>
              </a:gs>
              <a:gs pos="100000">
                <a:schemeClr val="tx2"/>
              </a:gs>
            </a:gsLst>
            <a:lin ang="5400000" scaled="1"/>
          </a:gradFill>
          <a:ln w="19050" cap="flat" cmpd="sng" algn="ctr">
            <a:noFill/>
            <a:prstDash val="solid"/>
          </a:ln>
          <a:effectLst/>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i="0" u="none" strike="noStrike" kern="0" cap="none" spc="0" normalizeH="0" baseline="0" noProof="0">
                <a:ln>
                  <a:noFill/>
                </a:ln>
                <a:solidFill>
                  <a:srgbClr val="FFFFFF"/>
                </a:solidFill>
                <a:effectLst/>
                <a:uLnTx/>
                <a:uFillTx/>
                <a:latin typeface="72 Brand" panose="020B0504030603020204" pitchFamily="34" charset="0"/>
                <a:ea typeface="+mn-ea"/>
                <a:cs typeface="+mn-cs"/>
              </a:rPr>
              <a:t>INTERNAL USE ONLY</a:t>
            </a:r>
          </a:p>
        </p:txBody>
      </p:sp>
      <p:sp>
        <p:nvSpPr>
          <p:cNvPr id="149" name="Discussion [Sticker]" hidden="1">
            <a:extLst>
              <a:ext uri="{FF2B5EF4-FFF2-40B4-BE49-F238E27FC236}">
                <a16:creationId xmlns:a16="http://schemas.microsoft.com/office/drawing/2014/main" id="{D9D83DF6-771C-4C0C-6C7A-3A59B82BAD4A}"/>
              </a:ext>
            </a:extLst>
          </p:cNvPr>
          <p:cNvSpPr>
            <a:spLocks/>
          </p:cNvSpPr>
          <p:nvPr userDrawn="1"/>
        </p:nvSpPr>
        <p:spPr>
          <a:xfrm>
            <a:off x="10734674" y="210784"/>
            <a:ext cx="955676" cy="173117"/>
          </a:xfrm>
          <a:prstGeom prst="roundRect">
            <a:avLst>
              <a:gd name="adj" fmla="val 50000"/>
            </a:avLst>
          </a:prstGeom>
          <a:gradFill>
            <a:gsLst>
              <a:gs pos="0">
                <a:schemeClr val="tx2"/>
              </a:gs>
              <a:gs pos="100000">
                <a:schemeClr val="tx2"/>
              </a:gs>
            </a:gsLst>
            <a:lin ang="5400000" scaled="1"/>
          </a:gradFill>
          <a:ln w="19050" cap="flat" cmpd="sng" algn="ctr">
            <a:noFill/>
            <a:prstDash val="solid"/>
          </a:ln>
          <a:effectLst/>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i="0" u="none" strike="noStrike" kern="0" cap="none" spc="0" normalizeH="0" baseline="0" noProof="0">
                <a:ln>
                  <a:noFill/>
                </a:ln>
                <a:solidFill>
                  <a:srgbClr val="FFFFFF"/>
                </a:solidFill>
                <a:effectLst/>
                <a:uLnTx/>
                <a:uFillTx/>
                <a:latin typeface="72 Brand" panose="020B0504030603020204" pitchFamily="34" charset="0"/>
                <a:ea typeface="+mn-ea"/>
                <a:cs typeface="+mn-cs"/>
              </a:rPr>
              <a:t>FOR DISCUSSION</a:t>
            </a:r>
          </a:p>
        </p:txBody>
      </p:sp>
      <p:sp>
        <p:nvSpPr>
          <p:cNvPr id="145" name="Dummy [Sticker]" hidden="1">
            <a:extLst>
              <a:ext uri="{FF2B5EF4-FFF2-40B4-BE49-F238E27FC236}">
                <a16:creationId xmlns:a16="http://schemas.microsoft.com/office/drawing/2014/main" id="{85BE85F9-1C84-5D9C-577F-40BFD680420C}"/>
              </a:ext>
            </a:extLst>
          </p:cNvPr>
          <p:cNvSpPr>
            <a:spLocks/>
          </p:cNvSpPr>
          <p:nvPr userDrawn="1"/>
        </p:nvSpPr>
        <p:spPr>
          <a:xfrm>
            <a:off x="10734674" y="210784"/>
            <a:ext cx="955675" cy="173117"/>
          </a:xfrm>
          <a:prstGeom prst="roundRect">
            <a:avLst>
              <a:gd name="adj" fmla="val 50000"/>
            </a:avLst>
          </a:prstGeom>
          <a:gradFill>
            <a:gsLst>
              <a:gs pos="0">
                <a:schemeClr val="tx2"/>
              </a:gs>
              <a:gs pos="100000">
                <a:schemeClr val="tx2"/>
              </a:gs>
            </a:gsLst>
            <a:lin ang="5400000" scaled="1"/>
          </a:gradFill>
          <a:ln w="19050" cap="flat" cmpd="sng" algn="ctr">
            <a:noFill/>
            <a:prstDash val="solid"/>
          </a:ln>
          <a:effectLst/>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i="0" u="none" strike="noStrike" kern="0" cap="none" spc="0" normalizeH="0" baseline="0" noProof="0">
                <a:ln>
                  <a:noFill/>
                </a:ln>
                <a:solidFill>
                  <a:srgbClr val="FFFFFF"/>
                </a:solidFill>
                <a:effectLst/>
                <a:uLnTx/>
                <a:uFillTx/>
                <a:latin typeface="72 Brand" panose="020B0504030603020204" pitchFamily="34" charset="0"/>
                <a:ea typeface="+mn-ea"/>
                <a:cs typeface="+mn-cs"/>
              </a:rPr>
              <a:t>DUMMY DATA</a:t>
            </a:r>
          </a:p>
        </p:txBody>
      </p:sp>
      <p:sp>
        <p:nvSpPr>
          <p:cNvPr id="146" name="Update [Sticker]" hidden="1">
            <a:extLst>
              <a:ext uri="{FF2B5EF4-FFF2-40B4-BE49-F238E27FC236}">
                <a16:creationId xmlns:a16="http://schemas.microsoft.com/office/drawing/2014/main" id="{DB5368A3-028B-BD89-843A-4055DAEC9BBE}"/>
              </a:ext>
            </a:extLst>
          </p:cNvPr>
          <p:cNvSpPr>
            <a:spLocks/>
          </p:cNvSpPr>
          <p:nvPr userDrawn="1"/>
        </p:nvSpPr>
        <p:spPr>
          <a:xfrm>
            <a:off x="10734674" y="210784"/>
            <a:ext cx="955676" cy="173117"/>
          </a:xfrm>
          <a:prstGeom prst="roundRect">
            <a:avLst>
              <a:gd name="adj" fmla="val 50000"/>
            </a:avLst>
          </a:prstGeom>
          <a:gradFill>
            <a:gsLst>
              <a:gs pos="0">
                <a:schemeClr val="tx2"/>
              </a:gs>
              <a:gs pos="100000">
                <a:schemeClr val="tx2"/>
              </a:gs>
            </a:gsLst>
            <a:lin ang="5400000" scaled="1"/>
          </a:gradFill>
          <a:ln w="19050" cap="flat" cmpd="sng" algn="ctr">
            <a:noFill/>
            <a:prstDash val="solid"/>
          </a:ln>
          <a:effectLst/>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i="0" u="none" strike="noStrike" kern="0" cap="none" spc="0" normalizeH="0" baseline="0" noProof="0">
                <a:ln>
                  <a:noFill/>
                </a:ln>
                <a:solidFill>
                  <a:srgbClr val="FFFFFF"/>
                </a:solidFill>
                <a:effectLst/>
                <a:uLnTx/>
                <a:uFillTx/>
                <a:latin typeface="72 Brand" panose="020B0504030603020204" pitchFamily="34" charset="0"/>
                <a:ea typeface="+mn-ea"/>
                <a:cs typeface="+mn-cs"/>
              </a:rPr>
              <a:t>UPDATE DATA</a:t>
            </a:r>
          </a:p>
        </p:txBody>
      </p:sp>
      <p:sp>
        <p:nvSpPr>
          <p:cNvPr id="147" name="Backup [Sticker]" hidden="1">
            <a:extLst>
              <a:ext uri="{FF2B5EF4-FFF2-40B4-BE49-F238E27FC236}">
                <a16:creationId xmlns:a16="http://schemas.microsoft.com/office/drawing/2014/main" id="{308EDF7D-F287-A5B8-407B-AF543ACA9F1E}"/>
              </a:ext>
            </a:extLst>
          </p:cNvPr>
          <p:cNvSpPr>
            <a:spLocks/>
          </p:cNvSpPr>
          <p:nvPr userDrawn="1"/>
        </p:nvSpPr>
        <p:spPr>
          <a:xfrm>
            <a:off x="10985500" y="210784"/>
            <a:ext cx="704850" cy="173117"/>
          </a:xfrm>
          <a:prstGeom prst="roundRect">
            <a:avLst>
              <a:gd name="adj" fmla="val 50000"/>
            </a:avLst>
          </a:prstGeom>
          <a:gradFill>
            <a:gsLst>
              <a:gs pos="0">
                <a:schemeClr val="tx2"/>
              </a:gs>
              <a:gs pos="100000">
                <a:schemeClr val="tx2"/>
              </a:gs>
            </a:gsLst>
            <a:lin ang="5400000" scaled="1"/>
          </a:gradFill>
          <a:ln w="19050" cap="flat" cmpd="sng" algn="ctr">
            <a:noFill/>
            <a:prstDash val="solid"/>
          </a:ln>
          <a:effectLst/>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i="0" u="none" strike="noStrike" kern="0" cap="none" spc="0" normalizeH="0" baseline="0" noProof="0">
                <a:ln>
                  <a:noFill/>
                </a:ln>
                <a:solidFill>
                  <a:srgbClr val="FFFFFF"/>
                </a:solidFill>
                <a:effectLst/>
                <a:uLnTx/>
                <a:uFillTx/>
                <a:latin typeface="72 Brand" panose="020B0504030603020204" pitchFamily="34" charset="0"/>
                <a:ea typeface="+mn-ea"/>
                <a:cs typeface="+mn-cs"/>
              </a:rPr>
              <a:t>BACKUP</a:t>
            </a:r>
          </a:p>
        </p:txBody>
      </p:sp>
      <p:grpSp>
        <p:nvGrpSpPr>
          <p:cNvPr id="134" name="Responsible [Sticker]" hidden="1">
            <a:extLst>
              <a:ext uri="{FF2B5EF4-FFF2-40B4-BE49-F238E27FC236}">
                <a16:creationId xmlns:a16="http://schemas.microsoft.com/office/drawing/2014/main" id="{D807E524-FC1C-0CD6-4E84-F55B41ABF787}"/>
              </a:ext>
            </a:extLst>
          </p:cNvPr>
          <p:cNvGrpSpPr/>
          <p:nvPr userDrawn="1"/>
        </p:nvGrpSpPr>
        <p:grpSpPr>
          <a:xfrm>
            <a:off x="9050330" y="210783"/>
            <a:ext cx="2640147" cy="173118"/>
            <a:chOff x="9050330" y="210783"/>
            <a:chExt cx="2640147" cy="173118"/>
          </a:xfrm>
        </p:grpSpPr>
        <p:sp>
          <p:nvSpPr>
            <p:cNvPr id="135" name="Final [Sticker org.]">
              <a:extLst>
                <a:ext uri="{FF2B5EF4-FFF2-40B4-BE49-F238E27FC236}">
                  <a16:creationId xmlns:a16="http://schemas.microsoft.com/office/drawing/2014/main" id="{4440328B-E219-D57E-E076-5D09AD704156}"/>
                </a:ext>
              </a:extLst>
            </p:cNvPr>
            <p:cNvSpPr>
              <a:spLocks/>
            </p:cNvSpPr>
            <p:nvPr/>
          </p:nvSpPr>
          <p:spPr>
            <a:xfrm>
              <a:off x="9050330" y="210783"/>
              <a:ext cx="2640147" cy="173117"/>
            </a:xfrm>
            <a:prstGeom prst="roundRect">
              <a:avLst>
                <a:gd name="adj" fmla="val 50000"/>
              </a:avLst>
            </a:prstGeom>
            <a:solidFill>
              <a:schemeClr val="bg1"/>
            </a:solidFill>
            <a:ln w="6350" cap="flat" cmpd="sng" algn="ctr">
              <a:solidFill>
                <a:schemeClr val="tx2"/>
              </a:solidFill>
              <a:prstDash val="solid"/>
            </a:ln>
            <a:effectLst/>
          </p:spPr>
          <p:txBody>
            <a:bodyPr wrap="square" lIns="900000" tIns="0" rIns="0" bIns="0"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da-GL" sz="800" i="0" u="none" strike="noStrike" kern="0" cap="none" spc="0" normalizeH="0" baseline="0" noProof="0">
                  <a:ln>
                    <a:noFill/>
                  </a:ln>
                  <a:solidFill>
                    <a:schemeClr val="tx2"/>
                  </a:solidFill>
                  <a:effectLst/>
                  <a:uLnTx/>
                  <a:uFillTx/>
                  <a:latin typeface="72 Brand" panose="020B0504030603020204" pitchFamily="34" charset="0"/>
                  <a:ea typeface="+mn-ea"/>
                  <a:cs typeface="+mn-cs"/>
                </a:rPr>
                <a:t>TEXT</a:t>
              </a:r>
              <a:endParaRPr kumimoji="0" lang="en-US" sz="800" i="0" u="none" strike="noStrike" kern="0" cap="none" spc="0" normalizeH="0" baseline="0" noProof="0">
                <a:ln>
                  <a:noFill/>
                </a:ln>
                <a:solidFill>
                  <a:schemeClr val="tx2"/>
                </a:solidFill>
                <a:effectLst/>
                <a:uLnTx/>
                <a:uFillTx/>
                <a:latin typeface="72 Brand" panose="020B0504030603020204" pitchFamily="34" charset="0"/>
                <a:ea typeface="+mn-ea"/>
                <a:cs typeface="+mn-cs"/>
              </a:endParaRPr>
            </a:p>
          </p:txBody>
        </p:sp>
        <p:sp>
          <p:nvSpPr>
            <p:cNvPr id="136" name="Final [Sticker org.]">
              <a:extLst>
                <a:ext uri="{FF2B5EF4-FFF2-40B4-BE49-F238E27FC236}">
                  <a16:creationId xmlns:a16="http://schemas.microsoft.com/office/drawing/2014/main" id="{E3A6C8D3-C105-250D-CC2B-D59A630EC485}"/>
                </a:ext>
              </a:extLst>
            </p:cNvPr>
            <p:cNvSpPr>
              <a:spLocks/>
            </p:cNvSpPr>
            <p:nvPr/>
          </p:nvSpPr>
          <p:spPr>
            <a:xfrm>
              <a:off x="9050330" y="210784"/>
              <a:ext cx="853949" cy="173117"/>
            </a:xfrm>
            <a:prstGeom prst="roundRect">
              <a:avLst>
                <a:gd name="adj" fmla="val 50000"/>
              </a:avLst>
            </a:prstGeom>
            <a:solidFill>
              <a:schemeClr val="tx2"/>
            </a:solidFill>
            <a:ln w="19050" cap="flat" cmpd="sng" algn="ctr">
              <a:noFill/>
              <a:prstDash val="solid"/>
            </a:ln>
            <a:effectLst/>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da-GL" sz="800" i="0" u="none" strike="noStrike" kern="0" cap="none" spc="0" normalizeH="0" baseline="0" noProof="0">
                  <a:ln>
                    <a:noFill/>
                  </a:ln>
                  <a:solidFill>
                    <a:srgbClr val="FFFFFF"/>
                  </a:solidFill>
                  <a:effectLst/>
                  <a:uLnTx/>
                  <a:uFillTx/>
                  <a:latin typeface="72 Brand" panose="020B0504030603020204" pitchFamily="34" charset="0"/>
                  <a:ea typeface="+mn-ea"/>
                  <a:cs typeface="+mn-cs"/>
                </a:rPr>
                <a:t>RESPONSIBLE:</a:t>
              </a:r>
              <a:endParaRPr kumimoji="0" lang="en-US" sz="800" i="0" u="none" strike="noStrike" kern="0" cap="none" spc="0" normalizeH="0" baseline="0" noProof="0">
                <a:ln>
                  <a:noFill/>
                </a:ln>
                <a:solidFill>
                  <a:srgbClr val="FFFFFF"/>
                </a:solidFill>
                <a:effectLst/>
                <a:uLnTx/>
                <a:uFillTx/>
                <a:latin typeface="72 Brand" panose="020B0504030603020204" pitchFamily="34" charset="0"/>
                <a:ea typeface="+mn-ea"/>
                <a:cs typeface="+mn-cs"/>
              </a:endParaRPr>
            </a:p>
          </p:txBody>
        </p:sp>
      </p:grpSp>
      <p:sp>
        <p:nvSpPr>
          <p:cNvPr id="137" name="Workspace [Presentation]" hidden="1">
            <a:extLst>
              <a:ext uri="{FF2B5EF4-FFF2-40B4-BE49-F238E27FC236}">
                <a16:creationId xmlns:a16="http://schemas.microsoft.com/office/drawing/2014/main" id="{94A6BE43-81F0-FA8E-2328-A068FC5E0F5F}"/>
              </a:ext>
            </a:extLst>
          </p:cNvPr>
          <p:cNvSpPr/>
          <p:nvPr userDrawn="1"/>
        </p:nvSpPr>
        <p:spPr bwMode="gray">
          <a:xfrm>
            <a:off x="504001" y="1548560"/>
            <a:ext cx="11186476" cy="4552203"/>
          </a:xfrm>
          <a:prstGeom prst="rect">
            <a:avLst/>
          </a:prstGeom>
          <a:noFill/>
          <a:ln w="12700" algn="ctr">
            <a:solidFill>
              <a:srgbClr val="D24726"/>
            </a:solidFill>
            <a:prstDash val="lgDash"/>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K" sz="1800"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4" name="TextBox 3">
            <a:extLst>
              <a:ext uri="{FF2B5EF4-FFF2-40B4-BE49-F238E27FC236}">
                <a16:creationId xmlns:a16="http://schemas.microsoft.com/office/drawing/2014/main" id="{6E099D8D-6513-0B2D-E2BA-AE622979A220}"/>
              </a:ext>
            </a:extLst>
          </p:cNvPr>
          <p:cNvSpPr txBox="1"/>
          <p:nvPr userDrawn="1"/>
        </p:nvSpPr>
        <p:spPr>
          <a:xfrm>
            <a:off x="212835" y="6681135"/>
            <a:ext cx="1103586" cy="92333"/>
          </a:xfrm>
          <a:prstGeom prst="rect">
            <a:avLst/>
          </a:prstGeom>
          <a:noFill/>
          <a:ln w="28575">
            <a:noFill/>
          </a:ln>
        </p:spPr>
        <p:txBody>
          <a:bodyPr wrap="square" lIns="0" tIns="0" rIns="0" bIns="0" rtlCol="0">
            <a:spAutoFit/>
          </a:bodyPr>
          <a:lstStyle/>
          <a:p>
            <a:pPr algn="l" fontAlgn="base">
              <a:spcBef>
                <a:spcPct val="50000"/>
              </a:spcBef>
              <a:spcAft>
                <a:spcPct val="0"/>
              </a:spcAft>
              <a:buClr>
                <a:schemeClr val="tx1"/>
              </a:buClr>
              <a:buSzPct val="100000"/>
            </a:pPr>
            <a:r>
              <a:rPr lang="en-US" sz="600" kern="0">
                <a:latin typeface="72 Brand" panose="020B0504030603020204" pitchFamily="34" charset="0"/>
                <a:ea typeface="72 Brand" pitchFamily="34" charset="-128"/>
                <a:cs typeface="72 Brand" pitchFamily="34" charset="-128"/>
              </a:rPr>
              <a:t>PUBLIC</a:t>
            </a:r>
          </a:p>
        </p:txBody>
      </p:sp>
    </p:spTree>
    <p:extLst>
      <p:ext uri="{BB962C8B-B14F-4D97-AF65-F5344CB8AC3E}">
        <p14:creationId xmlns:p14="http://schemas.microsoft.com/office/powerpoint/2010/main" val="3302877868"/>
      </p:ext>
    </p:extLst>
  </p:cSld>
  <p:clrMap bg1="lt1" tx1="dk1" bg2="lt2" tx2="dk2" accent1="accent1" accent2="accent2" accent3="accent3" accent4="accent4" accent5="accent5" accent6="accent6" hlink="hlink" folHlink="folHlink"/>
  <p:sldLayoutIdLst>
    <p:sldLayoutId id="2147484138" r:id="rId1"/>
    <p:sldLayoutId id="2147484139" r:id="rId2"/>
    <p:sldLayoutId id="2147484140" r:id="rId3"/>
    <p:sldLayoutId id="2147484141" r:id="rId4"/>
    <p:sldLayoutId id="2147484142" r:id="rId5"/>
    <p:sldLayoutId id="2147484143" r:id="rId6"/>
    <p:sldLayoutId id="2147484144" r:id="rId7"/>
    <p:sldLayoutId id="2147484145" r:id="rId8"/>
    <p:sldLayoutId id="2147484146" r:id="rId9"/>
    <p:sldLayoutId id="2147484147" r:id="rId10"/>
    <p:sldLayoutId id="2147484148" r:id="rId11"/>
    <p:sldLayoutId id="2147484149" r:id="rId12"/>
    <p:sldLayoutId id="2147484150" r:id="rId13"/>
    <p:sldLayoutId id="2147484151" r:id="rId14"/>
    <p:sldLayoutId id="2147484152" r:id="rId15"/>
    <p:sldLayoutId id="2147484153" r:id="rId16"/>
    <p:sldLayoutId id="2147484154" r:id="rId17"/>
    <p:sldLayoutId id="2147484155" r:id="rId18"/>
    <p:sldLayoutId id="2147484156" r:id="rId19"/>
    <p:sldLayoutId id="2147484157" r:id="rId20"/>
    <p:sldLayoutId id="2147484158" r:id="rId21"/>
    <p:sldLayoutId id="2147484159" r:id="rId22"/>
    <p:sldLayoutId id="2147484160" r:id="rId23"/>
    <p:sldLayoutId id="2147484161" r:id="rId24"/>
    <p:sldLayoutId id="2147484162" r:id="rId25"/>
    <p:sldLayoutId id="2147484164" r:id="rId26"/>
    <p:sldLayoutId id="2147484165" r:id="rId27"/>
    <p:sldLayoutId id="2147484166" r:id="rId28"/>
  </p:sldLayoutIdLst>
  <p:hf hdr="0" ftr="0" dt="0"/>
  <p:txStyles>
    <p:titleStyle>
      <a:lvl1pPr algn="l" defTabSz="1088558" rtl="0" eaLnBrk="1" latinLnBrk="0" hangingPunct="1">
        <a:spcBef>
          <a:spcPct val="0"/>
        </a:spcBef>
        <a:buNone/>
        <a:defRPr sz="2400" b="0" i="0" kern="1200" baseline="0">
          <a:solidFill>
            <a:schemeClr val="tx1"/>
          </a:solidFill>
          <a:latin typeface="72 Brand Medium" panose="020B0504030603020204" pitchFamily="34" charset="0"/>
          <a:ea typeface="+mj-ea"/>
          <a:cs typeface="+mj-cs"/>
        </a:defRPr>
      </a:lvl1pPr>
    </p:titleStyle>
    <p:bodyStyle>
      <a:lvl1pPr marL="0" indent="0" algn="l" defTabSz="1088558" rtl="0" eaLnBrk="1" latinLnBrk="0" hangingPunct="1">
        <a:spcBef>
          <a:spcPts val="600"/>
        </a:spcBef>
        <a:buClrTx/>
        <a:buSzPct val="100000"/>
        <a:buFont typeface="Arial" panose="020B0604020202020204" pitchFamily="34" charset="0"/>
        <a:buNone/>
        <a:defRPr sz="2000" b="0" i="0" kern="1200" baseline="0">
          <a:solidFill>
            <a:schemeClr val="tx1"/>
          </a:solidFill>
          <a:latin typeface="72 Brand" panose="020B0504030603020204" pitchFamily="34" charset="0"/>
          <a:ea typeface="+mn-ea"/>
          <a:cs typeface="+mn-cs"/>
        </a:defRPr>
      </a:lvl1pPr>
      <a:lvl2pPr marL="252000" indent="-252000" algn="l" defTabSz="1088558" rtl="0" eaLnBrk="1" latinLnBrk="0" hangingPunct="1">
        <a:spcBef>
          <a:spcPts val="600"/>
        </a:spcBef>
        <a:buClr>
          <a:schemeClr val="tx1"/>
        </a:buClr>
        <a:buSzPct val="100000"/>
        <a:buFont typeface="Wingdings" panose="05000000000000000000" pitchFamily="2" charset="2"/>
        <a:buChar char=""/>
        <a:defRPr sz="1800" b="0" i="0" kern="1200">
          <a:solidFill>
            <a:schemeClr val="tx1"/>
          </a:solidFill>
          <a:latin typeface="72 Brand" panose="020B0504030603020204" pitchFamily="34" charset="0"/>
          <a:ea typeface="+mn-ea"/>
          <a:cs typeface="+mn-cs"/>
        </a:defRPr>
      </a:lvl2pPr>
      <a:lvl3pPr marL="504000" indent="-252000" algn="l" defTabSz="1088558" rtl="0" eaLnBrk="1" latinLnBrk="0" hangingPunct="1">
        <a:spcBef>
          <a:spcPts val="600"/>
        </a:spcBef>
        <a:buClr>
          <a:schemeClr val="tx1"/>
        </a:buClr>
        <a:buSzPct val="100000"/>
        <a:buFont typeface="Wingdings" panose="05000000000000000000" pitchFamily="2" charset="2"/>
        <a:buChar char=""/>
        <a:defRPr lang="en-US" sz="1600" b="0" i="0" kern="1200" noProof="0" dirty="0" smtClean="0">
          <a:solidFill>
            <a:schemeClr val="tx1"/>
          </a:solidFill>
          <a:latin typeface="72 Brand" panose="020B0504030603020204" pitchFamily="34" charset="0"/>
          <a:ea typeface="+mn-ea"/>
          <a:cs typeface="+mn-cs"/>
        </a:defRPr>
      </a:lvl3pPr>
      <a:lvl4pPr marL="756000" indent="-252000" algn="l" defTabSz="1088558" rtl="0" eaLnBrk="1" latinLnBrk="0" hangingPunct="1">
        <a:spcBef>
          <a:spcPts val="600"/>
        </a:spcBef>
        <a:buClr>
          <a:schemeClr val="tx1"/>
        </a:buClr>
        <a:buSzPct val="100000"/>
        <a:buFont typeface="Wingdings" panose="05000000000000000000" pitchFamily="2" charset="2"/>
        <a:buChar char=""/>
        <a:defRPr sz="1400" b="0" i="0" kern="1200">
          <a:solidFill>
            <a:schemeClr val="tx1"/>
          </a:solidFill>
          <a:latin typeface="72 Brand" panose="020B0504030603020204" pitchFamily="34" charset="0"/>
          <a:ea typeface="+mn-ea"/>
          <a:cs typeface="+mn-cs"/>
        </a:defRPr>
      </a:lvl4pPr>
      <a:lvl5pPr marL="0" indent="0" algn="l" defTabSz="1088558" rtl="0" eaLnBrk="1" latinLnBrk="0" hangingPunct="1">
        <a:spcBef>
          <a:spcPts val="600"/>
        </a:spcBef>
        <a:buClr>
          <a:schemeClr val="tx1"/>
        </a:buClr>
        <a:buSzPct val="100000"/>
        <a:buFont typeface="Arial" panose="020B0604020202020204" pitchFamily="34" charset="0"/>
        <a:buChar char="​"/>
        <a:defRPr sz="1400" b="0" i="0" kern="1200" baseline="0">
          <a:solidFill>
            <a:schemeClr val="tx1"/>
          </a:solidFill>
          <a:latin typeface="+mj-lt"/>
          <a:ea typeface="+mn-ea"/>
          <a:cs typeface="+mn-cs"/>
        </a:defRPr>
      </a:lvl5pPr>
      <a:lvl6pPr marL="0" indent="0" algn="l" defTabSz="1088558" rtl="0" eaLnBrk="1" latinLnBrk="0" hangingPunct="1">
        <a:lnSpc>
          <a:spcPct val="120000"/>
        </a:lnSpc>
        <a:spcBef>
          <a:spcPts val="600"/>
        </a:spcBef>
        <a:buFont typeface="Arial" panose="020B0604020202020204" pitchFamily="34" charset="0"/>
        <a:buChar char="​"/>
        <a:defRPr sz="1400" kern="1200">
          <a:solidFill>
            <a:schemeClr val="tx1"/>
          </a:solidFill>
          <a:latin typeface="+mn-lt"/>
          <a:ea typeface="+mn-ea"/>
          <a:cs typeface="+mn-cs"/>
        </a:defRPr>
      </a:lvl6pPr>
      <a:lvl7pPr marL="0" indent="0" algn="l" defTabSz="1088558" rtl="0" eaLnBrk="1" latinLnBrk="0" hangingPunct="1">
        <a:lnSpc>
          <a:spcPct val="120000"/>
        </a:lnSpc>
        <a:spcBef>
          <a:spcPts val="300"/>
        </a:spcBef>
        <a:buFont typeface="Arial" pitchFamily="34" charset="0"/>
        <a:buChar char="​"/>
        <a:defRPr sz="800" kern="1200">
          <a:solidFill>
            <a:schemeClr val="tx1"/>
          </a:solidFill>
          <a:latin typeface="+mj-lt"/>
          <a:ea typeface="+mn-ea"/>
          <a:cs typeface="+mn-cs"/>
        </a:defRPr>
      </a:lvl7pPr>
      <a:lvl8pPr marL="0" indent="0" algn="l" defTabSz="1088558" rtl="0" eaLnBrk="1" latinLnBrk="0" hangingPunct="1">
        <a:lnSpc>
          <a:spcPct val="120000"/>
        </a:lnSpc>
        <a:spcBef>
          <a:spcPts val="600"/>
        </a:spcBef>
        <a:buFont typeface="Arial" pitchFamily="34" charset="0"/>
        <a:buChar char="​"/>
        <a:defRPr sz="800" kern="1200">
          <a:solidFill>
            <a:schemeClr val="tx1"/>
          </a:solidFill>
          <a:latin typeface="+mn-lt"/>
          <a:ea typeface="+mn-ea"/>
          <a:cs typeface="+mn-cs"/>
        </a:defRPr>
      </a:lvl8pPr>
      <a:lvl9pPr marL="0" indent="0" algn="l" defTabSz="1088558" rtl="0" eaLnBrk="1" latinLnBrk="0" hangingPunct="1">
        <a:spcBef>
          <a:spcPts val="600"/>
        </a:spcBef>
        <a:buFont typeface="Arial" pitchFamily="34" charset="0"/>
        <a:buChar char="​"/>
        <a:defRPr sz="3600" kern="1200">
          <a:solidFill>
            <a:schemeClr val="tx1"/>
          </a:solidFill>
          <a:latin typeface="+mj-lt"/>
          <a:ea typeface="+mn-ea"/>
          <a:cs typeface="+mn-cs"/>
        </a:defRPr>
      </a:lvl9pPr>
    </p:bodyStyle>
    <p:otherStyle>
      <a:defPPr>
        <a:defRPr lang="de-DE"/>
      </a:defPPr>
      <a:lvl1pPr marL="0" algn="l" defTabSz="1088558" rtl="0" eaLnBrk="1" latinLnBrk="0" hangingPunct="1">
        <a:defRPr sz="2100" kern="1200">
          <a:solidFill>
            <a:schemeClr val="tx1"/>
          </a:solidFill>
          <a:latin typeface="+mn-lt"/>
          <a:ea typeface="+mn-ea"/>
          <a:cs typeface="+mn-cs"/>
        </a:defRPr>
      </a:lvl1pPr>
      <a:lvl2pPr marL="544279" algn="l" defTabSz="1088558" rtl="0" eaLnBrk="1" latinLnBrk="0" hangingPunct="1">
        <a:defRPr sz="2100" kern="1200">
          <a:solidFill>
            <a:schemeClr val="tx1"/>
          </a:solidFill>
          <a:latin typeface="+mn-lt"/>
          <a:ea typeface="+mn-ea"/>
          <a:cs typeface="+mn-cs"/>
        </a:defRPr>
      </a:lvl2pPr>
      <a:lvl3pPr marL="1088558" algn="l" defTabSz="1088558" rtl="0" eaLnBrk="1" latinLnBrk="0" hangingPunct="1">
        <a:defRPr sz="2100" kern="1200">
          <a:solidFill>
            <a:schemeClr val="tx1"/>
          </a:solidFill>
          <a:latin typeface="+mn-lt"/>
          <a:ea typeface="+mn-ea"/>
          <a:cs typeface="+mn-cs"/>
        </a:defRPr>
      </a:lvl3pPr>
      <a:lvl4pPr marL="1632837" algn="l" defTabSz="1088558" rtl="0" eaLnBrk="1" latinLnBrk="0" hangingPunct="1">
        <a:defRPr sz="2100" kern="1200">
          <a:solidFill>
            <a:schemeClr val="tx1"/>
          </a:solidFill>
          <a:latin typeface="+mn-lt"/>
          <a:ea typeface="+mn-ea"/>
          <a:cs typeface="+mn-cs"/>
        </a:defRPr>
      </a:lvl4pPr>
      <a:lvl5pPr marL="2177116" algn="l" defTabSz="1088558" rtl="0" eaLnBrk="1" latinLnBrk="0" hangingPunct="1">
        <a:defRPr sz="2100" kern="1200">
          <a:solidFill>
            <a:schemeClr val="tx1"/>
          </a:solidFill>
          <a:latin typeface="+mn-lt"/>
          <a:ea typeface="+mn-ea"/>
          <a:cs typeface="+mn-cs"/>
        </a:defRPr>
      </a:lvl5pPr>
      <a:lvl6pPr marL="2721396" algn="l" defTabSz="1088558" rtl="0" eaLnBrk="1" latinLnBrk="0" hangingPunct="1">
        <a:defRPr sz="2100" kern="1200">
          <a:solidFill>
            <a:schemeClr val="tx1"/>
          </a:solidFill>
          <a:latin typeface="+mn-lt"/>
          <a:ea typeface="+mn-ea"/>
          <a:cs typeface="+mn-cs"/>
        </a:defRPr>
      </a:lvl6pPr>
      <a:lvl7pPr marL="3265675" algn="l" defTabSz="1088558" rtl="0" eaLnBrk="1" latinLnBrk="0" hangingPunct="1">
        <a:defRPr sz="2100" kern="1200">
          <a:solidFill>
            <a:schemeClr val="tx1"/>
          </a:solidFill>
          <a:latin typeface="+mn-lt"/>
          <a:ea typeface="+mn-ea"/>
          <a:cs typeface="+mn-cs"/>
        </a:defRPr>
      </a:lvl7pPr>
      <a:lvl8pPr marL="3809954" algn="l" defTabSz="1088558" rtl="0" eaLnBrk="1" latinLnBrk="0" hangingPunct="1">
        <a:defRPr sz="2100" kern="1200">
          <a:solidFill>
            <a:schemeClr val="tx1"/>
          </a:solidFill>
          <a:latin typeface="+mn-lt"/>
          <a:ea typeface="+mn-ea"/>
          <a:cs typeface="+mn-cs"/>
        </a:defRPr>
      </a:lvl8pPr>
      <a:lvl9pPr marL="4354233" algn="l" defTabSz="1088558"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7">
          <p15:clr>
            <a:srgbClr val="A4A4A4"/>
          </p15:clr>
        </p15:guide>
        <p15:guide id="2" pos="759">
          <p15:clr>
            <a:srgbClr val="A4A4A4"/>
          </p15:clr>
        </p15:guide>
        <p15:guide id="3" orient="horz" pos="317">
          <p15:clr>
            <a:srgbClr val="A4A4A4"/>
          </p15:clr>
        </p15:guide>
        <p15:guide id="4" orient="horz" pos="3884">
          <p15:clr>
            <a:srgbClr val="A4A4A4"/>
          </p15:clr>
        </p15:guide>
        <p15:guide id="5" pos="917">
          <p15:clr>
            <a:srgbClr val="A4A4A4"/>
          </p15:clr>
        </p15:guide>
        <p15:guide id="6" pos="1359">
          <p15:clr>
            <a:srgbClr val="A4A4A4"/>
          </p15:clr>
        </p15:guide>
        <p15:guide id="7" pos="1518">
          <p15:clr>
            <a:srgbClr val="A4A4A4"/>
          </p15:clr>
        </p15:guide>
        <p15:guide id="8" pos="1959">
          <p15:clr>
            <a:srgbClr val="A4A4A4"/>
          </p15:clr>
        </p15:guide>
        <p15:guide id="9" pos="2118">
          <p15:clr>
            <a:srgbClr val="A4A4A4"/>
          </p15:clr>
        </p15:guide>
        <p15:guide id="10" pos="2560">
          <p15:clr>
            <a:srgbClr val="A4A4A4"/>
          </p15:clr>
        </p15:guide>
        <p15:guide id="11" pos="2719">
          <p15:clr>
            <a:srgbClr val="A4A4A4"/>
          </p15:clr>
        </p15:guide>
        <p15:guide id="12" pos="3161">
          <p15:clr>
            <a:srgbClr val="A4A4A4"/>
          </p15:clr>
        </p15:guide>
        <p15:guide id="13" pos="3319">
          <p15:clr>
            <a:srgbClr val="A4A4A4"/>
          </p15:clr>
        </p15:guide>
        <p15:guide id="14" pos="3761">
          <p15:clr>
            <a:srgbClr val="A4A4A4"/>
          </p15:clr>
        </p15:guide>
        <p15:guide id="15" pos="3920">
          <p15:clr>
            <a:srgbClr val="A4A4A4"/>
          </p15:clr>
        </p15:guide>
        <p15:guide id="16" pos="4362">
          <p15:clr>
            <a:srgbClr val="A4A4A4"/>
          </p15:clr>
        </p15:guide>
        <p15:guide id="17" pos="4520">
          <p15:clr>
            <a:srgbClr val="A4A4A4"/>
          </p15:clr>
        </p15:guide>
        <p15:guide id="18" pos="4962">
          <p15:clr>
            <a:srgbClr val="A4A4A4"/>
          </p15:clr>
        </p15:guide>
        <p15:guide id="19" pos="5121">
          <p15:clr>
            <a:srgbClr val="A4A4A4"/>
          </p15:clr>
        </p15:guide>
        <p15:guide id="20" pos="5563">
          <p15:clr>
            <a:srgbClr val="A4A4A4"/>
          </p15:clr>
        </p15:guide>
        <p15:guide id="21" pos="5721">
          <p15:clr>
            <a:srgbClr val="A4A4A4"/>
          </p15:clr>
        </p15:guide>
        <p15:guide id="22" pos="6163">
          <p15:clr>
            <a:srgbClr val="A4A4A4"/>
          </p15:clr>
        </p15:guide>
        <p15:guide id="23" pos="6322">
          <p15:clr>
            <a:srgbClr val="A4A4A4"/>
          </p15:clr>
        </p15:guide>
        <p15:guide id="24" pos="6764">
          <p15:clr>
            <a:srgbClr val="A4A4A4"/>
          </p15:clr>
        </p15:guide>
        <p15:guide id="25" pos="6922">
          <p15:clr>
            <a:srgbClr val="A4A4A4"/>
          </p15:clr>
        </p15:guide>
        <p15:guide id="26" pos="7364">
          <p15:clr>
            <a:srgbClr val="A4A4A4"/>
          </p15:clr>
        </p15:guide>
        <p15:guide id="27" orient="horz" pos="3770">
          <p15:clr>
            <a:srgbClr val="A4A4A4"/>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6DDB6F53-918F-8098-B09C-464858D2F8E0}"/>
              </a:ext>
            </a:extLst>
          </p:cNvPr>
          <p:cNvGraphicFramePr>
            <a:graphicFrameLocks/>
          </p:cNvGraphicFramePr>
          <p:nvPr userDrawn="1">
            <p:custDataLst>
              <p:tags r:id="rId30"/>
            </p:custDataLst>
            <p:extLst>
              <p:ext uri="{D42A27DB-BD31-4B8C-83A1-F6EECF244321}">
                <p14:modId xmlns:p14="http://schemas.microsoft.com/office/powerpoint/2010/main" val="2319823741"/>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1" imgW="306" imgH="308" progId="TCLayout.ActiveDocument.1">
                  <p:embed/>
                </p:oleObj>
              </mc:Choice>
              <mc:Fallback>
                <p:oleObj name="think-cell Slide" r:id="rId31" imgW="306" imgH="308" progId="TCLayout.ActiveDocument.1">
                  <p:embed/>
                  <p:pic>
                    <p:nvPicPr>
                      <p:cNvPr id="7" name="think-cell data - do not delete" hidden="1">
                        <a:extLst>
                          <a:ext uri="{FF2B5EF4-FFF2-40B4-BE49-F238E27FC236}">
                            <a16:creationId xmlns:a16="http://schemas.microsoft.com/office/drawing/2014/main" id="{6DDB6F53-918F-8098-B09C-464858D2F8E0}"/>
                          </a:ext>
                        </a:extLst>
                      </p:cNvPr>
                      <p:cNvPicPr/>
                      <p:nvPr/>
                    </p:nvPicPr>
                    <p:blipFill>
                      <a:blip r:embed="rId32"/>
                      <a:stretch>
                        <a:fillRect/>
                      </a:stretch>
                    </p:blipFill>
                    <p:spPr>
                      <a:xfrm>
                        <a:off x="1589"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838419" y="365126"/>
            <a:ext cx="10518338"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419" y="1825625"/>
            <a:ext cx="1051833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418" y="6356351"/>
            <a:ext cx="2743914"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10/23/26</a:t>
            </a:fld>
            <a:endParaRPr lang="en-US"/>
          </a:p>
        </p:txBody>
      </p:sp>
      <p:sp>
        <p:nvSpPr>
          <p:cNvPr id="5" name="Footer Placeholder 4"/>
          <p:cNvSpPr>
            <a:spLocks noGrp="1"/>
          </p:cNvSpPr>
          <p:nvPr>
            <p:ph type="ftr" sz="quarter" idx="3"/>
          </p:nvPr>
        </p:nvSpPr>
        <p:spPr>
          <a:xfrm>
            <a:off x="4039652" y="6356351"/>
            <a:ext cx="4115872"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2843" y="6356351"/>
            <a:ext cx="2743914"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4243309653"/>
      </p:ext>
    </p:extLst>
  </p:cSld>
  <p:clrMap bg1="lt1" tx1="dk1" bg2="lt2" tx2="dk2" accent1="accent1" accent2="accent2" accent3="accent3" accent4="accent4" accent5="accent5" accent6="accent6" hlink="hlink" folHlink="folHlink"/>
  <p:sldLayoutIdLst>
    <p:sldLayoutId id="2147484168" r:id="rId1"/>
    <p:sldLayoutId id="2147484169" r:id="rId2"/>
    <p:sldLayoutId id="2147484170" r:id="rId3"/>
    <p:sldLayoutId id="2147484171" r:id="rId4"/>
    <p:sldLayoutId id="2147484172" r:id="rId5"/>
    <p:sldLayoutId id="2147484173" r:id="rId6"/>
    <p:sldLayoutId id="2147484174" r:id="rId7"/>
    <p:sldLayoutId id="2147484175" r:id="rId8"/>
    <p:sldLayoutId id="2147484176" r:id="rId9"/>
    <p:sldLayoutId id="2147484177" r:id="rId10"/>
    <p:sldLayoutId id="2147484178" r:id="rId11"/>
    <p:sldLayoutId id="2147484179" r:id="rId12"/>
    <p:sldLayoutId id="2147484180" r:id="rId13"/>
    <p:sldLayoutId id="2147484181" r:id="rId14"/>
    <p:sldLayoutId id="2147484182" r:id="rId15"/>
    <p:sldLayoutId id="2147484183" r:id="rId16"/>
    <p:sldLayoutId id="2147484184" r:id="rId17"/>
    <p:sldLayoutId id="2147484185" r:id="rId18"/>
    <p:sldLayoutId id="2147484186" r:id="rId19"/>
    <p:sldLayoutId id="2147484187" r:id="rId20"/>
    <p:sldLayoutId id="2147484188" r:id="rId21"/>
    <p:sldLayoutId id="2147484189" r:id="rId22"/>
    <p:sldLayoutId id="2147484190" r:id="rId23"/>
    <p:sldLayoutId id="2147484191" r:id="rId24"/>
    <p:sldLayoutId id="2147484192" r:id="rId25"/>
    <p:sldLayoutId id="2147484193" r:id="rId26"/>
    <p:sldLayoutId id="2147484194" r:id="rId27"/>
    <p:sldLayoutId id="2147484195" r:id="rId2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13.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94.xml"/><Relationship Id="rId2" Type="http://schemas.openxmlformats.org/officeDocument/2006/relationships/customXml" Target="../../customXml/item19.xml"/><Relationship Id="rId1" Type="http://schemas.openxmlformats.org/officeDocument/2006/relationships/customXml" Target="../../customXml/item18.xml"/><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9.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69.png"/><Relationship Id="rId2" Type="http://schemas.openxmlformats.org/officeDocument/2006/relationships/slideLayout" Target="../slideLayouts/slideLayout130.xml"/><Relationship Id="rId1" Type="http://schemas.openxmlformats.org/officeDocument/2006/relationships/tags" Target="../tags/tag504.xml"/><Relationship Id="rId6" Type="http://schemas.openxmlformats.org/officeDocument/2006/relationships/image" Target="../media/image42.emf"/><Relationship Id="rId5" Type="http://schemas.openxmlformats.org/officeDocument/2006/relationships/oleObject" Target="../embeddings/oleObject10.bin"/><Relationship Id="rId4" Type="http://schemas.microsoft.com/office/2018/10/relationships/comments" Target="../comments/modernComment_17A_8C85E9C5.xml"/></Relationships>
</file>

<file path=ppt/slides/_rels/slide6.xml.rels><?xml version="1.0" encoding="UTF-8" standalone="yes"?>
<Relationships xmlns="http://schemas.openxmlformats.org/package/2006/relationships"><Relationship Id="rId8" Type="http://schemas.openxmlformats.org/officeDocument/2006/relationships/image" Target="../media/image75.svg"/><Relationship Id="rId13" Type="http://schemas.openxmlformats.org/officeDocument/2006/relationships/image" Target="../media/image80.svg"/><Relationship Id="rId18" Type="http://schemas.openxmlformats.org/officeDocument/2006/relationships/image" Target="../media/image85.svg"/><Relationship Id="rId3" Type="http://schemas.openxmlformats.org/officeDocument/2006/relationships/image" Target="../media/image70.png"/><Relationship Id="rId7" Type="http://schemas.openxmlformats.org/officeDocument/2006/relationships/image" Target="../media/image74.svg"/><Relationship Id="rId12" Type="http://schemas.openxmlformats.org/officeDocument/2006/relationships/image" Target="../media/image79.svg"/><Relationship Id="rId17" Type="http://schemas.openxmlformats.org/officeDocument/2006/relationships/image" Target="../media/image84.svg"/><Relationship Id="rId2" Type="http://schemas.openxmlformats.org/officeDocument/2006/relationships/notesSlide" Target="../notesSlides/notesSlide5.xml"/><Relationship Id="rId16" Type="http://schemas.openxmlformats.org/officeDocument/2006/relationships/image" Target="../media/image83.svg"/><Relationship Id="rId1" Type="http://schemas.openxmlformats.org/officeDocument/2006/relationships/slideLayout" Target="../slideLayouts/slideLayout131.xml"/><Relationship Id="rId6" Type="http://schemas.openxmlformats.org/officeDocument/2006/relationships/image" Target="../media/image73.png"/><Relationship Id="rId11" Type="http://schemas.openxmlformats.org/officeDocument/2006/relationships/image" Target="../media/image78.svg"/><Relationship Id="rId5" Type="http://schemas.openxmlformats.org/officeDocument/2006/relationships/image" Target="../media/image72.png"/><Relationship Id="rId15" Type="http://schemas.openxmlformats.org/officeDocument/2006/relationships/image" Target="../media/image82.svg"/><Relationship Id="rId10" Type="http://schemas.openxmlformats.org/officeDocument/2006/relationships/image" Target="../media/image77.svg"/><Relationship Id="rId19" Type="http://schemas.openxmlformats.org/officeDocument/2006/relationships/image" Target="../media/image86.svg"/><Relationship Id="rId4" Type="http://schemas.openxmlformats.org/officeDocument/2006/relationships/image" Target="../media/image71.png"/><Relationship Id="rId9" Type="http://schemas.openxmlformats.org/officeDocument/2006/relationships/image" Target="../media/image76.svg"/><Relationship Id="rId14" Type="http://schemas.openxmlformats.org/officeDocument/2006/relationships/image" Target="../media/image81.svg"/></Relationships>
</file>

<file path=ppt/slides/_rels/slide7.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image" Target="../media/image69.png"/><Relationship Id="rId7" Type="http://schemas.openxmlformats.org/officeDocument/2006/relationships/slide" Target="slide20.xml"/><Relationship Id="rId2" Type="http://schemas.openxmlformats.org/officeDocument/2006/relationships/notesSlide" Target="../notesSlides/notesSlide6.xml"/><Relationship Id="rId1" Type="http://schemas.openxmlformats.org/officeDocument/2006/relationships/slideLayout" Target="../slideLayouts/slideLayout146.xml"/><Relationship Id="rId6" Type="http://schemas.openxmlformats.org/officeDocument/2006/relationships/image" Target="../media/image87.svg"/><Relationship Id="rId5" Type="http://schemas.openxmlformats.org/officeDocument/2006/relationships/slide" Target="slide14.xml"/><Relationship Id="rId10" Type="http://schemas.openxmlformats.org/officeDocument/2006/relationships/hyperlink" Target="https://url.sap/7sd3dw" TargetMode="External"/><Relationship Id="rId4" Type="http://schemas.openxmlformats.org/officeDocument/2006/relationships/slide" Target="slide11.xml"/><Relationship Id="rId9" Type="http://schemas.openxmlformats.org/officeDocument/2006/relationships/image" Target="../media/image88.png"/></Relationships>
</file>

<file path=ppt/slides/_rels/slide8.xml.rels><?xml version="1.0" encoding="UTF-8" standalone="yes"?>
<Relationships xmlns="http://schemas.openxmlformats.org/package/2006/relationships"><Relationship Id="rId3" Type="http://schemas.openxmlformats.org/officeDocument/2006/relationships/image" Target="../media/image89.svg"/><Relationship Id="rId2" Type="http://schemas.openxmlformats.org/officeDocument/2006/relationships/notesSlide" Target="../notesSlides/notesSlide7.xml"/><Relationship Id="rId1" Type="http://schemas.openxmlformats.org/officeDocument/2006/relationships/slideLayout" Target="../slideLayouts/slideLayout132.xml"/><Relationship Id="rId6" Type="http://schemas.openxmlformats.org/officeDocument/2006/relationships/image" Target="../media/image92.svg"/><Relationship Id="rId5" Type="http://schemas.openxmlformats.org/officeDocument/2006/relationships/image" Target="../media/image91.svg"/><Relationship Id="rId4" Type="http://schemas.openxmlformats.org/officeDocument/2006/relationships/image" Target="../media/image90.svg"/></Relationships>
</file>

<file path=ppt/slides/_rels/slide9.xml.rels><?xml version="1.0" encoding="UTF-8" standalone="yes"?>
<Relationships xmlns="http://schemas.openxmlformats.org/package/2006/relationships"><Relationship Id="rId8" Type="http://schemas.openxmlformats.org/officeDocument/2006/relationships/tags" Target="../tags/tag512.xml"/><Relationship Id="rId13" Type="http://schemas.openxmlformats.org/officeDocument/2006/relationships/image" Target="../media/image93.svg"/><Relationship Id="rId3" Type="http://schemas.openxmlformats.org/officeDocument/2006/relationships/tags" Target="../tags/tag507.xml"/><Relationship Id="rId7" Type="http://schemas.openxmlformats.org/officeDocument/2006/relationships/tags" Target="../tags/tag511.xml"/><Relationship Id="rId12" Type="http://schemas.openxmlformats.org/officeDocument/2006/relationships/image" Target="../media/image92.svg"/><Relationship Id="rId2" Type="http://schemas.openxmlformats.org/officeDocument/2006/relationships/tags" Target="../tags/tag506.xml"/><Relationship Id="rId1" Type="http://schemas.openxmlformats.org/officeDocument/2006/relationships/tags" Target="../tags/tag505.xml"/><Relationship Id="rId6" Type="http://schemas.openxmlformats.org/officeDocument/2006/relationships/tags" Target="../tags/tag510.xml"/><Relationship Id="rId11" Type="http://schemas.openxmlformats.org/officeDocument/2006/relationships/image" Target="../media/image91.svg"/><Relationship Id="rId5" Type="http://schemas.openxmlformats.org/officeDocument/2006/relationships/tags" Target="../tags/tag509.xml"/><Relationship Id="rId10" Type="http://schemas.openxmlformats.org/officeDocument/2006/relationships/notesSlide" Target="../notesSlides/notesSlide8.xml"/><Relationship Id="rId4" Type="http://schemas.openxmlformats.org/officeDocument/2006/relationships/tags" Target="../tags/tag508.xml"/><Relationship Id="rId9" Type="http://schemas.openxmlformats.org/officeDocument/2006/relationships/slideLayout" Target="../slideLayouts/slideLayout132.xml"/><Relationship Id="rId14" Type="http://schemas.openxmlformats.org/officeDocument/2006/relationships/image" Target="../media/image94.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9.xml"/></Relationships>
</file>

<file path=ppt/slides/_rels/slide11.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10.xml"/><Relationship Id="rId1" Type="http://schemas.openxmlformats.org/officeDocument/2006/relationships/slideLayout" Target="../slideLayouts/slideLayout174.xml"/></Relationships>
</file>

<file path=ppt/slides/_rels/slide12.xml.rels><?xml version="1.0" encoding="UTF-8" standalone="yes"?>
<Relationships xmlns="http://schemas.openxmlformats.org/package/2006/relationships"><Relationship Id="rId3" Type="http://schemas.openxmlformats.org/officeDocument/2006/relationships/image" Target="../media/image96.svg"/><Relationship Id="rId7" Type="http://schemas.openxmlformats.org/officeDocument/2006/relationships/image" Target="../media/image98.png"/><Relationship Id="rId2" Type="http://schemas.openxmlformats.org/officeDocument/2006/relationships/notesSlide" Target="../notesSlides/notesSlide11.xml"/><Relationship Id="rId1" Type="http://schemas.openxmlformats.org/officeDocument/2006/relationships/slideLayout" Target="../slideLayouts/slideLayout202.xml"/><Relationship Id="rId6" Type="http://schemas.openxmlformats.org/officeDocument/2006/relationships/image" Target="../media/image97.png"/><Relationship Id="rId5" Type="http://schemas.openxmlformats.org/officeDocument/2006/relationships/hyperlink" Target="https://roadmaps.sap.com/board?q=journal%2520entry%2520agent&amp;range=CURRENT-LAST#;INNO=55CF127284D84B67A4AF54EAAAD73038" TargetMode="External"/><Relationship Id="rId4" Type="http://schemas.openxmlformats.org/officeDocument/2006/relationships/hyperlink" Target="https://roadmaps.sap.com/board?q=journal%2520entry%2520agent&amp;range=CURRENT-LAST#;INNO=000D3AAADBCE1FE0B484A387C597D701" TargetMode="External"/></Relationships>
</file>

<file path=ppt/slides/_rels/slide13.xml.rels><?xml version="1.0" encoding="UTF-8" standalone="yes"?>
<Relationships xmlns="http://schemas.openxmlformats.org/package/2006/relationships"><Relationship Id="rId8" Type="http://schemas.openxmlformats.org/officeDocument/2006/relationships/image" Target="../media/image99.png"/><Relationship Id="rId13" Type="http://schemas.openxmlformats.org/officeDocument/2006/relationships/image" Target="../media/image103.svg"/><Relationship Id="rId3" Type="http://schemas.openxmlformats.org/officeDocument/2006/relationships/tags" Target="../tags/tag515.xml"/><Relationship Id="rId7" Type="http://schemas.openxmlformats.org/officeDocument/2006/relationships/notesSlide" Target="../notesSlides/notesSlide12.xml"/><Relationship Id="rId12" Type="http://schemas.openxmlformats.org/officeDocument/2006/relationships/image" Target="../media/image102.svg"/><Relationship Id="rId17" Type="http://schemas.openxmlformats.org/officeDocument/2006/relationships/image" Target="../media/image106.svg"/><Relationship Id="rId2" Type="http://schemas.openxmlformats.org/officeDocument/2006/relationships/tags" Target="../tags/tag514.xml"/><Relationship Id="rId16" Type="http://schemas.openxmlformats.org/officeDocument/2006/relationships/image" Target="../media/image105.svg"/><Relationship Id="rId1" Type="http://schemas.openxmlformats.org/officeDocument/2006/relationships/tags" Target="../tags/tag513.xml"/><Relationship Id="rId6" Type="http://schemas.openxmlformats.org/officeDocument/2006/relationships/slideLayout" Target="../slideLayouts/slideLayout132.xml"/><Relationship Id="rId11" Type="http://schemas.openxmlformats.org/officeDocument/2006/relationships/image" Target="../media/image101.svg"/><Relationship Id="rId5" Type="http://schemas.openxmlformats.org/officeDocument/2006/relationships/tags" Target="../tags/tag517.xml"/><Relationship Id="rId15" Type="http://schemas.openxmlformats.org/officeDocument/2006/relationships/image" Target="../media/image104.svg"/><Relationship Id="rId10" Type="http://schemas.openxmlformats.org/officeDocument/2006/relationships/image" Target="../media/image100.svg"/><Relationship Id="rId4" Type="http://schemas.openxmlformats.org/officeDocument/2006/relationships/tags" Target="../tags/tag516.xml"/><Relationship Id="rId9" Type="http://schemas.microsoft.com/office/2007/relationships/hdphoto" Target="../media/hdphoto1.wdp"/><Relationship Id="rId14" Type="http://schemas.openxmlformats.org/officeDocument/2006/relationships/image" Target="../media/image94.svg"/></Relationships>
</file>

<file path=ppt/slides/_rels/slide14.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13.xml"/><Relationship Id="rId1" Type="http://schemas.openxmlformats.org/officeDocument/2006/relationships/slideLayout" Target="../slideLayouts/slideLayout174.xml"/></Relationships>
</file>

<file path=ppt/slides/_rels/slide15.xml.rels><?xml version="1.0" encoding="UTF-8" standalone="yes"?>
<Relationships xmlns="http://schemas.openxmlformats.org/package/2006/relationships"><Relationship Id="rId8" Type="http://schemas.openxmlformats.org/officeDocument/2006/relationships/image" Target="../media/image107.png"/><Relationship Id="rId3" Type="http://schemas.openxmlformats.org/officeDocument/2006/relationships/image" Target="../media/image96.svg"/><Relationship Id="rId7" Type="http://schemas.openxmlformats.org/officeDocument/2006/relationships/hyperlink" Target="https://discovery-center.cloud.sap/ai-feature/2ba6ab3e-ff22-4cb6-b3b4-20613ae8f6e3/" TargetMode="External"/><Relationship Id="rId2" Type="http://schemas.openxmlformats.org/officeDocument/2006/relationships/notesSlide" Target="../notesSlides/notesSlide14.xml"/><Relationship Id="rId1" Type="http://schemas.openxmlformats.org/officeDocument/2006/relationships/slideLayout" Target="../slideLayouts/slideLayout202.xml"/><Relationship Id="rId6" Type="http://schemas.openxmlformats.org/officeDocument/2006/relationships/hyperlink" Target="https://roadmaps.sap.com/board?q=accounting%2520accrual&amp;range=CURRENT-LAST#;INNO=0F981F14EF374D4B98E59F7CB29608B1" TargetMode="External"/><Relationship Id="rId5" Type="http://schemas.openxmlformats.org/officeDocument/2006/relationships/hyperlink" Target="https://roadmaps.sap.com/board?q=accounting%2520accrual&amp;range=CURRENT-LAST#;INNO=000D3AAADBCE1FE0A7EC0C3F1F2F13D4" TargetMode="External"/><Relationship Id="rId4" Type="http://schemas.openxmlformats.org/officeDocument/2006/relationships/hyperlink" Target="https://url.sap/48n9ci" TargetMode="External"/></Relationships>
</file>

<file path=ppt/slides/_rels/slide16.xml.rels><?xml version="1.0" encoding="UTF-8" standalone="yes"?>
<Relationships xmlns="http://schemas.openxmlformats.org/package/2006/relationships"><Relationship Id="rId8" Type="http://schemas.openxmlformats.org/officeDocument/2006/relationships/image" Target="../media/image102.svg"/><Relationship Id="rId13" Type="http://schemas.openxmlformats.org/officeDocument/2006/relationships/image" Target="../media/image106.svg"/><Relationship Id="rId3" Type="http://schemas.openxmlformats.org/officeDocument/2006/relationships/tags" Target="../tags/tag520.xml"/><Relationship Id="rId7" Type="http://schemas.openxmlformats.org/officeDocument/2006/relationships/image" Target="../media/image101.svg"/><Relationship Id="rId12" Type="http://schemas.openxmlformats.org/officeDocument/2006/relationships/image" Target="../media/image105.svg"/><Relationship Id="rId2" Type="http://schemas.openxmlformats.org/officeDocument/2006/relationships/tags" Target="../tags/tag519.xml"/><Relationship Id="rId1" Type="http://schemas.openxmlformats.org/officeDocument/2006/relationships/tags" Target="../tags/tag518.xml"/><Relationship Id="rId6" Type="http://schemas.openxmlformats.org/officeDocument/2006/relationships/notesSlide" Target="../notesSlides/notesSlide15.xml"/><Relationship Id="rId11" Type="http://schemas.openxmlformats.org/officeDocument/2006/relationships/image" Target="../media/image104.svg"/><Relationship Id="rId5" Type="http://schemas.openxmlformats.org/officeDocument/2006/relationships/slideLayout" Target="../slideLayouts/slideLayout132.xml"/><Relationship Id="rId10" Type="http://schemas.openxmlformats.org/officeDocument/2006/relationships/image" Target="../media/image94.svg"/><Relationship Id="rId4" Type="http://schemas.openxmlformats.org/officeDocument/2006/relationships/tags" Target="../tags/tag521.xml"/><Relationship Id="rId9" Type="http://schemas.openxmlformats.org/officeDocument/2006/relationships/image" Target="../media/image103.svg"/></Relationships>
</file>

<file path=ppt/slides/_rels/slide17.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16.xml"/><Relationship Id="rId1" Type="http://schemas.openxmlformats.org/officeDocument/2006/relationships/slideLayout" Target="../slideLayouts/slideLayout174.xml"/></Relationships>
</file>

<file path=ppt/slides/_rels/slide18.xml.rels><?xml version="1.0" encoding="UTF-8" standalone="yes"?>
<Relationships xmlns="http://schemas.openxmlformats.org/package/2006/relationships"><Relationship Id="rId3" Type="http://schemas.openxmlformats.org/officeDocument/2006/relationships/image" Target="../media/image96.svg"/><Relationship Id="rId2" Type="http://schemas.openxmlformats.org/officeDocument/2006/relationships/notesSlide" Target="../notesSlides/notesSlide17.xml"/><Relationship Id="rId1" Type="http://schemas.openxmlformats.org/officeDocument/2006/relationships/slideLayout" Target="../slideLayouts/slideLayout202.xml"/><Relationship Id="rId4" Type="http://schemas.openxmlformats.org/officeDocument/2006/relationships/image" Target="../media/image108.png"/></Relationships>
</file>

<file path=ppt/slides/_rels/slide19.xml.rels><?xml version="1.0" encoding="UTF-8" standalone="yes"?>
<Relationships xmlns="http://schemas.openxmlformats.org/package/2006/relationships"><Relationship Id="rId8" Type="http://schemas.openxmlformats.org/officeDocument/2006/relationships/image" Target="../media/image101.svg"/><Relationship Id="rId13" Type="http://schemas.openxmlformats.org/officeDocument/2006/relationships/image" Target="../media/image105.svg"/><Relationship Id="rId3" Type="http://schemas.openxmlformats.org/officeDocument/2006/relationships/tags" Target="../tags/tag524.xml"/><Relationship Id="rId7" Type="http://schemas.openxmlformats.org/officeDocument/2006/relationships/notesSlide" Target="../notesSlides/notesSlide18.xml"/><Relationship Id="rId12" Type="http://schemas.openxmlformats.org/officeDocument/2006/relationships/image" Target="../media/image104.svg"/><Relationship Id="rId2" Type="http://schemas.openxmlformats.org/officeDocument/2006/relationships/tags" Target="../tags/tag523.xml"/><Relationship Id="rId1" Type="http://schemas.openxmlformats.org/officeDocument/2006/relationships/tags" Target="../tags/tag522.xml"/><Relationship Id="rId6" Type="http://schemas.openxmlformats.org/officeDocument/2006/relationships/slideLayout" Target="../slideLayouts/slideLayout132.xml"/><Relationship Id="rId11" Type="http://schemas.openxmlformats.org/officeDocument/2006/relationships/image" Target="../media/image94.svg"/><Relationship Id="rId5" Type="http://schemas.openxmlformats.org/officeDocument/2006/relationships/tags" Target="../tags/tag526.xml"/><Relationship Id="rId10" Type="http://schemas.openxmlformats.org/officeDocument/2006/relationships/image" Target="../media/image103.svg"/><Relationship Id="rId4" Type="http://schemas.openxmlformats.org/officeDocument/2006/relationships/tags" Target="../tags/tag525.xml"/><Relationship Id="rId9" Type="http://schemas.openxmlformats.org/officeDocument/2006/relationships/image" Target="../media/image102.svg"/><Relationship Id="rId14" Type="http://schemas.openxmlformats.org/officeDocument/2006/relationships/image" Target="../media/image106.svg"/></Relationships>
</file>

<file path=ppt/slides/_rels/slide20.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19.xml"/><Relationship Id="rId1" Type="http://schemas.openxmlformats.org/officeDocument/2006/relationships/slideLayout" Target="../slideLayouts/slideLayout174.xml"/></Relationships>
</file>

<file path=ppt/slides/_rels/slide21.xml.rels><?xml version="1.0" encoding="UTF-8" standalone="yes"?>
<Relationships xmlns="http://schemas.openxmlformats.org/package/2006/relationships"><Relationship Id="rId3" Type="http://schemas.openxmlformats.org/officeDocument/2006/relationships/image" Target="../media/image96.svg"/><Relationship Id="rId2" Type="http://schemas.openxmlformats.org/officeDocument/2006/relationships/notesSlide" Target="../notesSlides/notesSlide20.xml"/><Relationship Id="rId1" Type="http://schemas.openxmlformats.org/officeDocument/2006/relationships/slideLayout" Target="../slideLayouts/slideLayout202.xml"/><Relationship Id="rId6" Type="http://schemas.openxmlformats.org/officeDocument/2006/relationships/image" Target="../media/image110.png"/><Relationship Id="rId5" Type="http://schemas.openxmlformats.org/officeDocument/2006/relationships/image" Target="../media/image109.png"/><Relationship Id="rId4" Type="http://schemas.openxmlformats.org/officeDocument/2006/relationships/hyperlink" Target="https://roadmaps.sap.com/board?q=Analytical%2520Business%2520Insights%2520Agent&amp;range=CURRENT-LAST#;INNO=F8AA85CE671E46319604F3091A398024" TargetMode="External"/></Relationships>
</file>

<file path=ppt/slides/_rels/slide22.xml.rels><?xml version="1.0" encoding="UTF-8" standalone="yes"?>
<Relationships xmlns="http://schemas.openxmlformats.org/package/2006/relationships"><Relationship Id="rId8" Type="http://schemas.openxmlformats.org/officeDocument/2006/relationships/tags" Target="../tags/tag534.xml"/><Relationship Id="rId13" Type="http://schemas.openxmlformats.org/officeDocument/2006/relationships/image" Target="../media/image102.svg"/><Relationship Id="rId3" Type="http://schemas.openxmlformats.org/officeDocument/2006/relationships/tags" Target="../tags/tag529.xml"/><Relationship Id="rId7" Type="http://schemas.openxmlformats.org/officeDocument/2006/relationships/tags" Target="../tags/tag533.xml"/><Relationship Id="rId12" Type="http://schemas.openxmlformats.org/officeDocument/2006/relationships/image" Target="../media/image101.svg"/><Relationship Id="rId17" Type="http://schemas.openxmlformats.org/officeDocument/2006/relationships/image" Target="../media/image106.svg"/><Relationship Id="rId2" Type="http://schemas.openxmlformats.org/officeDocument/2006/relationships/tags" Target="../tags/tag528.xml"/><Relationship Id="rId16" Type="http://schemas.openxmlformats.org/officeDocument/2006/relationships/image" Target="../media/image104.svg"/><Relationship Id="rId1" Type="http://schemas.openxmlformats.org/officeDocument/2006/relationships/tags" Target="../tags/tag527.xml"/><Relationship Id="rId6" Type="http://schemas.openxmlformats.org/officeDocument/2006/relationships/tags" Target="../tags/tag532.xml"/><Relationship Id="rId11" Type="http://schemas.openxmlformats.org/officeDocument/2006/relationships/notesSlide" Target="../notesSlides/notesSlide21.xml"/><Relationship Id="rId5" Type="http://schemas.openxmlformats.org/officeDocument/2006/relationships/tags" Target="../tags/tag531.xml"/><Relationship Id="rId15" Type="http://schemas.openxmlformats.org/officeDocument/2006/relationships/image" Target="../media/image94.svg"/><Relationship Id="rId10" Type="http://schemas.openxmlformats.org/officeDocument/2006/relationships/slideLayout" Target="../slideLayouts/slideLayout132.xml"/><Relationship Id="rId4" Type="http://schemas.openxmlformats.org/officeDocument/2006/relationships/tags" Target="../tags/tag530.xml"/><Relationship Id="rId9" Type="http://schemas.openxmlformats.org/officeDocument/2006/relationships/tags" Target="../tags/tag535.xml"/><Relationship Id="rId14" Type="http://schemas.openxmlformats.org/officeDocument/2006/relationships/image" Target="../media/image103.sv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9.xml"/></Relationships>
</file>

<file path=ppt/slides/_rels/slide24.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hyperlink" Target="https://github.com/SAP-samples/teched2026-AS260" TargetMode="External"/><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22.xml"/><Relationship Id="rId4" Type="http://schemas.openxmlformats.org/officeDocument/2006/relationships/image" Target="../media/image114.png"/></Relationships>
</file>

<file path=ppt/slides/_rels/slide26.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slideLayout" Target="../slideLayouts/slideLayout22.xml"/></Relationships>
</file>

<file path=ppt/slides/_rels/slide28.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9.png"/><Relationship Id="rId1" Type="http://schemas.openxmlformats.org/officeDocument/2006/relationships/slideLayout" Target="../slideLayouts/slideLayout22.xml"/></Relationships>
</file>

<file path=ppt/slides/_rels/slide29.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slideLayout" Target="../slideLayouts/slideLayout22.xml"/></Relationships>
</file>

<file path=ppt/slides/_rels/slide30.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23.xml"/><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66794E5-92ED-FE66-CDB6-84CE01ECCB57}"/>
              </a:ext>
            </a:extLst>
          </p:cNvPr>
          <p:cNvSpPr>
            <a:spLocks noGrp="1"/>
          </p:cNvSpPr>
          <p:nvPr>
            <p:ph type="title"/>
          </p:nvPr>
        </p:nvSpPr>
        <p:spPr>
          <a:xfrm>
            <a:off x="287999" y="2416570"/>
            <a:ext cx="8665501" cy="1326442"/>
          </a:xfrm>
        </p:spPr>
        <p:txBody>
          <a:bodyPr/>
          <a:lstStyle/>
          <a:p>
            <a:r>
              <a:rPr lang="en-US" b="1" dirty="0"/>
              <a:t>AS260 - Discover the Financial Closing Assistant</a:t>
            </a:r>
          </a:p>
        </p:txBody>
      </p:sp>
      <p:sp>
        <p:nvSpPr>
          <p:cNvPr id="6" name="Text Placeholder 5">
            <a:extLst>
              <a:ext uri="{FF2B5EF4-FFF2-40B4-BE49-F238E27FC236}">
                <a16:creationId xmlns:a16="http://schemas.microsoft.com/office/drawing/2014/main" id="{CEE253F5-E3AB-F90C-4061-60FC709098BD}"/>
              </a:ext>
            </a:extLst>
          </p:cNvPr>
          <p:cNvSpPr>
            <a:spLocks noGrp="1"/>
          </p:cNvSpPr>
          <p:nvPr>
            <p:ph type="body" sz="quarter" idx="23"/>
          </p:nvPr>
        </p:nvSpPr>
        <p:spPr>
          <a:xfrm>
            <a:off x="293339" y="3627398"/>
            <a:ext cx="4736488" cy="503434"/>
          </a:xfrm>
        </p:spPr>
        <p:txBody>
          <a:bodyPr/>
          <a:lstStyle/>
          <a:p>
            <a:r>
              <a:rPr lang="en-US" kern="0" dirty="0">
                <a:gradFill>
                  <a:gsLst>
                    <a:gs pos="0">
                      <a:srgbClr val="FFFFFF"/>
                    </a:gs>
                    <a:gs pos="100000">
                      <a:srgbClr val="FFFFFF"/>
                    </a:gs>
                  </a:gsLst>
                  <a:lin ang="5400000" scaled="1"/>
                </a:gradFill>
                <a:latin typeface="72 Brand Medium"/>
                <a:ea typeface="72 Brand" pitchFamily="34" charset="-128"/>
                <a:cs typeface="72 Brand" pitchFamily="34" charset="-128"/>
              </a:rPr>
              <a:t>Introduction and First Steps</a:t>
            </a:r>
            <a:endParaRPr lang="en-US" dirty="0"/>
          </a:p>
        </p:txBody>
      </p:sp>
      <p:pic>
        <p:nvPicPr>
          <p:cNvPr id="2" name="LogoBlue-Dynamic" descr="{&quot;templafy&quot;:{&quot;id&quot;:&quot;dac4107f-286e-45a6-b312-910bab48e557&quot;}}">
            <a:extLst>
              <a:ext uri="{FF2B5EF4-FFF2-40B4-BE49-F238E27FC236}">
                <a16:creationId xmlns:a16="http://schemas.microsoft.com/office/drawing/2014/main" id="{C165C240-BE8B-8665-2361-B31F828502FC}"/>
              </a:ext>
            </a:extLst>
          </p:cNvPr>
          <p:cNvPicPr>
            <a:picLocks noChangeAspect="1"/>
          </p:cNvPicPr>
          <p:nvPr/>
        </p:nvPicPr>
        <p:blipFill>
          <a:blip r:embed="rId2"/>
          <a:stretch>
            <a:fillRect/>
          </a:stretch>
        </p:blipFill>
        <p:spPr>
          <a:xfrm>
            <a:off x="480750" y="6332000"/>
            <a:ext cx="2545295" cy="305641"/>
          </a:xfrm>
          <a:prstGeom prst="rect">
            <a:avLst/>
          </a:prstGeom>
          <a:noFill/>
        </p:spPr>
      </p:pic>
      <p:sp>
        <p:nvSpPr>
          <p:cNvPr id="4" name="TextBox 3">
            <a:extLst>
              <a:ext uri="{FF2B5EF4-FFF2-40B4-BE49-F238E27FC236}">
                <a16:creationId xmlns:a16="http://schemas.microsoft.com/office/drawing/2014/main" id="{CB44B737-B8E2-DDF4-C5D1-88CB30B0D132}"/>
              </a:ext>
            </a:extLst>
          </p:cNvPr>
          <p:cNvSpPr txBox="1"/>
          <p:nvPr/>
        </p:nvSpPr>
        <p:spPr>
          <a:xfrm>
            <a:off x="594359" y="4965192"/>
            <a:ext cx="7203161" cy="692497"/>
          </a:xfrm>
          <a:prstGeom prst="rect">
            <a:avLst/>
          </a:prstGeom>
          <a:noFill/>
        </p:spPr>
        <p:txBody>
          <a:bodyPr wrap="square" lIns="0" tIns="0" rIns="0" bIns="0" rtlCol="0">
            <a:spAutoFit/>
          </a:bodyPr>
          <a:lstStyle/>
          <a:p>
            <a:pPr algn="l" fontAlgn="base">
              <a:spcBef>
                <a:spcPct val="50000"/>
              </a:spcBef>
              <a:spcAft>
                <a:spcPct val="0"/>
              </a:spcAft>
              <a:buClr>
                <a:schemeClr val="tx1"/>
              </a:buClr>
              <a:buSzPct val="100000"/>
            </a:pPr>
            <a:r>
              <a:rPr lang="en-US" sz="1800" kern="0" dirty="0">
                <a:solidFill>
                  <a:schemeClr val="bg1"/>
                </a:solidFill>
                <a:latin typeface="72 Brand" panose="020B0504030603020204" pitchFamily="34" charset="0"/>
                <a:ea typeface="72 Brand" pitchFamily="34" charset="-128"/>
                <a:cs typeface="72 Brand" pitchFamily="34" charset="-128"/>
              </a:rPr>
              <a:t>Donatella Cechet, Cloud ERP Finance Product Management</a:t>
            </a:r>
          </a:p>
          <a:p>
            <a:pPr algn="l" fontAlgn="base">
              <a:spcBef>
                <a:spcPct val="50000"/>
              </a:spcBef>
              <a:spcAft>
                <a:spcPct val="0"/>
              </a:spcAft>
              <a:buClr>
                <a:schemeClr val="tx1"/>
              </a:buClr>
              <a:buSzPct val="100000"/>
            </a:pPr>
            <a:r>
              <a:rPr lang="en-US" sz="1800" kern="0" dirty="0">
                <a:solidFill>
                  <a:schemeClr val="bg1"/>
                </a:solidFill>
                <a:latin typeface="72 Brand" panose="020B0504030603020204" pitchFamily="34" charset="0"/>
                <a:ea typeface="72 Brand" pitchFamily="34" charset="-128"/>
                <a:cs typeface="72 Brand" pitchFamily="34" charset="-128"/>
              </a:rPr>
              <a:t>Torsten Gerlach, Cloud ERP Core Finance Product Engineering</a:t>
            </a:r>
          </a:p>
        </p:txBody>
      </p:sp>
    </p:spTree>
    <p:extLst>
      <p:ext uri="{BB962C8B-B14F-4D97-AF65-F5344CB8AC3E}">
        <p14:creationId xmlns:p14="http://schemas.microsoft.com/office/powerpoint/2010/main" val="15728053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FA8C0-923A-849D-219A-3D84873E7193}"/>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F9396C41-BEBC-DCFF-6239-FB40E582F40B}"/>
              </a:ext>
            </a:extLst>
          </p:cNvPr>
          <p:cNvSpPr>
            <a:spLocks noGrp="1"/>
          </p:cNvSpPr>
          <p:nvPr>
            <p:ph type="body" sz="quarter" idx="10"/>
          </p:nvPr>
        </p:nvSpPr>
        <p:spPr/>
        <p:txBody>
          <a:bodyPr>
            <a:noAutofit/>
          </a:bodyPr>
          <a:lstStyle/>
          <a:p>
            <a:pPr marL="0" lvl="1" indent="0">
              <a:spcBef>
                <a:spcPts val="1200"/>
              </a:spcBef>
              <a:buNone/>
            </a:pPr>
            <a:r>
              <a:rPr lang="en-US" sz="1600" noProof="0">
                <a:cs typeface="72 Brand Book" panose="020B0604020202020204" charset="0"/>
              </a:rPr>
              <a:t>The information in this presentation is confidential and proprietary to SAP and may not be disclosed without the permission of SAP. Except for your obligation to protect confidential information, this presentation is not subject to your license agreement or any other service or subscription agreement with SAP. SAP has no obligation to pursue any course of business outlined in this presentation or any related document, or to develop or release any functionality mentioned therein.</a:t>
            </a:r>
          </a:p>
          <a:p>
            <a:pPr marL="0" lvl="1" indent="0">
              <a:spcBef>
                <a:spcPts val="1200"/>
              </a:spcBef>
              <a:buNone/>
            </a:pPr>
            <a:r>
              <a:rPr lang="en-US" sz="1600" noProof="0">
                <a:cs typeface="72 Brand Book" panose="020B0604020202020204" charset="0"/>
              </a:rPr>
              <a:t>This presentation, or any related document and SAP's strategy and possible future developments, products and or platforms directions and functionality are all subject to change and may be changed by SAP at any time for any reason without notice. The information in this presentation is not a commitment, promise or legal obligation to deliver any material, code or functionality. This presentation is provided without a warranty of any kind, either express or implied, including but not limited to, the implied warranties of merchantability, fitness for a particular purpose, or non-infringement. This presentation is for informational purposes and may not be incorporated into a contract. SAP assumes no responsibility for errors or omissions in this presentation, except if such damages were caused by SAP’s intentional or gross negligence.</a:t>
            </a:r>
          </a:p>
          <a:p>
            <a:pPr marL="0" lvl="1" indent="0">
              <a:spcBef>
                <a:spcPts val="1200"/>
              </a:spcBef>
              <a:buNone/>
            </a:pPr>
            <a:r>
              <a:rPr lang="en-US" sz="1600" noProof="0">
                <a:cs typeface="72 Brand Book" panose="020B0604020202020204" charset="0"/>
              </a:rPr>
              <a:t>All forward-looking statements are subject to various risks and uncertainties that could cause actual results to differ materially from expectations. Readers are cautioned not to place undue reliance on these forward-looking statements, which speak only as of their dates, and they should not be relied upon in making purchasing decisions.</a:t>
            </a:r>
          </a:p>
        </p:txBody>
      </p:sp>
      <p:sp>
        <p:nvSpPr>
          <p:cNvPr id="2" name="Title 1">
            <a:extLst>
              <a:ext uri="{FF2B5EF4-FFF2-40B4-BE49-F238E27FC236}">
                <a16:creationId xmlns:a16="http://schemas.microsoft.com/office/drawing/2014/main" id="{6EDA09CF-C101-3256-05D7-1D780C5AA79F}"/>
              </a:ext>
            </a:extLst>
          </p:cNvPr>
          <p:cNvSpPr>
            <a:spLocks noGrp="1"/>
          </p:cNvSpPr>
          <p:nvPr>
            <p:ph type="title"/>
          </p:nvPr>
        </p:nvSpPr>
        <p:spPr/>
        <p:txBody>
          <a:bodyPr/>
          <a:lstStyle/>
          <a:p>
            <a:r>
              <a:rPr lang="en-US" sz="2399" noProof="0">
                <a:latin typeface="72 Brand Book" panose="020B0604020202020204" charset="0"/>
                <a:cs typeface="72 Brand Book" panose="020B0604020202020204" charset="0"/>
              </a:rPr>
              <a:t>Disclaimer</a:t>
            </a:r>
          </a:p>
        </p:txBody>
      </p:sp>
    </p:spTree>
    <p:custDataLst>
      <p:custData r:id="rId1"/>
      <p:custData r:id="rId2"/>
    </p:custDataLst>
    <p:extLst>
      <p:ext uri="{BB962C8B-B14F-4D97-AF65-F5344CB8AC3E}">
        <p14:creationId xmlns:p14="http://schemas.microsoft.com/office/powerpoint/2010/main" val="1991882563"/>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7A9D3FE-480F-0426-1C53-605089913B9C}"/>
              </a:ext>
            </a:extLst>
          </p:cNvPr>
          <p:cNvSpPr>
            <a:spLocks noGrp="1"/>
          </p:cNvSpPr>
          <p:nvPr>
            <p:ph type="title"/>
          </p:nvPr>
        </p:nvSpPr>
        <p:spPr/>
        <p:txBody>
          <a:bodyPr/>
          <a:lstStyle/>
          <a:p>
            <a:r>
              <a:rPr lang="en-US"/>
              <a:t>Agenda</a:t>
            </a:r>
          </a:p>
        </p:txBody>
      </p:sp>
      <p:sp>
        <p:nvSpPr>
          <p:cNvPr id="7" name="TextBox 6">
            <a:extLst>
              <a:ext uri="{FF2B5EF4-FFF2-40B4-BE49-F238E27FC236}">
                <a16:creationId xmlns:a16="http://schemas.microsoft.com/office/drawing/2014/main" id="{FADD0560-4240-7057-E111-57F7FE2D0D83}"/>
              </a:ext>
            </a:extLst>
          </p:cNvPr>
          <p:cNvSpPr txBox="1"/>
          <p:nvPr/>
        </p:nvSpPr>
        <p:spPr>
          <a:xfrm>
            <a:off x="504000" y="1573734"/>
            <a:ext cx="833330" cy="615553"/>
          </a:xfrm>
          <a:prstGeom prst="rect">
            <a:avLst/>
          </a:prstGeom>
          <a:noFill/>
        </p:spPr>
        <p:txBody>
          <a:bodyPr wrap="square" lIns="0" tIns="0" rIns="0" bIns="0" rtlCol="0">
            <a:spAutoFit/>
          </a:bodyPr>
          <a:lstStyle/>
          <a:p>
            <a:pPr algn="l" fontAlgn="base">
              <a:spcBef>
                <a:spcPct val="50000"/>
              </a:spcBef>
              <a:spcAft>
                <a:spcPct val="0"/>
              </a:spcAft>
              <a:buClr>
                <a:schemeClr val="tx1"/>
              </a:buClr>
              <a:buSzPct val="100000"/>
            </a:pPr>
            <a:r>
              <a:rPr lang="en-GB" sz="4000" b="1" kern="0">
                <a:latin typeface="72 Brand" panose="020B0504030603020204" pitchFamily="34" charset="0"/>
                <a:ea typeface="72 Brand" pitchFamily="34" charset="-128"/>
                <a:cs typeface="72 Brand" pitchFamily="34" charset="-128"/>
              </a:rPr>
              <a:t>01</a:t>
            </a:r>
            <a:endParaRPr lang="en-DE" sz="4000" b="1" kern="0">
              <a:latin typeface="72 Brand" panose="020B0504030603020204" pitchFamily="34" charset="0"/>
              <a:ea typeface="72 Brand" pitchFamily="34" charset="-128"/>
              <a:cs typeface="72 Brand" pitchFamily="34" charset="-128"/>
            </a:endParaRPr>
          </a:p>
        </p:txBody>
      </p:sp>
      <p:sp>
        <p:nvSpPr>
          <p:cNvPr id="8" name="TextBox 7">
            <a:extLst>
              <a:ext uri="{FF2B5EF4-FFF2-40B4-BE49-F238E27FC236}">
                <a16:creationId xmlns:a16="http://schemas.microsoft.com/office/drawing/2014/main" id="{C6BD5282-BB39-EEE7-550D-3A25393A49B0}"/>
              </a:ext>
            </a:extLst>
          </p:cNvPr>
          <p:cNvSpPr txBox="1"/>
          <p:nvPr/>
        </p:nvSpPr>
        <p:spPr>
          <a:xfrm>
            <a:off x="1439999" y="1566039"/>
            <a:ext cx="6437175" cy="630942"/>
          </a:xfrm>
          <a:prstGeom prst="rect">
            <a:avLst/>
          </a:prstGeom>
          <a:noFill/>
        </p:spPr>
        <p:txBody>
          <a:bodyPr wrap="square" lIns="0" tIns="0" rIns="0" bIns="0" rtlCol="0" anchor="ctr" anchorCtr="0">
            <a:spAutoFit/>
          </a:bodyPr>
          <a:lstStyle/>
          <a:p>
            <a:pPr marL="0" marR="0" lvl="0" indent="0" algn="l" defTabSz="1088776" rtl="0" eaLnBrk="1" fontAlgn="base" latinLnBrk="0" hangingPunct="1">
              <a:lnSpc>
                <a:spcPct val="100000"/>
              </a:lnSpc>
              <a:spcBef>
                <a:spcPct val="50000"/>
              </a:spcBef>
              <a:spcAft>
                <a:spcPct val="0"/>
              </a:spcAft>
              <a:buClr>
                <a:srgbClr val="000000"/>
              </a:buClr>
              <a:buSzPct val="100000"/>
              <a:buFontTx/>
              <a:buNone/>
              <a:tabLst/>
              <a:defRPr/>
            </a:pPr>
            <a:r>
              <a:rPr kumimoji="0" lang="en-GB" sz="2000" b="0" i="0" u="none" strike="noStrike" kern="0" cap="none" spc="0" normalizeH="0" baseline="0" noProof="0">
                <a:ln>
                  <a:noFill/>
                </a:ln>
                <a:solidFill>
                  <a:srgbClr val="000000"/>
                </a:solidFill>
                <a:effectLst/>
                <a:uLnTx/>
                <a:uFillTx/>
                <a:latin typeface="72 Brand Medium" panose="020B0604030603020204" pitchFamily="34" charset="0"/>
                <a:ea typeface="72 Brand" pitchFamily="34" charset="-128"/>
                <a:cs typeface="72 Brand" pitchFamily="34" charset="-128"/>
              </a:rPr>
              <a:t>Introducing the Financial Closing Assistant</a:t>
            </a:r>
          </a:p>
          <a:p>
            <a:pPr fontAlgn="base">
              <a:spcBef>
                <a:spcPct val="50000"/>
              </a:spcBef>
              <a:spcAft>
                <a:spcPct val="0"/>
              </a:spcAft>
              <a:buClr>
                <a:srgbClr val="000000"/>
              </a:buClr>
              <a:buSzPct val="100000"/>
              <a:defRPr/>
            </a:pPr>
            <a:r>
              <a:rPr kumimoji="0" lang="en-US" sz="1400" b="0" i="0" u="none" strike="noStrike" kern="0" cap="none" spc="0" normalizeH="0" baseline="0" noProof="0">
                <a:ln>
                  <a:noFill/>
                </a:ln>
                <a:solidFill>
                  <a:srgbClr val="000000"/>
                </a:solidFill>
                <a:effectLst/>
                <a:uLnTx/>
                <a:uFillTx/>
                <a:latin typeface="72 Brand" panose="020B0504030603020204" pitchFamily="34" charset="0"/>
                <a:ea typeface="72 Brand" pitchFamily="34" charset="-128"/>
                <a:cs typeface="72 Brand" pitchFamily="34" charset="-128"/>
              </a:rPr>
              <a:t>What is the Financial Closing Assistant?</a:t>
            </a:r>
          </a:p>
        </p:txBody>
      </p:sp>
      <p:sp>
        <p:nvSpPr>
          <p:cNvPr id="9" name="TextBox 8">
            <a:extLst>
              <a:ext uri="{FF2B5EF4-FFF2-40B4-BE49-F238E27FC236}">
                <a16:creationId xmlns:a16="http://schemas.microsoft.com/office/drawing/2014/main" id="{3078E5FA-5200-4FCC-B38D-62D842F69D65}"/>
              </a:ext>
            </a:extLst>
          </p:cNvPr>
          <p:cNvSpPr txBox="1"/>
          <p:nvPr/>
        </p:nvSpPr>
        <p:spPr>
          <a:xfrm>
            <a:off x="504000" y="2582980"/>
            <a:ext cx="833330" cy="615553"/>
          </a:xfrm>
          <a:prstGeom prst="rect">
            <a:avLst/>
          </a:prstGeom>
          <a:noFill/>
        </p:spPr>
        <p:txBody>
          <a:bodyPr wrap="square" lIns="0" tIns="0" rIns="0" bIns="0" rtlCol="0">
            <a:spAutoFit/>
          </a:bodyPr>
          <a:lstStyle/>
          <a:p>
            <a:pPr algn="l" fontAlgn="base">
              <a:spcBef>
                <a:spcPct val="50000"/>
              </a:spcBef>
              <a:spcAft>
                <a:spcPct val="0"/>
              </a:spcAft>
              <a:buClr>
                <a:schemeClr val="tx1"/>
              </a:buClr>
              <a:buSzPct val="100000"/>
            </a:pPr>
            <a:r>
              <a:rPr lang="en-GB" sz="4000" b="1" kern="0" dirty="0">
                <a:latin typeface="72 Brand" panose="020B0504030603020204" pitchFamily="34" charset="0"/>
                <a:ea typeface="72 Brand" pitchFamily="34" charset="-128"/>
                <a:cs typeface="72 Brand" pitchFamily="34" charset="-128"/>
              </a:rPr>
              <a:t>02</a:t>
            </a:r>
            <a:endParaRPr lang="en-DE" sz="4000" b="1" kern="0">
              <a:latin typeface="72 Brand" panose="020B0504030603020204" pitchFamily="34" charset="0"/>
              <a:ea typeface="72 Brand" pitchFamily="34" charset="-128"/>
              <a:cs typeface="72 Brand" pitchFamily="34" charset="-128"/>
            </a:endParaRPr>
          </a:p>
        </p:txBody>
      </p:sp>
      <p:sp>
        <p:nvSpPr>
          <p:cNvPr id="10" name="TextBox 9">
            <a:extLst>
              <a:ext uri="{FF2B5EF4-FFF2-40B4-BE49-F238E27FC236}">
                <a16:creationId xmlns:a16="http://schemas.microsoft.com/office/drawing/2014/main" id="{DD277777-AEB3-8377-DB60-CAB94A60DE14}"/>
              </a:ext>
            </a:extLst>
          </p:cNvPr>
          <p:cNvSpPr txBox="1"/>
          <p:nvPr/>
        </p:nvSpPr>
        <p:spPr>
          <a:xfrm>
            <a:off x="1439999" y="2575285"/>
            <a:ext cx="6437175" cy="630942"/>
          </a:xfrm>
          <a:prstGeom prst="rect">
            <a:avLst/>
          </a:prstGeom>
          <a:noFill/>
        </p:spPr>
        <p:txBody>
          <a:bodyPr wrap="square" lIns="0" tIns="0" rIns="0" bIns="0" rtlCol="0" anchor="ctr" anchorCtr="0">
            <a:spAutoFit/>
          </a:bodyPr>
          <a:lstStyle/>
          <a:p>
            <a:pPr marL="0" marR="0" lvl="0" indent="0" algn="l" defTabSz="1088776" rtl="0" eaLnBrk="1" fontAlgn="base" latinLnBrk="0" hangingPunct="1">
              <a:lnSpc>
                <a:spcPct val="100000"/>
              </a:lnSpc>
              <a:spcBef>
                <a:spcPct val="50000"/>
              </a:spcBef>
              <a:spcAft>
                <a:spcPct val="0"/>
              </a:spcAft>
              <a:buClr>
                <a:srgbClr val="000000"/>
              </a:buClr>
              <a:buSzPct val="100000"/>
              <a:buFontTx/>
              <a:buNone/>
              <a:tabLst/>
              <a:defRPr/>
            </a:pPr>
            <a:r>
              <a:rPr kumimoji="0" lang="en-GB" sz="2000" b="0" i="0" u="none" strike="noStrike" kern="0" cap="none" spc="0" normalizeH="0" baseline="0" noProof="0" dirty="0">
                <a:ln>
                  <a:noFill/>
                </a:ln>
                <a:solidFill>
                  <a:srgbClr val="000000"/>
                </a:solidFill>
                <a:effectLst/>
                <a:uLnTx/>
                <a:uFillTx/>
                <a:latin typeface="72 Brand Medium" panose="020B0604030603020204" pitchFamily="34" charset="0"/>
                <a:ea typeface="72 Brand" pitchFamily="34" charset="-128"/>
                <a:cs typeface="72 Brand" pitchFamily="34" charset="-128"/>
              </a:rPr>
              <a:t>Financial Closing Assistant Agents</a:t>
            </a:r>
          </a:p>
          <a:p>
            <a:pPr marL="0" marR="0" lvl="0" indent="0" algn="l" defTabSz="1088776" rtl="0" eaLnBrk="1" fontAlgn="base" latinLnBrk="0" hangingPunct="1">
              <a:lnSpc>
                <a:spcPct val="100000"/>
              </a:lnSpc>
              <a:spcBef>
                <a:spcPct val="50000"/>
              </a:spcBef>
              <a:spcAft>
                <a:spcPct val="0"/>
              </a:spcAft>
              <a:buClr>
                <a:srgbClr val="000000"/>
              </a:buClr>
              <a:buSzPct val="100000"/>
              <a:buFontTx/>
              <a:buNone/>
              <a:tabLst/>
              <a:defRPr/>
            </a:pPr>
            <a:r>
              <a:rPr kumimoji="0" lang="en-GB" sz="1400" b="0" i="0" u="none" strike="noStrike" kern="0" cap="none" spc="0" normalizeH="0" baseline="0" noProof="0" dirty="0">
                <a:ln>
                  <a:noFill/>
                </a:ln>
                <a:solidFill>
                  <a:srgbClr val="000000"/>
                </a:solidFill>
                <a:effectLst/>
                <a:uLnTx/>
                <a:uFillTx/>
                <a:latin typeface="72 Brand" panose="020B0504030603020204" pitchFamily="34" charset="0"/>
                <a:ea typeface="72 Brand" pitchFamily="34" charset="-128"/>
                <a:cs typeface="72 Brand" pitchFamily="34" charset="-128"/>
              </a:rPr>
              <a:t>Explaining each Agent in the Financial Closing Assistant</a:t>
            </a:r>
          </a:p>
        </p:txBody>
      </p:sp>
      <p:cxnSp>
        <p:nvCxnSpPr>
          <p:cNvPr id="15" name="Straight Connector 14">
            <a:extLst>
              <a:ext uri="{FF2B5EF4-FFF2-40B4-BE49-F238E27FC236}">
                <a16:creationId xmlns:a16="http://schemas.microsoft.com/office/drawing/2014/main" id="{9C0A9B4B-C283-D16D-12A4-593CCCD0261E}"/>
              </a:ext>
              <a:ext uri="{C183D7F6-B498-43B3-948B-1728B52AA6E4}">
                <adec:decorative xmlns:adec="http://schemas.microsoft.com/office/drawing/2017/decorative" val="1"/>
              </a:ext>
            </a:extLst>
          </p:cNvPr>
          <p:cNvCxnSpPr>
            <a:cxnSpLocks/>
          </p:cNvCxnSpPr>
          <p:nvPr/>
        </p:nvCxnSpPr>
        <p:spPr>
          <a:xfrm>
            <a:off x="531314" y="2386133"/>
            <a:ext cx="7345861" cy="0"/>
          </a:xfrm>
          <a:prstGeom prst="line">
            <a:avLst/>
          </a:prstGeom>
          <a:ln w="12700">
            <a:solidFill>
              <a:srgbClr val="D3B6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7904192-C37C-EFF3-7FF4-43789E44BBA8}"/>
              </a:ext>
              <a:ext uri="{C183D7F6-B498-43B3-948B-1728B52AA6E4}">
                <adec:decorative xmlns:adec="http://schemas.microsoft.com/office/drawing/2017/decorative" val="1"/>
              </a:ext>
            </a:extLst>
          </p:cNvPr>
          <p:cNvCxnSpPr>
            <a:cxnSpLocks/>
          </p:cNvCxnSpPr>
          <p:nvPr/>
        </p:nvCxnSpPr>
        <p:spPr>
          <a:xfrm>
            <a:off x="531314" y="3395379"/>
            <a:ext cx="7345861" cy="0"/>
          </a:xfrm>
          <a:prstGeom prst="line">
            <a:avLst/>
          </a:prstGeom>
          <a:ln w="12700">
            <a:solidFill>
              <a:srgbClr val="D3B6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9F15FE1-5535-675E-F128-626A85A5BFFF}"/>
              </a:ext>
            </a:extLst>
          </p:cNvPr>
          <p:cNvSpPr txBox="1"/>
          <p:nvPr/>
        </p:nvSpPr>
        <p:spPr>
          <a:xfrm>
            <a:off x="504000" y="3687880"/>
            <a:ext cx="833330" cy="615553"/>
          </a:xfrm>
          <a:prstGeom prst="rect">
            <a:avLst/>
          </a:prstGeom>
          <a:noFill/>
        </p:spPr>
        <p:txBody>
          <a:bodyPr wrap="square" lIns="0" tIns="0" rIns="0" bIns="0" rtlCol="0">
            <a:spAutoFit/>
          </a:bodyPr>
          <a:lstStyle/>
          <a:p>
            <a:pPr algn="l" fontAlgn="base">
              <a:spcBef>
                <a:spcPct val="50000"/>
              </a:spcBef>
              <a:spcAft>
                <a:spcPct val="0"/>
              </a:spcAft>
              <a:buClr>
                <a:schemeClr val="tx1"/>
              </a:buClr>
              <a:buSzPct val="100000"/>
            </a:pPr>
            <a:r>
              <a:rPr lang="en-GB" sz="4000" b="1" kern="0" dirty="0">
                <a:latin typeface="72 Brand" panose="020B0504030603020204" pitchFamily="34" charset="0"/>
                <a:ea typeface="72 Brand" pitchFamily="34" charset="-128"/>
                <a:cs typeface="72 Brand" pitchFamily="34" charset="-128"/>
              </a:rPr>
              <a:t>03</a:t>
            </a:r>
            <a:endParaRPr lang="en-DE" sz="4000" b="1" kern="0">
              <a:latin typeface="72 Brand" panose="020B0504030603020204" pitchFamily="34" charset="0"/>
              <a:ea typeface="72 Brand" pitchFamily="34" charset="-128"/>
              <a:cs typeface="72 Brand" pitchFamily="34" charset="-128"/>
            </a:endParaRPr>
          </a:p>
        </p:txBody>
      </p:sp>
      <p:sp>
        <p:nvSpPr>
          <p:cNvPr id="3" name="TextBox 2">
            <a:extLst>
              <a:ext uri="{FF2B5EF4-FFF2-40B4-BE49-F238E27FC236}">
                <a16:creationId xmlns:a16="http://schemas.microsoft.com/office/drawing/2014/main" id="{AEAF4971-B00F-8E20-B3D8-17DFC0CBB264}"/>
              </a:ext>
            </a:extLst>
          </p:cNvPr>
          <p:cNvSpPr txBox="1"/>
          <p:nvPr/>
        </p:nvSpPr>
        <p:spPr>
          <a:xfrm>
            <a:off x="1439999" y="3680185"/>
            <a:ext cx="9170851" cy="630942"/>
          </a:xfrm>
          <a:prstGeom prst="rect">
            <a:avLst/>
          </a:prstGeom>
          <a:noFill/>
        </p:spPr>
        <p:txBody>
          <a:bodyPr wrap="square" lIns="0" tIns="0" rIns="0" bIns="0" rtlCol="0" anchor="ctr" anchorCtr="0">
            <a:spAutoFit/>
          </a:bodyPr>
          <a:lstStyle/>
          <a:p>
            <a:pPr marL="0" marR="0" lvl="0" indent="0" algn="l" defTabSz="1088776" rtl="0" eaLnBrk="1" fontAlgn="base" latinLnBrk="0" hangingPunct="1">
              <a:lnSpc>
                <a:spcPct val="100000"/>
              </a:lnSpc>
              <a:spcBef>
                <a:spcPct val="50000"/>
              </a:spcBef>
              <a:spcAft>
                <a:spcPct val="0"/>
              </a:spcAft>
              <a:buClr>
                <a:srgbClr val="000000"/>
              </a:buClr>
              <a:buSzPct val="100000"/>
              <a:buFontTx/>
              <a:buNone/>
              <a:tabLst/>
              <a:defRPr/>
            </a:pPr>
            <a:r>
              <a:rPr kumimoji="0" lang="en-GB" sz="2000" b="0" i="0" u="none" strike="noStrike" kern="0" cap="none" spc="0" normalizeH="0" baseline="0" noProof="0" dirty="0">
                <a:ln>
                  <a:noFill/>
                </a:ln>
                <a:solidFill>
                  <a:srgbClr val="000000"/>
                </a:solidFill>
                <a:effectLst/>
                <a:uLnTx/>
                <a:uFillTx/>
                <a:latin typeface="72 Brand Medium" panose="020B0604030603020204" pitchFamily="34" charset="0"/>
                <a:ea typeface="72 Brand" pitchFamily="34" charset="-128"/>
                <a:cs typeface="72 Brand" pitchFamily="34" charset="-128"/>
              </a:rPr>
              <a:t>Getting Started with Financial Closing Assistant Hands On Session</a:t>
            </a:r>
          </a:p>
          <a:p>
            <a:pPr marL="0" marR="0" lvl="0" indent="0" algn="l" defTabSz="1088776" rtl="0" eaLnBrk="1" fontAlgn="base" latinLnBrk="0" hangingPunct="1">
              <a:lnSpc>
                <a:spcPct val="100000"/>
              </a:lnSpc>
              <a:spcBef>
                <a:spcPct val="50000"/>
              </a:spcBef>
              <a:spcAft>
                <a:spcPct val="0"/>
              </a:spcAft>
              <a:buClr>
                <a:srgbClr val="000000"/>
              </a:buClr>
              <a:buSzPct val="100000"/>
              <a:buFontTx/>
              <a:buNone/>
              <a:tabLst/>
              <a:defRPr/>
            </a:pPr>
            <a:r>
              <a:rPr kumimoji="0" lang="en-GB" sz="1400" b="0" i="0" u="none" strike="noStrike" kern="0" cap="none" spc="0" normalizeH="0" baseline="0" noProof="0" dirty="0">
                <a:ln>
                  <a:noFill/>
                </a:ln>
                <a:solidFill>
                  <a:srgbClr val="000000"/>
                </a:solidFill>
                <a:effectLst/>
                <a:uLnTx/>
                <a:uFillTx/>
                <a:latin typeface="72 Brand" panose="020B0504030603020204" pitchFamily="34" charset="0"/>
                <a:ea typeface="72 Brand" pitchFamily="34" charset="-128"/>
                <a:cs typeface="72 Brand" pitchFamily="34" charset="-128"/>
              </a:rPr>
              <a:t>Test scripts and first steps in with Joule</a:t>
            </a:r>
          </a:p>
        </p:txBody>
      </p:sp>
      <p:cxnSp>
        <p:nvCxnSpPr>
          <p:cNvPr id="4" name="Straight Connector 3">
            <a:extLst>
              <a:ext uri="{FF2B5EF4-FFF2-40B4-BE49-F238E27FC236}">
                <a16:creationId xmlns:a16="http://schemas.microsoft.com/office/drawing/2014/main" id="{B2D57C63-0366-0BCB-35BC-AB456B9A3893}"/>
              </a:ext>
              <a:ext uri="{C183D7F6-B498-43B3-948B-1728B52AA6E4}">
                <adec:decorative xmlns:adec="http://schemas.microsoft.com/office/drawing/2017/decorative" val="1"/>
              </a:ext>
            </a:extLst>
          </p:cNvPr>
          <p:cNvCxnSpPr>
            <a:cxnSpLocks/>
          </p:cNvCxnSpPr>
          <p:nvPr/>
        </p:nvCxnSpPr>
        <p:spPr>
          <a:xfrm>
            <a:off x="531314" y="4500279"/>
            <a:ext cx="7345861" cy="0"/>
          </a:xfrm>
          <a:prstGeom prst="line">
            <a:avLst/>
          </a:prstGeom>
          <a:ln w="12700">
            <a:solidFill>
              <a:srgbClr val="D3B6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11966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496AD-070E-D00A-18E0-1649F5F13F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C8D37F-0075-AAAB-BD99-931272C845C1}"/>
              </a:ext>
            </a:extLst>
          </p:cNvPr>
          <p:cNvSpPr txBox="1">
            <a:spLocks/>
          </p:cNvSpPr>
          <p:nvPr/>
        </p:nvSpPr>
        <p:spPr>
          <a:xfrm>
            <a:off x="11568187" y="6510874"/>
            <a:ext cx="320601" cy="83100"/>
          </a:xfrm>
          <a:prstGeom prst="rect">
            <a:avLst/>
          </a:prstGeom>
          <a:noFill/>
        </p:spPr>
        <p:txBody>
          <a:bodyPr vert="horz" wrap="none" lIns="0" tIns="0" rIns="0" bIns="0" rtlCol="0" anchor="t">
            <a:spAutoFit/>
          </a:bodyPr>
          <a:lstStyle>
            <a:lvl1pPr algn="l" defTabSz="931863" rtl="0" eaLnBrk="1" fontAlgn="base" hangingPunct="1">
              <a:spcBef>
                <a:spcPct val="0"/>
              </a:spcBef>
              <a:spcAft>
                <a:spcPct val="0"/>
              </a:spcAft>
              <a:defRPr lang="en-US" sz="3600" b="1" kern="1200" spc="-50" dirty="0">
                <a:ln w="3175">
                  <a:noFill/>
                </a:ln>
                <a:solidFill>
                  <a:schemeClr val="tx1"/>
                </a:solidFill>
                <a:latin typeface="Arial" panose="020B0604020202020204" pitchFamily="34" charset="0"/>
                <a:ea typeface="+mn-ea"/>
                <a:cs typeface="Arial" panose="020B0604020202020204" pitchFamily="34" charset="0"/>
              </a:defRPr>
            </a:lvl1pPr>
            <a:lvl2pPr algn="l" defTabSz="931863" rtl="0" eaLnBrk="1" fontAlgn="base" hangingPunct="1">
              <a:spcBef>
                <a:spcPct val="0"/>
              </a:spcBef>
              <a:spcAft>
                <a:spcPct val="0"/>
              </a:spcAft>
              <a:defRPr sz="3600" b="1">
                <a:solidFill>
                  <a:schemeClr val="tx1"/>
                </a:solidFill>
                <a:latin typeface="Arial" panose="020B0604020202020204" pitchFamily="34" charset="0"/>
                <a:cs typeface="Arial" panose="020B0604020202020204" pitchFamily="34" charset="0"/>
              </a:defRPr>
            </a:lvl2pPr>
            <a:lvl3pPr algn="l" defTabSz="931863" rtl="0" eaLnBrk="1" fontAlgn="base" hangingPunct="1">
              <a:spcBef>
                <a:spcPct val="0"/>
              </a:spcBef>
              <a:spcAft>
                <a:spcPct val="0"/>
              </a:spcAft>
              <a:defRPr sz="3600" b="1">
                <a:solidFill>
                  <a:schemeClr val="tx1"/>
                </a:solidFill>
                <a:latin typeface="Arial" panose="020B0604020202020204" pitchFamily="34" charset="0"/>
                <a:cs typeface="Arial" panose="020B0604020202020204" pitchFamily="34" charset="0"/>
              </a:defRPr>
            </a:lvl3pPr>
            <a:lvl4pPr algn="l" defTabSz="931863" rtl="0" eaLnBrk="1" fontAlgn="base" hangingPunct="1">
              <a:spcBef>
                <a:spcPct val="0"/>
              </a:spcBef>
              <a:spcAft>
                <a:spcPct val="0"/>
              </a:spcAft>
              <a:defRPr sz="3600" b="1">
                <a:solidFill>
                  <a:schemeClr val="tx1"/>
                </a:solidFill>
                <a:latin typeface="Arial" panose="020B0604020202020204" pitchFamily="34" charset="0"/>
                <a:cs typeface="Arial" panose="020B0604020202020204" pitchFamily="34" charset="0"/>
              </a:defRPr>
            </a:lvl4pPr>
            <a:lvl5pPr algn="l" defTabSz="931863" rtl="0" eaLnBrk="1" fontAlgn="base" hangingPunct="1">
              <a:spcBef>
                <a:spcPct val="0"/>
              </a:spcBef>
              <a:spcAft>
                <a:spcPct val="0"/>
              </a:spcAft>
              <a:defRPr sz="3600" b="1">
                <a:solidFill>
                  <a:schemeClr val="tx1"/>
                </a:solidFill>
                <a:latin typeface="Arial" panose="020B0604020202020204" pitchFamily="34" charset="0"/>
                <a:cs typeface="Arial" panose="020B0604020202020204" pitchFamily="34" charset="0"/>
              </a:defRPr>
            </a:lvl5pPr>
            <a:lvl6pPr marL="457200" algn="l" defTabSz="931863" rtl="0" eaLnBrk="1" fontAlgn="base" hangingPunct="1">
              <a:spcBef>
                <a:spcPct val="0"/>
              </a:spcBef>
              <a:spcAft>
                <a:spcPct val="0"/>
              </a:spcAft>
              <a:defRPr sz="3600" b="1">
                <a:solidFill>
                  <a:schemeClr val="tx1"/>
                </a:solidFill>
                <a:latin typeface="Arial" panose="020B0604020202020204" pitchFamily="34" charset="0"/>
                <a:cs typeface="Arial" panose="020B0604020202020204" pitchFamily="34" charset="0"/>
              </a:defRPr>
            </a:lvl6pPr>
            <a:lvl7pPr marL="914400" algn="l" defTabSz="931863" rtl="0" eaLnBrk="1" fontAlgn="base" hangingPunct="1">
              <a:spcBef>
                <a:spcPct val="0"/>
              </a:spcBef>
              <a:spcAft>
                <a:spcPct val="0"/>
              </a:spcAft>
              <a:defRPr sz="3600" b="1">
                <a:solidFill>
                  <a:schemeClr val="tx1"/>
                </a:solidFill>
                <a:latin typeface="Arial" panose="020B0604020202020204" pitchFamily="34" charset="0"/>
                <a:cs typeface="Arial" panose="020B0604020202020204" pitchFamily="34" charset="0"/>
              </a:defRPr>
            </a:lvl7pPr>
            <a:lvl8pPr marL="1371600" algn="l" defTabSz="931863" rtl="0" eaLnBrk="1" fontAlgn="base" hangingPunct="1">
              <a:spcBef>
                <a:spcPct val="0"/>
              </a:spcBef>
              <a:spcAft>
                <a:spcPct val="0"/>
              </a:spcAft>
              <a:defRPr sz="3600" b="1">
                <a:solidFill>
                  <a:schemeClr val="tx1"/>
                </a:solidFill>
                <a:latin typeface="Arial" panose="020B0604020202020204" pitchFamily="34" charset="0"/>
                <a:cs typeface="Arial" panose="020B0604020202020204" pitchFamily="34" charset="0"/>
              </a:defRPr>
            </a:lvl8pPr>
            <a:lvl9pPr marL="1828800" algn="l" defTabSz="931863" rtl="0" eaLnBrk="1" fontAlgn="base" hangingPunct="1">
              <a:spcBef>
                <a:spcPct val="0"/>
              </a:spcBef>
              <a:spcAft>
                <a:spcPct val="0"/>
              </a:spcAft>
              <a:defRPr sz="3600" b="1">
                <a:solidFill>
                  <a:schemeClr val="tx1"/>
                </a:solidFill>
                <a:latin typeface="Arial" panose="020B0604020202020204" pitchFamily="34" charset="0"/>
                <a:cs typeface="Arial" panose="020B0604020202020204" pitchFamily="34" charset="0"/>
              </a:defRPr>
            </a:lvl9pPr>
          </a:lstStyle>
          <a:p>
            <a:pPr marL="0" marR="0" lvl="0" indent="0" algn="r" defTabSz="931863" rtl="0" eaLnBrk="1" fontAlgn="base" latinLnBrk="0" hangingPunct="1">
              <a:lnSpc>
                <a:spcPct val="90000"/>
              </a:lnSpc>
              <a:spcBef>
                <a:spcPct val="0"/>
              </a:spcBef>
              <a:spcAft>
                <a:spcPct val="0"/>
              </a:spcAft>
              <a:buClrTx/>
              <a:buSzTx/>
              <a:buFontTx/>
              <a:buNone/>
              <a:tabLst/>
              <a:defRPr/>
            </a:pPr>
            <a:r>
              <a:rPr kumimoji="0" lang="en-US" sz="600" b="0" i="0" u="none" strike="noStrike" kern="1200" cap="none" spc="0" normalizeH="0" baseline="0" noProof="0">
                <a:ln w="3175">
                  <a:noFill/>
                </a:ln>
                <a:solidFill>
                  <a:srgbClr val="FFFFFF"/>
                </a:solidFill>
                <a:effectLst/>
                <a:uLnTx/>
                <a:uFillTx/>
                <a:latin typeface="72 Brand Book" panose="020B0404030603020204" pitchFamily="34" charset="0"/>
                <a:ea typeface="+mn-ea"/>
                <a:cs typeface="72" panose="020B0503030000000003" pitchFamily="34" charset="0"/>
              </a:rPr>
              <a:t>© SAP SE</a:t>
            </a:r>
          </a:p>
        </p:txBody>
      </p:sp>
      <p:sp>
        <p:nvSpPr>
          <p:cNvPr id="3" name="Title 2">
            <a:extLst>
              <a:ext uri="{FF2B5EF4-FFF2-40B4-BE49-F238E27FC236}">
                <a16:creationId xmlns:a16="http://schemas.microsoft.com/office/drawing/2014/main" id="{8412B777-89D2-11F8-46BE-DB4847254D5E}"/>
              </a:ext>
            </a:extLst>
          </p:cNvPr>
          <p:cNvSpPr>
            <a:spLocks noGrp="1"/>
          </p:cNvSpPr>
          <p:nvPr>
            <p:ph type="ctrTitle"/>
          </p:nvPr>
        </p:nvSpPr>
        <p:spPr>
          <a:xfrm>
            <a:off x="504001" y="4968072"/>
            <a:ext cx="11064186" cy="677108"/>
          </a:xfrm>
        </p:spPr>
        <p:txBody>
          <a:bodyPr/>
          <a:lstStyle/>
          <a:p>
            <a:pPr>
              <a:defRPr/>
            </a:pPr>
            <a:r>
              <a:rPr lang="en-US"/>
              <a:t>Introducing the Financial Closing Assistant</a:t>
            </a:r>
            <a:endParaRPr lang="en-US" sz="4000">
              <a:solidFill>
                <a:srgbClr val="FFFFFF"/>
              </a:solidFill>
            </a:endParaRPr>
          </a:p>
        </p:txBody>
      </p:sp>
    </p:spTree>
    <p:extLst>
      <p:ext uri="{BB962C8B-B14F-4D97-AF65-F5344CB8AC3E}">
        <p14:creationId xmlns:p14="http://schemas.microsoft.com/office/powerpoint/2010/main" val="36968308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3">
          <a:extLst>
            <a:ext uri="{FF2B5EF4-FFF2-40B4-BE49-F238E27FC236}">
              <a16:creationId xmlns:a16="http://schemas.microsoft.com/office/drawing/2014/main" id="{22EC0B82-23C7-B74A-8FD3-1B5D8478BF39}"/>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D4A43CB-CE7B-37A4-2D0D-2B6A47BF3443}"/>
              </a:ext>
            </a:extLst>
          </p:cNvPr>
          <p:cNvGraphicFramePr>
            <a:graphicFrameLocks/>
          </p:cNvGraphicFramePr>
          <p:nvPr>
            <p:custDataLst>
              <p:tags r:id="rId1"/>
            </p:custDataLst>
          </p:nvPr>
        </p:nvGraphicFramePr>
        <p:xfrm>
          <a:off x="3175" y="1588"/>
          <a:ext cx="1588" cy="1588"/>
        </p:xfrm>
        <a:graphic>
          <a:graphicData uri="http://schemas.openxmlformats.org/presentationml/2006/ole">
            <mc:AlternateContent xmlns:mc="http://schemas.openxmlformats.org/markup-compatibility/2006">
              <mc:Choice xmlns:v="urn:schemas-microsoft-com:vml" Requires="v">
                <p:oleObj name="think-cell Slide" r:id="rId5" imgW="204" imgH="205" progId="TCLayout.ActiveDocument.1">
                  <p:embed/>
                </p:oleObj>
              </mc:Choice>
              <mc:Fallback>
                <p:oleObj name="think-cell Slide" r:id="rId5" imgW="204" imgH="205" progId="TCLayout.ActiveDocument.1">
                  <p:embed/>
                  <p:pic>
                    <p:nvPicPr>
                      <p:cNvPr id="4" name="think-cell data - do not delete" hidden="1">
                        <a:extLst>
                          <a:ext uri="{FF2B5EF4-FFF2-40B4-BE49-F238E27FC236}">
                            <a16:creationId xmlns:a16="http://schemas.microsoft.com/office/drawing/2014/main" id="{FD4A43CB-CE7B-37A4-2D0D-2B6A47BF3443}"/>
                          </a:ext>
                        </a:extLst>
                      </p:cNvPr>
                      <p:cNvPicPr/>
                      <p:nvPr/>
                    </p:nvPicPr>
                    <p:blipFill>
                      <a:blip r:embed="rId6"/>
                      <a:stretch>
                        <a:fillRect/>
                      </a:stretch>
                    </p:blipFill>
                    <p:spPr>
                      <a:xfrm>
                        <a:off x="3175" y="1588"/>
                        <a:ext cx="1588" cy="1588"/>
                      </a:xfrm>
                      <a:prstGeom prst="rect">
                        <a:avLst/>
                      </a:prstGeom>
                    </p:spPr>
                  </p:pic>
                </p:oleObj>
              </mc:Fallback>
            </mc:AlternateContent>
          </a:graphicData>
        </a:graphic>
      </p:graphicFrame>
      <p:sp>
        <p:nvSpPr>
          <p:cNvPr id="1489" name="Rectangle: Rounded Corners 90">
            <a:extLst>
              <a:ext uri="{FF2B5EF4-FFF2-40B4-BE49-F238E27FC236}">
                <a16:creationId xmlns:a16="http://schemas.microsoft.com/office/drawing/2014/main" id="{FD891CF5-5435-E070-90B8-AE8651DB2181}"/>
              </a:ext>
            </a:extLst>
          </p:cNvPr>
          <p:cNvSpPr/>
          <p:nvPr/>
        </p:nvSpPr>
        <p:spPr bwMode="gray">
          <a:xfrm>
            <a:off x="990329" y="3157220"/>
            <a:ext cx="3060779" cy="678208"/>
          </a:xfrm>
          <a:prstGeom prst="roundRect">
            <a:avLst>
              <a:gd name="adj" fmla="val 54002"/>
            </a:avLst>
          </a:prstGeom>
          <a:solidFill>
            <a:schemeClr val="bg1"/>
          </a:solidFill>
          <a:ln w="25400" algn="ctr">
            <a:noFill/>
            <a:miter lim="800000"/>
            <a:headEnd/>
            <a:tailEnd/>
          </a:ln>
          <a:effectLst>
            <a:outerShdw blurRad="50800" algn="ctr" rotWithShape="0">
              <a:prstClr val="black">
                <a:alpha val="20000"/>
              </a:prstClr>
            </a:outerShdw>
          </a:effectLst>
        </p:spPr>
        <p:txBody>
          <a:bodyPr lIns="182736" tIns="146190" rIns="182736" bIns="146190" rtlCol="0" anchor="ctr" anchorCtr="0"/>
          <a:lstStyle/>
          <a:p>
            <a:pPr defTabSz="913578">
              <a:defRPr/>
            </a:pPr>
            <a:r>
              <a:rPr lang="en-US" sz="1400" noProof="0">
                <a:solidFill>
                  <a:srgbClr val="00144A"/>
                </a:solidFill>
                <a:latin typeface="72 Brand Medium"/>
              </a:rPr>
              <a:t>Better decisions </a:t>
            </a:r>
            <a:r>
              <a:rPr lang="en-US" sz="1400" noProof="0">
                <a:solidFill>
                  <a:srgbClr val="00144A"/>
                </a:solidFill>
                <a:latin typeface="72 Brand Book"/>
              </a:rPr>
              <a:t>due to unified and  trustworthy data</a:t>
            </a:r>
          </a:p>
        </p:txBody>
      </p:sp>
      <p:sp>
        <p:nvSpPr>
          <p:cNvPr id="1490" name="Rectangle: Rounded Corners 91">
            <a:extLst>
              <a:ext uri="{FF2B5EF4-FFF2-40B4-BE49-F238E27FC236}">
                <a16:creationId xmlns:a16="http://schemas.microsoft.com/office/drawing/2014/main" id="{ACD46668-4DE5-3631-6236-66DEA0976A61}"/>
              </a:ext>
            </a:extLst>
          </p:cNvPr>
          <p:cNvSpPr/>
          <p:nvPr/>
        </p:nvSpPr>
        <p:spPr bwMode="gray">
          <a:xfrm>
            <a:off x="988163" y="4028232"/>
            <a:ext cx="3060664" cy="675795"/>
          </a:xfrm>
          <a:prstGeom prst="roundRect">
            <a:avLst>
              <a:gd name="adj" fmla="val 54002"/>
            </a:avLst>
          </a:prstGeom>
          <a:solidFill>
            <a:schemeClr val="bg1"/>
          </a:solidFill>
          <a:ln w="25400" algn="ctr">
            <a:noFill/>
            <a:miter lim="800000"/>
            <a:headEnd/>
            <a:tailEnd/>
          </a:ln>
          <a:effectLst>
            <a:outerShdw blurRad="50800" algn="ctr" rotWithShape="0">
              <a:prstClr val="black">
                <a:alpha val="20000"/>
              </a:prstClr>
            </a:outerShdw>
          </a:effectLst>
        </p:spPr>
        <p:txBody>
          <a:bodyPr lIns="182736" tIns="146190" rIns="182736" bIns="146190" rtlCol="0" anchor="ctr" anchorCtr="0"/>
          <a:lstStyle/>
          <a:p>
            <a:pPr defTabSz="913578">
              <a:spcBef>
                <a:spcPts val="50"/>
              </a:spcBef>
              <a:defRPr/>
            </a:pPr>
            <a:r>
              <a:rPr lang="en-US" sz="1400" noProof="0">
                <a:solidFill>
                  <a:srgbClr val="00144A"/>
                </a:solidFill>
                <a:latin typeface="72 Brand Medium"/>
              </a:rPr>
              <a:t>Automatic compliance </a:t>
            </a:r>
            <a:r>
              <a:rPr lang="en-US" sz="1400" noProof="0">
                <a:solidFill>
                  <a:srgbClr val="00144A"/>
                </a:solidFill>
                <a:latin typeface="72 Brand Book"/>
              </a:rPr>
              <a:t>thanks to audit-ready data</a:t>
            </a:r>
            <a:endParaRPr lang="en-US" sz="1400" b="1" noProof="0">
              <a:solidFill>
                <a:srgbClr val="00144A"/>
              </a:solidFill>
              <a:latin typeface="72 Brand Book"/>
            </a:endParaRPr>
          </a:p>
        </p:txBody>
      </p:sp>
      <p:sp>
        <p:nvSpPr>
          <p:cNvPr id="1491" name="Rectangle: Rounded Corners 92">
            <a:extLst>
              <a:ext uri="{FF2B5EF4-FFF2-40B4-BE49-F238E27FC236}">
                <a16:creationId xmlns:a16="http://schemas.microsoft.com/office/drawing/2014/main" id="{E32CF5F5-5CEA-A38F-C966-87153B9C336F}"/>
              </a:ext>
            </a:extLst>
          </p:cNvPr>
          <p:cNvSpPr/>
          <p:nvPr/>
        </p:nvSpPr>
        <p:spPr bwMode="gray">
          <a:xfrm>
            <a:off x="988049" y="2314410"/>
            <a:ext cx="3060779" cy="663850"/>
          </a:xfrm>
          <a:prstGeom prst="roundRect">
            <a:avLst>
              <a:gd name="adj" fmla="val 54002"/>
            </a:avLst>
          </a:prstGeom>
          <a:solidFill>
            <a:schemeClr val="bg1"/>
          </a:solidFill>
          <a:ln w="25400" algn="ctr">
            <a:noFill/>
            <a:miter lim="800000"/>
            <a:headEnd/>
            <a:tailEnd/>
          </a:ln>
          <a:effectLst>
            <a:outerShdw blurRad="50800" algn="ctr" rotWithShape="0">
              <a:prstClr val="black">
                <a:alpha val="20000"/>
              </a:prstClr>
            </a:outerShdw>
          </a:effectLst>
        </p:spPr>
        <p:txBody>
          <a:bodyPr lIns="182736" tIns="146190" rIns="182736" bIns="146190" rtlCol="0" anchor="ctr" anchorCtr="0"/>
          <a:lstStyle/>
          <a:p>
            <a:pPr defTabSz="913578">
              <a:spcBef>
                <a:spcPts val="50"/>
              </a:spcBef>
              <a:defRPr/>
            </a:pPr>
            <a:r>
              <a:rPr lang="en-US" sz="1400" noProof="0">
                <a:solidFill>
                  <a:srgbClr val="00144A"/>
                </a:solidFill>
                <a:latin typeface="72 Brand Medium"/>
              </a:rPr>
              <a:t>Reduced manual work </a:t>
            </a:r>
            <a:r>
              <a:rPr lang="en-US" sz="1400" noProof="0">
                <a:solidFill>
                  <a:srgbClr val="00144A"/>
                </a:solidFill>
                <a:latin typeface="72 Brand Book"/>
              </a:rPr>
              <a:t>freeing and motivating their valuable talent</a:t>
            </a:r>
            <a:endParaRPr lang="en-US" sz="1400" b="1" noProof="0">
              <a:solidFill>
                <a:srgbClr val="00144A"/>
              </a:solidFill>
              <a:latin typeface="72 Brand Book"/>
            </a:endParaRPr>
          </a:p>
        </p:txBody>
      </p:sp>
      <p:sp>
        <p:nvSpPr>
          <p:cNvPr id="1492" name="Rectangle: Rounded Corners 98">
            <a:extLst>
              <a:ext uri="{FF2B5EF4-FFF2-40B4-BE49-F238E27FC236}">
                <a16:creationId xmlns:a16="http://schemas.microsoft.com/office/drawing/2014/main" id="{FCF48153-89AB-AFCA-668F-A7A59B3A8611}"/>
              </a:ext>
            </a:extLst>
          </p:cNvPr>
          <p:cNvSpPr/>
          <p:nvPr/>
        </p:nvSpPr>
        <p:spPr bwMode="gray">
          <a:xfrm>
            <a:off x="988048" y="4882630"/>
            <a:ext cx="3060779" cy="675795"/>
          </a:xfrm>
          <a:prstGeom prst="roundRect">
            <a:avLst>
              <a:gd name="adj" fmla="val 54002"/>
            </a:avLst>
          </a:prstGeom>
          <a:solidFill>
            <a:schemeClr val="bg1"/>
          </a:solidFill>
          <a:ln w="25400" algn="ctr">
            <a:noFill/>
            <a:miter lim="800000"/>
            <a:headEnd/>
            <a:tailEnd/>
          </a:ln>
          <a:effectLst>
            <a:outerShdw blurRad="50800" algn="ctr" rotWithShape="0">
              <a:prstClr val="black">
                <a:alpha val="20000"/>
              </a:prstClr>
            </a:outerShdw>
          </a:effectLst>
        </p:spPr>
        <p:txBody>
          <a:bodyPr lIns="182736" tIns="146190" rIns="182736" bIns="146190" rtlCol="0" anchor="ctr" anchorCtr="0"/>
          <a:lstStyle/>
          <a:p>
            <a:pPr defTabSz="913578">
              <a:defRPr/>
            </a:pPr>
            <a:r>
              <a:rPr lang="en-US" sz="1400" noProof="0">
                <a:solidFill>
                  <a:srgbClr val="00144A"/>
                </a:solidFill>
                <a:latin typeface="72 Brand Medium"/>
              </a:rPr>
              <a:t>Connection </a:t>
            </a:r>
            <a:r>
              <a:rPr lang="en-US" sz="1400" noProof="0">
                <a:solidFill>
                  <a:srgbClr val="00144A"/>
                </a:solidFill>
                <a:latin typeface="72 Brand Book"/>
              </a:rPr>
              <a:t>between predictions, plans, and actual KPI results</a:t>
            </a:r>
          </a:p>
        </p:txBody>
      </p:sp>
      <p:sp>
        <p:nvSpPr>
          <p:cNvPr id="1494" name="Rectangle 1493">
            <a:extLst>
              <a:ext uri="{FF2B5EF4-FFF2-40B4-BE49-F238E27FC236}">
                <a16:creationId xmlns:a16="http://schemas.microsoft.com/office/drawing/2014/main" id="{5D9AEA48-7A34-E42D-77DE-A4CCA8EFAC76}"/>
              </a:ext>
            </a:extLst>
          </p:cNvPr>
          <p:cNvSpPr/>
          <p:nvPr/>
        </p:nvSpPr>
        <p:spPr bwMode="gray">
          <a:xfrm>
            <a:off x="1368596" y="3611218"/>
            <a:ext cx="65" cy="152349"/>
          </a:xfrm>
          <a:prstGeom prst="rect">
            <a:avLst/>
          </a:prstGeom>
          <a:noFill/>
        </p:spPr>
        <p:txBody>
          <a:bodyPr wrap="none" lIns="0" tIns="0" rIns="0" bIns="0" anchor="t">
            <a:spAutoFit/>
          </a:bodyPr>
          <a:lstStyle/>
          <a:p>
            <a:pPr defTabSz="1087470">
              <a:lnSpc>
                <a:spcPct val="90000"/>
              </a:lnSpc>
              <a:spcAft>
                <a:spcPts val="600"/>
              </a:spcAft>
              <a:defRPr/>
            </a:pPr>
            <a:endParaRPr lang="en-US" sz="1100" noProof="0">
              <a:solidFill>
                <a:srgbClr val="00144A"/>
              </a:solidFill>
              <a:latin typeface="72 Brand Book" panose="020B0404030603020204" pitchFamily="34" charset="0"/>
            </a:endParaRPr>
          </a:p>
        </p:txBody>
      </p:sp>
      <p:sp>
        <p:nvSpPr>
          <p:cNvPr id="1525" name="TextBox 1524">
            <a:extLst>
              <a:ext uri="{FF2B5EF4-FFF2-40B4-BE49-F238E27FC236}">
                <a16:creationId xmlns:a16="http://schemas.microsoft.com/office/drawing/2014/main" id="{720EB52D-7CAC-27AE-8368-CD3254870CA7}"/>
              </a:ext>
            </a:extLst>
          </p:cNvPr>
          <p:cNvSpPr txBox="1"/>
          <p:nvPr/>
        </p:nvSpPr>
        <p:spPr>
          <a:xfrm>
            <a:off x="1962848" y="1902705"/>
            <a:ext cx="2407771" cy="256848"/>
          </a:xfrm>
          <a:prstGeom prst="rect">
            <a:avLst/>
          </a:prstGeom>
          <a:noFill/>
          <a:ln>
            <a:noFill/>
          </a:ln>
        </p:spPr>
        <p:txBody>
          <a:bodyPr spcFirstLastPara="1" wrap="square" lIns="0" tIns="0" rIns="0" bIns="0" anchor="ctr" anchorCtr="0">
            <a:noAutofit/>
          </a:bodyPr>
          <a:lstStyle>
            <a:defPPr>
              <a:defRPr lang="en-GB"/>
            </a:defPPr>
            <a:lvl1pPr lvl="0" defTabSz="1219170">
              <a:buClr>
                <a:srgbClr val="000000"/>
              </a:buClr>
              <a:buSzPts val="1100"/>
              <a:defRPr kumimoji="0" sz="1600" b="0" i="0" u="none" strike="noStrike" kern="0" cap="none" spc="0" normalizeH="0" baseline="0">
                <a:ln>
                  <a:noFill/>
                </a:ln>
                <a:solidFill>
                  <a:schemeClr val="accent1">
                    <a:lumMod val="50000"/>
                  </a:schemeClr>
                </a:solidFill>
                <a:effectLst/>
                <a:uLnTx/>
                <a:uFillTx/>
                <a:latin typeface="72 Brand Medium"/>
                <a:ea typeface="Inter Tight SemiBold"/>
                <a:cs typeface="Inter Tight SemiBold"/>
              </a:defRPr>
            </a:lvl1pPr>
          </a:lstStyle>
          <a:p>
            <a:pPr>
              <a:defRPr/>
            </a:pPr>
            <a:r>
              <a:rPr lang="en-US" sz="1400" b="1" noProof="0">
                <a:solidFill>
                  <a:srgbClr val="00144A"/>
                </a:solidFill>
                <a:latin typeface="72 Brand Book" panose="020B0404030603020204" pitchFamily="34" charset="0"/>
              </a:rPr>
              <a:t>CFOs will have…</a:t>
            </a:r>
          </a:p>
        </p:txBody>
      </p:sp>
      <p:grpSp>
        <p:nvGrpSpPr>
          <p:cNvPr id="1569" name="Group 1568">
            <a:extLst>
              <a:ext uri="{FF2B5EF4-FFF2-40B4-BE49-F238E27FC236}">
                <a16:creationId xmlns:a16="http://schemas.microsoft.com/office/drawing/2014/main" id="{BCA8AC3A-357F-0B6F-7BC4-B621867F3154}"/>
              </a:ext>
            </a:extLst>
          </p:cNvPr>
          <p:cNvGrpSpPr/>
          <p:nvPr/>
        </p:nvGrpSpPr>
        <p:grpSpPr>
          <a:xfrm>
            <a:off x="5536360" y="5277308"/>
            <a:ext cx="5219981" cy="795089"/>
            <a:chOff x="6922602" y="5634502"/>
            <a:chExt cx="5219981" cy="795089"/>
          </a:xfrm>
        </p:grpSpPr>
        <p:grpSp>
          <p:nvGrpSpPr>
            <p:cNvPr id="1568" name="Group 1567">
              <a:extLst>
                <a:ext uri="{FF2B5EF4-FFF2-40B4-BE49-F238E27FC236}">
                  <a16:creationId xmlns:a16="http://schemas.microsoft.com/office/drawing/2014/main" id="{975A0F13-EC3E-237B-BA5E-1792922359BF}"/>
                </a:ext>
              </a:extLst>
            </p:cNvPr>
            <p:cNvGrpSpPr/>
            <p:nvPr/>
          </p:nvGrpSpPr>
          <p:grpSpPr>
            <a:xfrm>
              <a:off x="6922602" y="5985058"/>
              <a:ext cx="5219981" cy="444533"/>
              <a:chOff x="6166908" y="6172590"/>
              <a:chExt cx="5219981" cy="444533"/>
            </a:xfrm>
          </p:grpSpPr>
          <p:sp>
            <p:nvSpPr>
              <p:cNvPr id="1557" name="Text 5">
                <a:extLst>
                  <a:ext uri="{FF2B5EF4-FFF2-40B4-BE49-F238E27FC236}">
                    <a16:creationId xmlns:a16="http://schemas.microsoft.com/office/drawing/2014/main" id="{744D5908-AF47-A155-E2C2-32626A543FD5}"/>
                  </a:ext>
                </a:extLst>
              </p:cNvPr>
              <p:cNvSpPr/>
              <p:nvPr/>
            </p:nvSpPr>
            <p:spPr>
              <a:xfrm>
                <a:off x="6166908" y="6210401"/>
                <a:ext cx="1103382" cy="372646"/>
              </a:xfrm>
              <a:prstGeom prst="rect">
                <a:avLst/>
              </a:prstGeom>
              <a:noFill/>
              <a:ln/>
            </p:spPr>
            <p:txBody>
              <a:bodyPr wrap="square" lIns="0" tIns="0" rIns="0" bIns="0" rtlCol="0" anchor="ctr"/>
              <a:lstStyle/>
              <a:p>
                <a:pPr algn="ctr" defTabSz="1088449">
                  <a:defRPr/>
                </a:pPr>
                <a:r>
                  <a:rPr lang="en-US" sz="1100" noProof="0">
                    <a:solidFill>
                      <a:srgbClr val="00144A"/>
                    </a:solidFill>
                    <a:latin typeface="72 Brand Book" panose="020B0404030603020204" pitchFamily="34" charset="0"/>
                    <a:ea typeface="Arial" pitchFamily="34" charset="-122"/>
                    <a:cs typeface="Arial"/>
                  </a:rPr>
                  <a:t>Business Data Context</a:t>
                </a:r>
                <a:endParaRPr lang="en-US" sz="1100" noProof="0">
                  <a:solidFill>
                    <a:srgbClr val="00144A"/>
                  </a:solidFill>
                  <a:latin typeface="72 Brand Book" panose="020B0404030603020204" pitchFamily="34" charset="0"/>
                </a:endParaRPr>
              </a:p>
            </p:txBody>
          </p:sp>
          <p:sp>
            <p:nvSpPr>
              <p:cNvPr id="1558" name="Text 5">
                <a:extLst>
                  <a:ext uri="{FF2B5EF4-FFF2-40B4-BE49-F238E27FC236}">
                    <a16:creationId xmlns:a16="http://schemas.microsoft.com/office/drawing/2014/main" id="{EB2DD705-44A9-41BC-43F9-C872DC912C97}"/>
                  </a:ext>
                </a:extLst>
              </p:cNvPr>
              <p:cNvSpPr/>
              <p:nvPr/>
            </p:nvSpPr>
            <p:spPr>
              <a:xfrm>
                <a:off x="7906759" y="6212221"/>
                <a:ext cx="1564751" cy="387943"/>
              </a:xfrm>
              <a:prstGeom prst="rect">
                <a:avLst/>
              </a:prstGeom>
              <a:noFill/>
              <a:ln/>
            </p:spPr>
            <p:txBody>
              <a:bodyPr wrap="square" lIns="0" tIns="0" rIns="0" bIns="0" rtlCol="0" anchor="ctr"/>
              <a:lstStyle/>
              <a:p>
                <a:pPr algn="ctr" defTabSz="1088449">
                  <a:defRPr/>
                </a:pPr>
                <a:r>
                  <a:rPr lang="en-US" sz="1100" noProof="0">
                    <a:solidFill>
                      <a:srgbClr val="00144A"/>
                    </a:solidFill>
                    <a:latin typeface="72 Brand Book" panose="020B0404030603020204" pitchFamily="34" charset="0"/>
                    <a:cs typeface="Arial"/>
                  </a:rPr>
                  <a:t>Suite-wide Process Orchestration</a:t>
                </a:r>
                <a:endParaRPr lang="en-US" sz="1100" noProof="0">
                  <a:solidFill>
                    <a:srgbClr val="00144A"/>
                  </a:solidFill>
                  <a:highlight>
                    <a:srgbClr val="FFFF00"/>
                  </a:highlight>
                  <a:latin typeface="72 Brand Book" panose="020B0404030603020204" pitchFamily="34" charset="0"/>
                  <a:cs typeface="Arial"/>
                </a:endParaRPr>
              </a:p>
            </p:txBody>
          </p:sp>
          <p:sp>
            <p:nvSpPr>
              <p:cNvPr id="1559" name="Text 5">
                <a:extLst>
                  <a:ext uri="{FF2B5EF4-FFF2-40B4-BE49-F238E27FC236}">
                    <a16:creationId xmlns:a16="http://schemas.microsoft.com/office/drawing/2014/main" id="{DBA8440A-D84B-E6BD-733E-32579B4AA9CE}"/>
                  </a:ext>
                </a:extLst>
              </p:cNvPr>
              <p:cNvSpPr/>
              <p:nvPr/>
            </p:nvSpPr>
            <p:spPr>
              <a:xfrm>
                <a:off x="9931698" y="6172590"/>
                <a:ext cx="1455191" cy="444533"/>
              </a:xfrm>
              <a:prstGeom prst="rect">
                <a:avLst/>
              </a:prstGeom>
              <a:noFill/>
              <a:ln/>
            </p:spPr>
            <p:txBody>
              <a:bodyPr wrap="square" lIns="0" tIns="0" rIns="0" bIns="0" rtlCol="0" anchor="ctr"/>
              <a:lstStyle/>
              <a:p>
                <a:pPr algn="ctr" defTabSz="1088449">
                  <a:defRPr/>
                </a:pPr>
                <a:r>
                  <a:rPr lang="en-US" sz="1100" noProof="0">
                    <a:solidFill>
                      <a:srgbClr val="00144A"/>
                    </a:solidFill>
                    <a:latin typeface="72 Brand Book" panose="020B0404030603020204" pitchFamily="34" charset="0"/>
                    <a:ea typeface="Arial" pitchFamily="34" charset="-122"/>
                    <a:cs typeface="Arial"/>
                  </a:rPr>
                  <a:t>Enterprise-Grade Governance</a:t>
                </a:r>
                <a:endParaRPr lang="en-US" sz="1100" noProof="0">
                  <a:solidFill>
                    <a:srgbClr val="00144A"/>
                  </a:solidFill>
                  <a:latin typeface="72 Brand Book" panose="020B0404030603020204" pitchFamily="34" charset="0"/>
                </a:endParaRPr>
              </a:p>
            </p:txBody>
          </p:sp>
          <p:cxnSp>
            <p:nvCxnSpPr>
              <p:cNvPr id="1561" name="Straight Connector 1560">
                <a:extLst>
                  <a:ext uri="{FF2B5EF4-FFF2-40B4-BE49-F238E27FC236}">
                    <a16:creationId xmlns:a16="http://schemas.microsoft.com/office/drawing/2014/main" id="{08F72016-24F7-C4D0-1505-3FC1417AC201}"/>
                  </a:ext>
                </a:extLst>
              </p:cNvPr>
              <p:cNvCxnSpPr/>
              <p:nvPr/>
            </p:nvCxnSpPr>
            <p:spPr>
              <a:xfrm>
                <a:off x="7414071" y="6443658"/>
                <a:ext cx="478511" cy="0"/>
              </a:xfrm>
              <a:prstGeom prst="line">
                <a:avLst/>
              </a:prstGeom>
              <a:ln w="12700">
                <a:gradFill flip="none" rotWithShape="1">
                  <a:gsLst>
                    <a:gs pos="7020">
                      <a:srgbClr val="DDCFFF"/>
                    </a:gs>
                    <a:gs pos="0">
                      <a:srgbClr val="E2D8FF">
                        <a:alpha val="0"/>
                      </a:srgbClr>
                    </a:gs>
                    <a:gs pos="54000">
                      <a:srgbClr val="B894FF"/>
                    </a:gs>
                    <a:gs pos="90990">
                      <a:srgbClr val="DBCCFF"/>
                    </a:gs>
                    <a:gs pos="99000">
                      <a:srgbClr val="E2D8FF">
                        <a:alpha val="0"/>
                      </a:srgbClr>
                    </a:gs>
                  </a:gsLst>
                  <a:lin ang="0" scaled="1"/>
                  <a:tileRect/>
                </a:gra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62" name="Straight Connector 1561">
                <a:extLst>
                  <a:ext uri="{FF2B5EF4-FFF2-40B4-BE49-F238E27FC236}">
                    <a16:creationId xmlns:a16="http://schemas.microsoft.com/office/drawing/2014/main" id="{6F9FCE35-7B05-F67F-48C0-E8E83C77D8E5}"/>
                  </a:ext>
                </a:extLst>
              </p:cNvPr>
              <p:cNvCxnSpPr/>
              <p:nvPr/>
            </p:nvCxnSpPr>
            <p:spPr>
              <a:xfrm>
                <a:off x="9436334" y="6414534"/>
                <a:ext cx="478511" cy="0"/>
              </a:xfrm>
              <a:prstGeom prst="line">
                <a:avLst/>
              </a:prstGeom>
              <a:ln w="12700">
                <a:gradFill flip="none" rotWithShape="1">
                  <a:gsLst>
                    <a:gs pos="7020">
                      <a:srgbClr val="DDCFFF"/>
                    </a:gs>
                    <a:gs pos="0">
                      <a:srgbClr val="E2D8FF">
                        <a:alpha val="0"/>
                      </a:srgbClr>
                    </a:gs>
                    <a:gs pos="54000">
                      <a:srgbClr val="B894FF"/>
                    </a:gs>
                    <a:gs pos="90990">
                      <a:srgbClr val="DBCCFF"/>
                    </a:gs>
                    <a:gs pos="99000">
                      <a:srgbClr val="E2D8FF">
                        <a:alpha val="0"/>
                      </a:srgbClr>
                    </a:gs>
                  </a:gsLst>
                  <a:lin ang="0" scaled="1"/>
                  <a:tileRect/>
                </a:gra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566" name="TextBox 1565">
              <a:extLst>
                <a:ext uri="{FF2B5EF4-FFF2-40B4-BE49-F238E27FC236}">
                  <a16:creationId xmlns:a16="http://schemas.microsoft.com/office/drawing/2014/main" id="{F0C174A9-17A7-A2F3-44D6-EBC2A06AD656}"/>
                </a:ext>
              </a:extLst>
            </p:cNvPr>
            <p:cNvSpPr txBox="1"/>
            <p:nvPr/>
          </p:nvSpPr>
          <p:spPr>
            <a:xfrm>
              <a:off x="8025984" y="5634502"/>
              <a:ext cx="3008778" cy="338875"/>
            </a:xfrm>
            <a:prstGeom prst="rect">
              <a:avLst/>
            </a:prstGeom>
            <a:noFill/>
          </p:spPr>
          <p:txBody>
            <a:bodyPr wrap="square">
              <a:spAutoFit/>
            </a:bodyPr>
            <a:lstStyle/>
            <a:p>
              <a:pPr algn="ctr" defTabSz="1087253">
                <a:lnSpc>
                  <a:spcPct val="88750"/>
                </a:lnSpc>
                <a:spcBef>
                  <a:spcPct val="0"/>
                </a:spcBef>
                <a:defRPr/>
              </a:pPr>
              <a:r>
                <a:rPr lang="en-US" sz="1800" noProof="0">
                  <a:solidFill>
                    <a:srgbClr val="00144A"/>
                  </a:solidFill>
                  <a:latin typeface="72 Brand Medium" panose="020B0504030603020204" pitchFamily="34" charset="0"/>
                </a:rPr>
                <a:t>SAP Autonomous Finance</a:t>
              </a:r>
            </a:p>
          </p:txBody>
        </p:sp>
      </p:grpSp>
      <p:sp>
        <p:nvSpPr>
          <p:cNvPr id="2" name="Rectangle: Rounded Corners 98">
            <a:extLst>
              <a:ext uri="{FF2B5EF4-FFF2-40B4-BE49-F238E27FC236}">
                <a16:creationId xmlns:a16="http://schemas.microsoft.com/office/drawing/2014/main" id="{95F0D982-D941-C3EE-3830-D6B8698BAB82}"/>
              </a:ext>
            </a:extLst>
          </p:cNvPr>
          <p:cNvSpPr/>
          <p:nvPr/>
        </p:nvSpPr>
        <p:spPr bwMode="gray">
          <a:xfrm>
            <a:off x="978051" y="2317110"/>
            <a:ext cx="285355" cy="663850"/>
          </a:xfrm>
          <a:custGeom>
            <a:avLst/>
            <a:gdLst>
              <a:gd name="csX0" fmla="*/ 0 w 2676340"/>
              <a:gd name="csY0" fmla="*/ 235177 h 470353"/>
              <a:gd name="csX1" fmla="*/ 235177 w 2676340"/>
              <a:gd name="csY1" fmla="*/ 0 h 470353"/>
              <a:gd name="csX2" fmla="*/ 2441164 w 2676340"/>
              <a:gd name="csY2" fmla="*/ 0 h 470353"/>
              <a:gd name="csX3" fmla="*/ 2676341 w 2676340"/>
              <a:gd name="csY3" fmla="*/ 235177 h 470353"/>
              <a:gd name="csX4" fmla="*/ 2676340 w 2676340"/>
              <a:gd name="csY4" fmla="*/ 235177 h 470353"/>
              <a:gd name="csX5" fmla="*/ 2441163 w 2676340"/>
              <a:gd name="csY5" fmla="*/ 470354 h 470353"/>
              <a:gd name="csX6" fmla="*/ 235177 w 2676340"/>
              <a:gd name="csY6" fmla="*/ 470353 h 470353"/>
              <a:gd name="csX7" fmla="*/ 0 w 2676340"/>
              <a:gd name="csY7" fmla="*/ 235176 h 470353"/>
              <a:gd name="csX8" fmla="*/ 0 w 2676340"/>
              <a:gd name="csY8" fmla="*/ 235177 h 470353"/>
              <a:gd name="csX0" fmla="*/ 2676340 w 2767780"/>
              <a:gd name="csY0" fmla="*/ 235177 h 470354"/>
              <a:gd name="csX1" fmla="*/ 2441163 w 2767780"/>
              <a:gd name="csY1" fmla="*/ 470354 h 470354"/>
              <a:gd name="csX2" fmla="*/ 235177 w 2767780"/>
              <a:gd name="csY2" fmla="*/ 470353 h 470354"/>
              <a:gd name="csX3" fmla="*/ 0 w 2767780"/>
              <a:gd name="csY3" fmla="*/ 235176 h 470354"/>
              <a:gd name="csX4" fmla="*/ 0 w 2767780"/>
              <a:gd name="csY4" fmla="*/ 235177 h 470354"/>
              <a:gd name="csX5" fmla="*/ 235177 w 2767780"/>
              <a:gd name="csY5" fmla="*/ 0 h 470354"/>
              <a:gd name="csX6" fmla="*/ 2441164 w 2767780"/>
              <a:gd name="csY6" fmla="*/ 0 h 470354"/>
              <a:gd name="csX7" fmla="*/ 2676341 w 2767780"/>
              <a:gd name="csY7" fmla="*/ 235177 h 470354"/>
              <a:gd name="csX8" fmla="*/ 2767780 w 2767780"/>
              <a:gd name="csY8" fmla="*/ 326617 h 470354"/>
              <a:gd name="csX0" fmla="*/ 2676340 w 2676341"/>
              <a:gd name="csY0" fmla="*/ 235177 h 470354"/>
              <a:gd name="csX1" fmla="*/ 2441163 w 2676341"/>
              <a:gd name="csY1" fmla="*/ 470354 h 470354"/>
              <a:gd name="csX2" fmla="*/ 235177 w 2676341"/>
              <a:gd name="csY2" fmla="*/ 470353 h 470354"/>
              <a:gd name="csX3" fmla="*/ 0 w 2676341"/>
              <a:gd name="csY3" fmla="*/ 235176 h 470354"/>
              <a:gd name="csX4" fmla="*/ 0 w 2676341"/>
              <a:gd name="csY4" fmla="*/ 235177 h 470354"/>
              <a:gd name="csX5" fmla="*/ 235177 w 2676341"/>
              <a:gd name="csY5" fmla="*/ 0 h 470354"/>
              <a:gd name="csX6" fmla="*/ 2441164 w 2676341"/>
              <a:gd name="csY6" fmla="*/ 0 h 470354"/>
              <a:gd name="csX7" fmla="*/ 2676341 w 2676341"/>
              <a:gd name="csY7" fmla="*/ 235177 h 470354"/>
              <a:gd name="csX0" fmla="*/ 2676340 w 2676340"/>
              <a:gd name="csY0" fmla="*/ 235177 h 470354"/>
              <a:gd name="csX1" fmla="*/ 2441163 w 2676340"/>
              <a:gd name="csY1" fmla="*/ 470354 h 470354"/>
              <a:gd name="csX2" fmla="*/ 235177 w 2676340"/>
              <a:gd name="csY2" fmla="*/ 470353 h 470354"/>
              <a:gd name="csX3" fmla="*/ 0 w 2676340"/>
              <a:gd name="csY3" fmla="*/ 235176 h 470354"/>
              <a:gd name="csX4" fmla="*/ 0 w 2676340"/>
              <a:gd name="csY4" fmla="*/ 235177 h 470354"/>
              <a:gd name="csX5" fmla="*/ 235177 w 2676340"/>
              <a:gd name="csY5" fmla="*/ 0 h 470354"/>
              <a:gd name="csX6" fmla="*/ 2441164 w 2676340"/>
              <a:gd name="csY6" fmla="*/ 0 h 470354"/>
              <a:gd name="csX0" fmla="*/ 2676340 w 2676340"/>
              <a:gd name="csY0" fmla="*/ 235177 h 470354"/>
              <a:gd name="csX1" fmla="*/ 2441163 w 2676340"/>
              <a:gd name="csY1" fmla="*/ 470354 h 470354"/>
              <a:gd name="csX2" fmla="*/ 235177 w 2676340"/>
              <a:gd name="csY2" fmla="*/ 470353 h 470354"/>
              <a:gd name="csX3" fmla="*/ 0 w 2676340"/>
              <a:gd name="csY3" fmla="*/ 235176 h 470354"/>
              <a:gd name="csX4" fmla="*/ 0 w 2676340"/>
              <a:gd name="csY4" fmla="*/ 235177 h 470354"/>
              <a:gd name="csX5" fmla="*/ 235177 w 2676340"/>
              <a:gd name="csY5" fmla="*/ 0 h 470354"/>
              <a:gd name="csX0" fmla="*/ 2441163 w 2441163"/>
              <a:gd name="csY0" fmla="*/ 470354 h 470354"/>
              <a:gd name="csX1" fmla="*/ 235177 w 2441163"/>
              <a:gd name="csY1" fmla="*/ 470353 h 470354"/>
              <a:gd name="csX2" fmla="*/ 0 w 2441163"/>
              <a:gd name="csY2" fmla="*/ 235176 h 470354"/>
              <a:gd name="csX3" fmla="*/ 0 w 2441163"/>
              <a:gd name="csY3" fmla="*/ 235177 h 470354"/>
              <a:gd name="csX4" fmla="*/ 235177 w 2441163"/>
              <a:gd name="csY4" fmla="*/ 0 h 470354"/>
              <a:gd name="csX0" fmla="*/ 235177 w 235177"/>
              <a:gd name="csY0" fmla="*/ 470353 h 470353"/>
              <a:gd name="csX1" fmla="*/ 0 w 235177"/>
              <a:gd name="csY1" fmla="*/ 235176 h 470353"/>
              <a:gd name="csX2" fmla="*/ 0 w 235177"/>
              <a:gd name="csY2" fmla="*/ 235177 h 470353"/>
              <a:gd name="csX3" fmla="*/ 235177 w 235177"/>
              <a:gd name="csY3" fmla="*/ 0 h 470353"/>
              <a:gd name="csX0" fmla="*/ 235177 w 235177"/>
              <a:gd name="csY0" fmla="*/ 470353 h 470353"/>
              <a:gd name="csX1" fmla="*/ 0 w 235177"/>
              <a:gd name="csY1" fmla="*/ 235176 h 470353"/>
              <a:gd name="csX2" fmla="*/ 0 w 235177"/>
              <a:gd name="csY2" fmla="*/ 235177 h 470353"/>
              <a:gd name="csX3" fmla="*/ 235177 w 235177"/>
              <a:gd name="csY3" fmla="*/ 0 h 470353"/>
              <a:gd name="csX4" fmla="*/ 235177 w 235177"/>
              <a:gd name="csY4" fmla="*/ 470353 h 470353"/>
              <a:gd name="csX0" fmla="*/ 235177 w 235247"/>
              <a:gd name="csY0" fmla="*/ 482496 h 482496"/>
              <a:gd name="csX1" fmla="*/ 0 w 235247"/>
              <a:gd name="csY1" fmla="*/ 247319 h 482496"/>
              <a:gd name="csX2" fmla="*/ 0 w 235247"/>
              <a:gd name="csY2" fmla="*/ 247320 h 482496"/>
              <a:gd name="csX3" fmla="*/ 235177 w 235247"/>
              <a:gd name="csY3" fmla="*/ 12143 h 482496"/>
              <a:gd name="csX4" fmla="*/ 235247 w 235247"/>
              <a:gd name="csY4" fmla="*/ 0 h 482496"/>
              <a:gd name="csX5" fmla="*/ 235177 w 235247"/>
              <a:gd name="csY5" fmla="*/ 482496 h 482496"/>
              <a:gd name="csX0" fmla="*/ 235177 w 235177"/>
              <a:gd name="csY0" fmla="*/ 470403 h 470403"/>
              <a:gd name="csX1" fmla="*/ 0 w 235177"/>
              <a:gd name="csY1" fmla="*/ 235226 h 470403"/>
              <a:gd name="csX2" fmla="*/ 0 w 235177"/>
              <a:gd name="csY2" fmla="*/ 235227 h 470403"/>
              <a:gd name="csX3" fmla="*/ 235177 w 235177"/>
              <a:gd name="csY3" fmla="*/ 50 h 470403"/>
              <a:gd name="csX4" fmla="*/ 136822 w 235177"/>
              <a:gd name="csY4" fmla="*/ 235557 h 470403"/>
              <a:gd name="csX5" fmla="*/ 235177 w 235177"/>
              <a:gd name="csY5" fmla="*/ 470403 h 470403"/>
              <a:gd name="csX0" fmla="*/ 235177 w 235177"/>
              <a:gd name="csY0" fmla="*/ 470403 h 470403"/>
              <a:gd name="csX1" fmla="*/ 0 w 235177"/>
              <a:gd name="csY1" fmla="*/ 235226 h 470403"/>
              <a:gd name="csX2" fmla="*/ 0 w 235177"/>
              <a:gd name="csY2" fmla="*/ 235227 h 470403"/>
              <a:gd name="csX3" fmla="*/ 235177 w 235177"/>
              <a:gd name="csY3" fmla="*/ 50 h 470403"/>
              <a:gd name="csX4" fmla="*/ 136822 w 235177"/>
              <a:gd name="csY4" fmla="*/ 235557 h 470403"/>
              <a:gd name="csX5" fmla="*/ 235177 w 235177"/>
              <a:gd name="csY5" fmla="*/ 470403 h 470403"/>
              <a:gd name="csX0" fmla="*/ 235177 w 235177"/>
              <a:gd name="csY0" fmla="*/ 470403 h 470403"/>
              <a:gd name="csX1" fmla="*/ 0 w 235177"/>
              <a:gd name="csY1" fmla="*/ 235226 h 470403"/>
              <a:gd name="csX2" fmla="*/ 0 w 235177"/>
              <a:gd name="csY2" fmla="*/ 235227 h 470403"/>
              <a:gd name="csX3" fmla="*/ 235177 w 235177"/>
              <a:gd name="csY3" fmla="*/ 50 h 470403"/>
              <a:gd name="csX4" fmla="*/ 136822 w 235177"/>
              <a:gd name="csY4" fmla="*/ 235557 h 470403"/>
              <a:gd name="csX5" fmla="*/ 235177 w 235177"/>
              <a:gd name="csY5" fmla="*/ 470403 h 470403"/>
              <a:gd name="csX0" fmla="*/ 235177 w 235177"/>
              <a:gd name="csY0" fmla="*/ 470404 h 470404"/>
              <a:gd name="csX1" fmla="*/ 0 w 235177"/>
              <a:gd name="csY1" fmla="*/ 235227 h 470404"/>
              <a:gd name="csX2" fmla="*/ 0 w 235177"/>
              <a:gd name="csY2" fmla="*/ 235228 h 470404"/>
              <a:gd name="csX3" fmla="*/ 235177 w 235177"/>
              <a:gd name="csY3" fmla="*/ 51 h 470404"/>
              <a:gd name="csX4" fmla="*/ 105072 w 235177"/>
              <a:gd name="csY4" fmla="*/ 226033 h 470404"/>
              <a:gd name="csX5" fmla="*/ 235177 w 235177"/>
              <a:gd name="csY5" fmla="*/ 470404 h 470404"/>
              <a:gd name="csX0" fmla="*/ 235177 w 235177"/>
              <a:gd name="csY0" fmla="*/ 470404 h 470404"/>
              <a:gd name="csX1" fmla="*/ 0 w 235177"/>
              <a:gd name="csY1" fmla="*/ 235227 h 470404"/>
              <a:gd name="csX2" fmla="*/ 0 w 235177"/>
              <a:gd name="csY2" fmla="*/ 235228 h 470404"/>
              <a:gd name="csX3" fmla="*/ 235177 w 235177"/>
              <a:gd name="csY3" fmla="*/ 51 h 470404"/>
              <a:gd name="csX4" fmla="*/ 105072 w 235177"/>
              <a:gd name="csY4" fmla="*/ 226033 h 470404"/>
              <a:gd name="csX5" fmla="*/ 235177 w 235177"/>
              <a:gd name="csY5" fmla="*/ 470404 h 470404"/>
              <a:gd name="csX0" fmla="*/ 235177 w 235177"/>
              <a:gd name="csY0" fmla="*/ 470429 h 470429"/>
              <a:gd name="csX1" fmla="*/ 0 w 235177"/>
              <a:gd name="csY1" fmla="*/ 235252 h 470429"/>
              <a:gd name="csX2" fmla="*/ 0 w 235177"/>
              <a:gd name="csY2" fmla="*/ 235253 h 470429"/>
              <a:gd name="csX3" fmla="*/ 235177 w 235177"/>
              <a:gd name="csY3" fmla="*/ 76 h 470429"/>
              <a:gd name="csX4" fmla="*/ 105072 w 235177"/>
              <a:gd name="csY4" fmla="*/ 149858 h 470429"/>
              <a:gd name="csX5" fmla="*/ 235177 w 235177"/>
              <a:gd name="csY5" fmla="*/ 470429 h 470429"/>
              <a:gd name="csX0" fmla="*/ 235177 w 235177"/>
              <a:gd name="csY0" fmla="*/ 470429 h 470429"/>
              <a:gd name="csX1" fmla="*/ 0 w 235177"/>
              <a:gd name="csY1" fmla="*/ 235252 h 470429"/>
              <a:gd name="csX2" fmla="*/ 0 w 235177"/>
              <a:gd name="csY2" fmla="*/ 235253 h 470429"/>
              <a:gd name="csX3" fmla="*/ 235177 w 235177"/>
              <a:gd name="csY3" fmla="*/ 76 h 470429"/>
              <a:gd name="csX4" fmla="*/ 105072 w 235177"/>
              <a:gd name="csY4" fmla="*/ 149858 h 470429"/>
              <a:gd name="csX5" fmla="*/ 235177 w 235177"/>
              <a:gd name="csY5" fmla="*/ 470429 h 470429"/>
              <a:gd name="csX0" fmla="*/ 235177 w 235177"/>
              <a:gd name="csY0" fmla="*/ 470406 h 470406"/>
              <a:gd name="csX1" fmla="*/ 0 w 235177"/>
              <a:gd name="csY1" fmla="*/ 235229 h 470406"/>
              <a:gd name="csX2" fmla="*/ 0 w 235177"/>
              <a:gd name="csY2" fmla="*/ 235230 h 470406"/>
              <a:gd name="csX3" fmla="*/ 235177 w 235177"/>
              <a:gd name="csY3" fmla="*/ 53 h 470406"/>
              <a:gd name="csX4" fmla="*/ 139997 w 235177"/>
              <a:gd name="csY4" fmla="*/ 222860 h 470406"/>
              <a:gd name="csX5" fmla="*/ 235177 w 235177"/>
              <a:gd name="csY5" fmla="*/ 470406 h 470406"/>
              <a:gd name="csX0" fmla="*/ 235177 w 235177"/>
              <a:gd name="csY0" fmla="*/ 470738 h 470738"/>
              <a:gd name="csX1" fmla="*/ 0 w 235177"/>
              <a:gd name="csY1" fmla="*/ 235561 h 470738"/>
              <a:gd name="csX2" fmla="*/ 0 w 235177"/>
              <a:gd name="csY2" fmla="*/ 235562 h 470738"/>
              <a:gd name="csX3" fmla="*/ 235177 w 235177"/>
              <a:gd name="csY3" fmla="*/ 385 h 470738"/>
              <a:gd name="csX4" fmla="*/ 139997 w 235177"/>
              <a:gd name="csY4" fmla="*/ 223192 h 470738"/>
              <a:gd name="csX5" fmla="*/ 235177 w 235177"/>
              <a:gd name="csY5" fmla="*/ 470738 h 470738"/>
              <a:gd name="csX0" fmla="*/ 235177 w 235177"/>
              <a:gd name="csY0" fmla="*/ 470775 h 470775"/>
              <a:gd name="csX1" fmla="*/ 0 w 235177"/>
              <a:gd name="csY1" fmla="*/ 235598 h 470775"/>
              <a:gd name="csX2" fmla="*/ 0 w 235177"/>
              <a:gd name="csY2" fmla="*/ 235599 h 470775"/>
              <a:gd name="csX3" fmla="*/ 235177 w 235177"/>
              <a:gd name="csY3" fmla="*/ 422 h 470775"/>
              <a:gd name="csX4" fmla="*/ 92372 w 235177"/>
              <a:gd name="csY4" fmla="*/ 220054 h 470775"/>
              <a:gd name="csX5" fmla="*/ 235177 w 235177"/>
              <a:gd name="csY5" fmla="*/ 470775 h 470775"/>
              <a:gd name="csX0" fmla="*/ 235177 w 235177"/>
              <a:gd name="csY0" fmla="*/ 470468 h 470468"/>
              <a:gd name="csX1" fmla="*/ 0 w 235177"/>
              <a:gd name="csY1" fmla="*/ 235291 h 470468"/>
              <a:gd name="csX2" fmla="*/ 0 w 235177"/>
              <a:gd name="csY2" fmla="*/ 235292 h 470468"/>
              <a:gd name="csX3" fmla="*/ 235177 w 235177"/>
              <a:gd name="csY3" fmla="*/ 115 h 470468"/>
              <a:gd name="csX4" fmla="*/ 92372 w 235177"/>
              <a:gd name="csY4" fmla="*/ 219747 h 470468"/>
              <a:gd name="csX5" fmla="*/ 235177 w 235177"/>
              <a:gd name="csY5" fmla="*/ 470468 h 470468"/>
              <a:gd name="csX0" fmla="*/ 235177 w 235177"/>
              <a:gd name="csY0" fmla="*/ 470513 h 470513"/>
              <a:gd name="csX1" fmla="*/ 0 w 235177"/>
              <a:gd name="csY1" fmla="*/ 235336 h 470513"/>
              <a:gd name="csX2" fmla="*/ 0 w 235177"/>
              <a:gd name="csY2" fmla="*/ 235337 h 470513"/>
              <a:gd name="csX3" fmla="*/ 235177 w 235177"/>
              <a:gd name="csY3" fmla="*/ 160 h 470513"/>
              <a:gd name="csX4" fmla="*/ 92372 w 235177"/>
              <a:gd name="csY4" fmla="*/ 219792 h 470513"/>
              <a:gd name="csX5" fmla="*/ 235177 w 235177"/>
              <a:gd name="csY5" fmla="*/ 470513 h 470513"/>
              <a:gd name="csX0" fmla="*/ 235177 w 235177"/>
              <a:gd name="csY0" fmla="*/ 470513 h 470513"/>
              <a:gd name="csX1" fmla="*/ 0 w 235177"/>
              <a:gd name="csY1" fmla="*/ 235336 h 470513"/>
              <a:gd name="csX2" fmla="*/ 0 w 235177"/>
              <a:gd name="csY2" fmla="*/ 235337 h 470513"/>
              <a:gd name="csX3" fmla="*/ 235177 w 235177"/>
              <a:gd name="csY3" fmla="*/ 160 h 470513"/>
              <a:gd name="csX4" fmla="*/ 92372 w 235177"/>
              <a:gd name="csY4" fmla="*/ 219792 h 470513"/>
              <a:gd name="csX5" fmla="*/ 235177 w 235177"/>
              <a:gd name="csY5" fmla="*/ 470513 h 470513"/>
              <a:gd name="csX0" fmla="*/ 235177 w 235177"/>
              <a:gd name="csY0" fmla="*/ 470492 h 470492"/>
              <a:gd name="csX1" fmla="*/ 0 w 235177"/>
              <a:gd name="csY1" fmla="*/ 235315 h 470492"/>
              <a:gd name="csX2" fmla="*/ 0 w 235177"/>
              <a:gd name="csY2" fmla="*/ 235316 h 470492"/>
              <a:gd name="csX3" fmla="*/ 235177 w 235177"/>
              <a:gd name="csY3" fmla="*/ 139 h 470492"/>
              <a:gd name="csX4" fmla="*/ 79672 w 235177"/>
              <a:gd name="csY4" fmla="*/ 232471 h 470492"/>
              <a:gd name="csX5" fmla="*/ 235177 w 235177"/>
              <a:gd name="csY5" fmla="*/ 470492 h 470492"/>
              <a:gd name="csX0" fmla="*/ 235177 w 235177"/>
              <a:gd name="csY0" fmla="*/ 470456 h 470456"/>
              <a:gd name="csX1" fmla="*/ 0 w 235177"/>
              <a:gd name="csY1" fmla="*/ 235279 h 470456"/>
              <a:gd name="csX2" fmla="*/ 0 w 235177"/>
              <a:gd name="csY2" fmla="*/ 235280 h 470456"/>
              <a:gd name="csX3" fmla="*/ 235177 w 235177"/>
              <a:gd name="csY3" fmla="*/ 103 h 470456"/>
              <a:gd name="csX4" fmla="*/ 79672 w 235177"/>
              <a:gd name="csY4" fmla="*/ 232435 h 470456"/>
              <a:gd name="csX5" fmla="*/ 235177 w 235177"/>
              <a:gd name="csY5" fmla="*/ 470456 h 470456"/>
              <a:gd name="csX0" fmla="*/ 235177 w 235177"/>
              <a:gd name="csY0" fmla="*/ 470470 h 470470"/>
              <a:gd name="csX1" fmla="*/ 0 w 235177"/>
              <a:gd name="csY1" fmla="*/ 235293 h 470470"/>
              <a:gd name="csX2" fmla="*/ 0 w 235177"/>
              <a:gd name="csY2" fmla="*/ 235294 h 470470"/>
              <a:gd name="csX3" fmla="*/ 235177 w 235177"/>
              <a:gd name="csY3" fmla="*/ 117 h 470470"/>
              <a:gd name="csX4" fmla="*/ 79672 w 235177"/>
              <a:gd name="csY4" fmla="*/ 216574 h 470470"/>
              <a:gd name="csX5" fmla="*/ 235177 w 235177"/>
              <a:gd name="csY5" fmla="*/ 470470 h 470470"/>
              <a:gd name="csX0" fmla="*/ 235177 w 235177"/>
              <a:gd name="csY0" fmla="*/ 470638 h 470638"/>
              <a:gd name="csX1" fmla="*/ 0 w 235177"/>
              <a:gd name="csY1" fmla="*/ 235461 h 470638"/>
              <a:gd name="csX2" fmla="*/ 0 w 235177"/>
              <a:gd name="csY2" fmla="*/ 235462 h 470638"/>
              <a:gd name="csX3" fmla="*/ 235177 w 235177"/>
              <a:gd name="csY3" fmla="*/ 285 h 470638"/>
              <a:gd name="csX4" fmla="*/ 79672 w 235177"/>
              <a:gd name="csY4" fmla="*/ 216742 h 470638"/>
              <a:gd name="csX5" fmla="*/ 235177 w 235177"/>
              <a:gd name="csY5" fmla="*/ 470638 h 470638"/>
              <a:gd name="csX0" fmla="*/ 235177 w 235177"/>
              <a:gd name="csY0" fmla="*/ 470638 h 470650"/>
              <a:gd name="csX1" fmla="*/ 0 w 235177"/>
              <a:gd name="csY1" fmla="*/ 235461 h 470650"/>
              <a:gd name="csX2" fmla="*/ 0 w 235177"/>
              <a:gd name="csY2" fmla="*/ 235462 h 470650"/>
              <a:gd name="csX3" fmla="*/ 235177 w 235177"/>
              <a:gd name="csY3" fmla="*/ 285 h 470650"/>
              <a:gd name="csX4" fmla="*/ 79672 w 235177"/>
              <a:gd name="csY4" fmla="*/ 216742 h 470650"/>
              <a:gd name="csX5" fmla="*/ 235177 w 235177"/>
              <a:gd name="csY5" fmla="*/ 470638 h 470650"/>
              <a:gd name="csX0" fmla="*/ 235177 w 235177"/>
              <a:gd name="csY0" fmla="*/ 470544 h 470561"/>
              <a:gd name="csX1" fmla="*/ 0 w 235177"/>
              <a:gd name="csY1" fmla="*/ 235367 h 470561"/>
              <a:gd name="csX2" fmla="*/ 0 w 235177"/>
              <a:gd name="csY2" fmla="*/ 235368 h 470561"/>
              <a:gd name="csX3" fmla="*/ 235177 w 235177"/>
              <a:gd name="csY3" fmla="*/ 191 h 470561"/>
              <a:gd name="csX4" fmla="*/ 76497 w 235177"/>
              <a:gd name="csY4" fmla="*/ 238873 h 470561"/>
              <a:gd name="csX5" fmla="*/ 235177 w 235177"/>
              <a:gd name="csY5" fmla="*/ 470544 h 470561"/>
            </a:gdLst>
            <a:ahLst/>
            <a:cxnLst>
              <a:cxn ang="0">
                <a:pos x="csX0" y="csY0"/>
              </a:cxn>
              <a:cxn ang="0">
                <a:pos x="csX1" y="csY1"/>
              </a:cxn>
              <a:cxn ang="0">
                <a:pos x="csX2" y="csY2"/>
              </a:cxn>
              <a:cxn ang="0">
                <a:pos x="csX3" y="csY3"/>
              </a:cxn>
              <a:cxn ang="0">
                <a:pos x="csX4" y="csY4"/>
              </a:cxn>
              <a:cxn ang="0">
                <a:pos x="csX5" y="csY5"/>
              </a:cxn>
            </a:cxnLst>
            <a:rect l="l" t="t" r="r" b="b"/>
            <a:pathLst>
              <a:path w="235177" h="470561">
                <a:moveTo>
                  <a:pt x="235177" y="470544"/>
                </a:moveTo>
                <a:cubicBezTo>
                  <a:pt x="105292" y="470544"/>
                  <a:pt x="0" y="365252"/>
                  <a:pt x="0" y="235367"/>
                </a:cubicBezTo>
                <a:lnTo>
                  <a:pt x="0" y="235368"/>
                </a:lnTo>
                <a:cubicBezTo>
                  <a:pt x="0" y="105483"/>
                  <a:pt x="105292" y="191"/>
                  <a:pt x="235177" y="191"/>
                </a:cubicBezTo>
                <a:cubicBezTo>
                  <a:pt x="235200" y="-3857"/>
                  <a:pt x="76520" y="55816"/>
                  <a:pt x="76497" y="238873"/>
                </a:cubicBezTo>
                <a:cubicBezTo>
                  <a:pt x="76474" y="421930"/>
                  <a:pt x="235200" y="471637"/>
                  <a:pt x="235177" y="470544"/>
                </a:cubicBezTo>
                <a:close/>
              </a:path>
            </a:pathLst>
          </a:custGeom>
          <a:solidFill>
            <a:srgbClr val="D1EFFF"/>
          </a:solidFill>
          <a:ln w="25400" algn="ctr">
            <a:noFill/>
            <a:miter lim="800000"/>
            <a:headEnd/>
            <a:tailEnd/>
          </a:ln>
          <a:effectLst/>
        </p:spPr>
        <p:txBody>
          <a:bodyPr lIns="182736" tIns="146190" rIns="182736" bIns="146190" rtlCol="0" anchor="ctr" anchorCtr="0"/>
          <a:lstStyle/>
          <a:p>
            <a:pPr defTabSz="913578">
              <a:defRPr/>
            </a:pPr>
            <a:endParaRPr lang="en-US" sz="1200" noProof="0">
              <a:solidFill>
                <a:srgbClr val="00144A"/>
              </a:solidFill>
              <a:latin typeface="72 Brand Book"/>
            </a:endParaRPr>
          </a:p>
        </p:txBody>
      </p:sp>
      <p:sp>
        <p:nvSpPr>
          <p:cNvPr id="3" name="Rectangle: Rounded Corners 98">
            <a:extLst>
              <a:ext uri="{FF2B5EF4-FFF2-40B4-BE49-F238E27FC236}">
                <a16:creationId xmlns:a16="http://schemas.microsoft.com/office/drawing/2014/main" id="{FC01AF06-E1A9-A7BE-F036-FFF81DA76735}"/>
              </a:ext>
            </a:extLst>
          </p:cNvPr>
          <p:cNvSpPr/>
          <p:nvPr/>
        </p:nvSpPr>
        <p:spPr bwMode="gray">
          <a:xfrm>
            <a:off x="972311" y="3162213"/>
            <a:ext cx="285355" cy="663850"/>
          </a:xfrm>
          <a:custGeom>
            <a:avLst/>
            <a:gdLst>
              <a:gd name="csX0" fmla="*/ 0 w 2676340"/>
              <a:gd name="csY0" fmla="*/ 235177 h 470353"/>
              <a:gd name="csX1" fmla="*/ 235177 w 2676340"/>
              <a:gd name="csY1" fmla="*/ 0 h 470353"/>
              <a:gd name="csX2" fmla="*/ 2441164 w 2676340"/>
              <a:gd name="csY2" fmla="*/ 0 h 470353"/>
              <a:gd name="csX3" fmla="*/ 2676341 w 2676340"/>
              <a:gd name="csY3" fmla="*/ 235177 h 470353"/>
              <a:gd name="csX4" fmla="*/ 2676340 w 2676340"/>
              <a:gd name="csY4" fmla="*/ 235177 h 470353"/>
              <a:gd name="csX5" fmla="*/ 2441163 w 2676340"/>
              <a:gd name="csY5" fmla="*/ 470354 h 470353"/>
              <a:gd name="csX6" fmla="*/ 235177 w 2676340"/>
              <a:gd name="csY6" fmla="*/ 470353 h 470353"/>
              <a:gd name="csX7" fmla="*/ 0 w 2676340"/>
              <a:gd name="csY7" fmla="*/ 235176 h 470353"/>
              <a:gd name="csX8" fmla="*/ 0 w 2676340"/>
              <a:gd name="csY8" fmla="*/ 235177 h 470353"/>
              <a:gd name="csX0" fmla="*/ 2676340 w 2767780"/>
              <a:gd name="csY0" fmla="*/ 235177 h 470354"/>
              <a:gd name="csX1" fmla="*/ 2441163 w 2767780"/>
              <a:gd name="csY1" fmla="*/ 470354 h 470354"/>
              <a:gd name="csX2" fmla="*/ 235177 w 2767780"/>
              <a:gd name="csY2" fmla="*/ 470353 h 470354"/>
              <a:gd name="csX3" fmla="*/ 0 w 2767780"/>
              <a:gd name="csY3" fmla="*/ 235176 h 470354"/>
              <a:gd name="csX4" fmla="*/ 0 w 2767780"/>
              <a:gd name="csY4" fmla="*/ 235177 h 470354"/>
              <a:gd name="csX5" fmla="*/ 235177 w 2767780"/>
              <a:gd name="csY5" fmla="*/ 0 h 470354"/>
              <a:gd name="csX6" fmla="*/ 2441164 w 2767780"/>
              <a:gd name="csY6" fmla="*/ 0 h 470354"/>
              <a:gd name="csX7" fmla="*/ 2676341 w 2767780"/>
              <a:gd name="csY7" fmla="*/ 235177 h 470354"/>
              <a:gd name="csX8" fmla="*/ 2767780 w 2767780"/>
              <a:gd name="csY8" fmla="*/ 326617 h 470354"/>
              <a:gd name="csX0" fmla="*/ 2676340 w 2676341"/>
              <a:gd name="csY0" fmla="*/ 235177 h 470354"/>
              <a:gd name="csX1" fmla="*/ 2441163 w 2676341"/>
              <a:gd name="csY1" fmla="*/ 470354 h 470354"/>
              <a:gd name="csX2" fmla="*/ 235177 w 2676341"/>
              <a:gd name="csY2" fmla="*/ 470353 h 470354"/>
              <a:gd name="csX3" fmla="*/ 0 w 2676341"/>
              <a:gd name="csY3" fmla="*/ 235176 h 470354"/>
              <a:gd name="csX4" fmla="*/ 0 w 2676341"/>
              <a:gd name="csY4" fmla="*/ 235177 h 470354"/>
              <a:gd name="csX5" fmla="*/ 235177 w 2676341"/>
              <a:gd name="csY5" fmla="*/ 0 h 470354"/>
              <a:gd name="csX6" fmla="*/ 2441164 w 2676341"/>
              <a:gd name="csY6" fmla="*/ 0 h 470354"/>
              <a:gd name="csX7" fmla="*/ 2676341 w 2676341"/>
              <a:gd name="csY7" fmla="*/ 235177 h 470354"/>
              <a:gd name="csX0" fmla="*/ 2676340 w 2676340"/>
              <a:gd name="csY0" fmla="*/ 235177 h 470354"/>
              <a:gd name="csX1" fmla="*/ 2441163 w 2676340"/>
              <a:gd name="csY1" fmla="*/ 470354 h 470354"/>
              <a:gd name="csX2" fmla="*/ 235177 w 2676340"/>
              <a:gd name="csY2" fmla="*/ 470353 h 470354"/>
              <a:gd name="csX3" fmla="*/ 0 w 2676340"/>
              <a:gd name="csY3" fmla="*/ 235176 h 470354"/>
              <a:gd name="csX4" fmla="*/ 0 w 2676340"/>
              <a:gd name="csY4" fmla="*/ 235177 h 470354"/>
              <a:gd name="csX5" fmla="*/ 235177 w 2676340"/>
              <a:gd name="csY5" fmla="*/ 0 h 470354"/>
              <a:gd name="csX6" fmla="*/ 2441164 w 2676340"/>
              <a:gd name="csY6" fmla="*/ 0 h 470354"/>
              <a:gd name="csX0" fmla="*/ 2676340 w 2676340"/>
              <a:gd name="csY0" fmla="*/ 235177 h 470354"/>
              <a:gd name="csX1" fmla="*/ 2441163 w 2676340"/>
              <a:gd name="csY1" fmla="*/ 470354 h 470354"/>
              <a:gd name="csX2" fmla="*/ 235177 w 2676340"/>
              <a:gd name="csY2" fmla="*/ 470353 h 470354"/>
              <a:gd name="csX3" fmla="*/ 0 w 2676340"/>
              <a:gd name="csY3" fmla="*/ 235176 h 470354"/>
              <a:gd name="csX4" fmla="*/ 0 w 2676340"/>
              <a:gd name="csY4" fmla="*/ 235177 h 470354"/>
              <a:gd name="csX5" fmla="*/ 235177 w 2676340"/>
              <a:gd name="csY5" fmla="*/ 0 h 470354"/>
              <a:gd name="csX0" fmla="*/ 2441163 w 2441163"/>
              <a:gd name="csY0" fmla="*/ 470354 h 470354"/>
              <a:gd name="csX1" fmla="*/ 235177 w 2441163"/>
              <a:gd name="csY1" fmla="*/ 470353 h 470354"/>
              <a:gd name="csX2" fmla="*/ 0 w 2441163"/>
              <a:gd name="csY2" fmla="*/ 235176 h 470354"/>
              <a:gd name="csX3" fmla="*/ 0 w 2441163"/>
              <a:gd name="csY3" fmla="*/ 235177 h 470354"/>
              <a:gd name="csX4" fmla="*/ 235177 w 2441163"/>
              <a:gd name="csY4" fmla="*/ 0 h 470354"/>
              <a:gd name="csX0" fmla="*/ 235177 w 235177"/>
              <a:gd name="csY0" fmla="*/ 470353 h 470353"/>
              <a:gd name="csX1" fmla="*/ 0 w 235177"/>
              <a:gd name="csY1" fmla="*/ 235176 h 470353"/>
              <a:gd name="csX2" fmla="*/ 0 w 235177"/>
              <a:gd name="csY2" fmla="*/ 235177 h 470353"/>
              <a:gd name="csX3" fmla="*/ 235177 w 235177"/>
              <a:gd name="csY3" fmla="*/ 0 h 470353"/>
              <a:gd name="csX0" fmla="*/ 235177 w 235177"/>
              <a:gd name="csY0" fmla="*/ 470353 h 470353"/>
              <a:gd name="csX1" fmla="*/ 0 w 235177"/>
              <a:gd name="csY1" fmla="*/ 235176 h 470353"/>
              <a:gd name="csX2" fmla="*/ 0 w 235177"/>
              <a:gd name="csY2" fmla="*/ 235177 h 470353"/>
              <a:gd name="csX3" fmla="*/ 235177 w 235177"/>
              <a:gd name="csY3" fmla="*/ 0 h 470353"/>
              <a:gd name="csX4" fmla="*/ 235177 w 235177"/>
              <a:gd name="csY4" fmla="*/ 470353 h 470353"/>
              <a:gd name="csX0" fmla="*/ 235177 w 235247"/>
              <a:gd name="csY0" fmla="*/ 482496 h 482496"/>
              <a:gd name="csX1" fmla="*/ 0 w 235247"/>
              <a:gd name="csY1" fmla="*/ 247319 h 482496"/>
              <a:gd name="csX2" fmla="*/ 0 w 235247"/>
              <a:gd name="csY2" fmla="*/ 247320 h 482496"/>
              <a:gd name="csX3" fmla="*/ 235177 w 235247"/>
              <a:gd name="csY3" fmla="*/ 12143 h 482496"/>
              <a:gd name="csX4" fmla="*/ 235247 w 235247"/>
              <a:gd name="csY4" fmla="*/ 0 h 482496"/>
              <a:gd name="csX5" fmla="*/ 235177 w 235247"/>
              <a:gd name="csY5" fmla="*/ 482496 h 482496"/>
              <a:gd name="csX0" fmla="*/ 235177 w 235177"/>
              <a:gd name="csY0" fmla="*/ 470403 h 470403"/>
              <a:gd name="csX1" fmla="*/ 0 w 235177"/>
              <a:gd name="csY1" fmla="*/ 235226 h 470403"/>
              <a:gd name="csX2" fmla="*/ 0 w 235177"/>
              <a:gd name="csY2" fmla="*/ 235227 h 470403"/>
              <a:gd name="csX3" fmla="*/ 235177 w 235177"/>
              <a:gd name="csY3" fmla="*/ 50 h 470403"/>
              <a:gd name="csX4" fmla="*/ 136822 w 235177"/>
              <a:gd name="csY4" fmla="*/ 235557 h 470403"/>
              <a:gd name="csX5" fmla="*/ 235177 w 235177"/>
              <a:gd name="csY5" fmla="*/ 470403 h 470403"/>
              <a:gd name="csX0" fmla="*/ 235177 w 235177"/>
              <a:gd name="csY0" fmla="*/ 470403 h 470403"/>
              <a:gd name="csX1" fmla="*/ 0 w 235177"/>
              <a:gd name="csY1" fmla="*/ 235226 h 470403"/>
              <a:gd name="csX2" fmla="*/ 0 w 235177"/>
              <a:gd name="csY2" fmla="*/ 235227 h 470403"/>
              <a:gd name="csX3" fmla="*/ 235177 w 235177"/>
              <a:gd name="csY3" fmla="*/ 50 h 470403"/>
              <a:gd name="csX4" fmla="*/ 136822 w 235177"/>
              <a:gd name="csY4" fmla="*/ 235557 h 470403"/>
              <a:gd name="csX5" fmla="*/ 235177 w 235177"/>
              <a:gd name="csY5" fmla="*/ 470403 h 470403"/>
              <a:gd name="csX0" fmla="*/ 235177 w 235177"/>
              <a:gd name="csY0" fmla="*/ 470403 h 470403"/>
              <a:gd name="csX1" fmla="*/ 0 w 235177"/>
              <a:gd name="csY1" fmla="*/ 235226 h 470403"/>
              <a:gd name="csX2" fmla="*/ 0 w 235177"/>
              <a:gd name="csY2" fmla="*/ 235227 h 470403"/>
              <a:gd name="csX3" fmla="*/ 235177 w 235177"/>
              <a:gd name="csY3" fmla="*/ 50 h 470403"/>
              <a:gd name="csX4" fmla="*/ 136822 w 235177"/>
              <a:gd name="csY4" fmla="*/ 235557 h 470403"/>
              <a:gd name="csX5" fmla="*/ 235177 w 235177"/>
              <a:gd name="csY5" fmla="*/ 470403 h 470403"/>
              <a:gd name="csX0" fmla="*/ 235177 w 235177"/>
              <a:gd name="csY0" fmla="*/ 470404 h 470404"/>
              <a:gd name="csX1" fmla="*/ 0 w 235177"/>
              <a:gd name="csY1" fmla="*/ 235227 h 470404"/>
              <a:gd name="csX2" fmla="*/ 0 w 235177"/>
              <a:gd name="csY2" fmla="*/ 235228 h 470404"/>
              <a:gd name="csX3" fmla="*/ 235177 w 235177"/>
              <a:gd name="csY3" fmla="*/ 51 h 470404"/>
              <a:gd name="csX4" fmla="*/ 105072 w 235177"/>
              <a:gd name="csY4" fmla="*/ 226033 h 470404"/>
              <a:gd name="csX5" fmla="*/ 235177 w 235177"/>
              <a:gd name="csY5" fmla="*/ 470404 h 470404"/>
              <a:gd name="csX0" fmla="*/ 235177 w 235177"/>
              <a:gd name="csY0" fmla="*/ 470404 h 470404"/>
              <a:gd name="csX1" fmla="*/ 0 w 235177"/>
              <a:gd name="csY1" fmla="*/ 235227 h 470404"/>
              <a:gd name="csX2" fmla="*/ 0 w 235177"/>
              <a:gd name="csY2" fmla="*/ 235228 h 470404"/>
              <a:gd name="csX3" fmla="*/ 235177 w 235177"/>
              <a:gd name="csY3" fmla="*/ 51 h 470404"/>
              <a:gd name="csX4" fmla="*/ 105072 w 235177"/>
              <a:gd name="csY4" fmla="*/ 226033 h 470404"/>
              <a:gd name="csX5" fmla="*/ 235177 w 235177"/>
              <a:gd name="csY5" fmla="*/ 470404 h 470404"/>
              <a:gd name="csX0" fmla="*/ 235177 w 235177"/>
              <a:gd name="csY0" fmla="*/ 470429 h 470429"/>
              <a:gd name="csX1" fmla="*/ 0 w 235177"/>
              <a:gd name="csY1" fmla="*/ 235252 h 470429"/>
              <a:gd name="csX2" fmla="*/ 0 w 235177"/>
              <a:gd name="csY2" fmla="*/ 235253 h 470429"/>
              <a:gd name="csX3" fmla="*/ 235177 w 235177"/>
              <a:gd name="csY3" fmla="*/ 76 h 470429"/>
              <a:gd name="csX4" fmla="*/ 105072 w 235177"/>
              <a:gd name="csY4" fmla="*/ 149858 h 470429"/>
              <a:gd name="csX5" fmla="*/ 235177 w 235177"/>
              <a:gd name="csY5" fmla="*/ 470429 h 470429"/>
              <a:gd name="csX0" fmla="*/ 235177 w 235177"/>
              <a:gd name="csY0" fmla="*/ 470429 h 470429"/>
              <a:gd name="csX1" fmla="*/ 0 w 235177"/>
              <a:gd name="csY1" fmla="*/ 235252 h 470429"/>
              <a:gd name="csX2" fmla="*/ 0 w 235177"/>
              <a:gd name="csY2" fmla="*/ 235253 h 470429"/>
              <a:gd name="csX3" fmla="*/ 235177 w 235177"/>
              <a:gd name="csY3" fmla="*/ 76 h 470429"/>
              <a:gd name="csX4" fmla="*/ 105072 w 235177"/>
              <a:gd name="csY4" fmla="*/ 149858 h 470429"/>
              <a:gd name="csX5" fmla="*/ 235177 w 235177"/>
              <a:gd name="csY5" fmla="*/ 470429 h 470429"/>
              <a:gd name="csX0" fmla="*/ 235177 w 235177"/>
              <a:gd name="csY0" fmla="*/ 470406 h 470406"/>
              <a:gd name="csX1" fmla="*/ 0 w 235177"/>
              <a:gd name="csY1" fmla="*/ 235229 h 470406"/>
              <a:gd name="csX2" fmla="*/ 0 w 235177"/>
              <a:gd name="csY2" fmla="*/ 235230 h 470406"/>
              <a:gd name="csX3" fmla="*/ 235177 w 235177"/>
              <a:gd name="csY3" fmla="*/ 53 h 470406"/>
              <a:gd name="csX4" fmla="*/ 139997 w 235177"/>
              <a:gd name="csY4" fmla="*/ 222860 h 470406"/>
              <a:gd name="csX5" fmla="*/ 235177 w 235177"/>
              <a:gd name="csY5" fmla="*/ 470406 h 470406"/>
              <a:gd name="csX0" fmla="*/ 235177 w 235177"/>
              <a:gd name="csY0" fmla="*/ 470738 h 470738"/>
              <a:gd name="csX1" fmla="*/ 0 w 235177"/>
              <a:gd name="csY1" fmla="*/ 235561 h 470738"/>
              <a:gd name="csX2" fmla="*/ 0 w 235177"/>
              <a:gd name="csY2" fmla="*/ 235562 h 470738"/>
              <a:gd name="csX3" fmla="*/ 235177 w 235177"/>
              <a:gd name="csY3" fmla="*/ 385 h 470738"/>
              <a:gd name="csX4" fmla="*/ 139997 w 235177"/>
              <a:gd name="csY4" fmla="*/ 223192 h 470738"/>
              <a:gd name="csX5" fmla="*/ 235177 w 235177"/>
              <a:gd name="csY5" fmla="*/ 470738 h 470738"/>
              <a:gd name="csX0" fmla="*/ 235177 w 235177"/>
              <a:gd name="csY0" fmla="*/ 470775 h 470775"/>
              <a:gd name="csX1" fmla="*/ 0 w 235177"/>
              <a:gd name="csY1" fmla="*/ 235598 h 470775"/>
              <a:gd name="csX2" fmla="*/ 0 w 235177"/>
              <a:gd name="csY2" fmla="*/ 235599 h 470775"/>
              <a:gd name="csX3" fmla="*/ 235177 w 235177"/>
              <a:gd name="csY3" fmla="*/ 422 h 470775"/>
              <a:gd name="csX4" fmla="*/ 92372 w 235177"/>
              <a:gd name="csY4" fmla="*/ 220054 h 470775"/>
              <a:gd name="csX5" fmla="*/ 235177 w 235177"/>
              <a:gd name="csY5" fmla="*/ 470775 h 470775"/>
              <a:gd name="csX0" fmla="*/ 235177 w 235177"/>
              <a:gd name="csY0" fmla="*/ 470468 h 470468"/>
              <a:gd name="csX1" fmla="*/ 0 w 235177"/>
              <a:gd name="csY1" fmla="*/ 235291 h 470468"/>
              <a:gd name="csX2" fmla="*/ 0 w 235177"/>
              <a:gd name="csY2" fmla="*/ 235292 h 470468"/>
              <a:gd name="csX3" fmla="*/ 235177 w 235177"/>
              <a:gd name="csY3" fmla="*/ 115 h 470468"/>
              <a:gd name="csX4" fmla="*/ 92372 w 235177"/>
              <a:gd name="csY4" fmla="*/ 219747 h 470468"/>
              <a:gd name="csX5" fmla="*/ 235177 w 235177"/>
              <a:gd name="csY5" fmla="*/ 470468 h 470468"/>
              <a:gd name="csX0" fmla="*/ 235177 w 235177"/>
              <a:gd name="csY0" fmla="*/ 470513 h 470513"/>
              <a:gd name="csX1" fmla="*/ 0 w 235177"/>
              <a:gd name="csY1" fmla="*/ 235336 h 470513"/>
              <a:gd name="csX2" fmla="*/ 0 w 235177"/>
              <a:gd name="csY2" fmla="*/ 235337 h 470513"/>
              <a:gd name="csX3" fmla="*/ 235177 w 235177"/>
              <a:gd name="csY3" fmla="*/ 160 h 470513"/>
              <a:gd name="csX4" fmla="*/ 92372 w 235177"/>
              <a:gd name="csY4" fmla="*/ 219792 h 470513"/>
              <a:gd name="csX5" fmla="*/ 235177 w 235177"/>
              <a:gd name="csY5" fmla="*/ 470513 h 470513"/>
              <a:gd name="csX0" fmla="*/ 235177 w 235177"/>
              <a:gd name="csY0" fmla="*/ 470513 h 470513"/>
              <a:gd name="csX1" fmla="*/ 0 w 235177"/>
              <a:gd name="csY1" fmla="*/ 235336 h 470513"/>
              <a:gd name="csX2" fmla="*/ 0 w 235177"/>
              <a:gd name="csY2" fmla="*/ 235337 h 470513"/>
              <a:gd name="csX3" fmla="*/ 235177 w 235177"/>
              <a:gd name="csY3" fmla="*/ 160 h 470513"/>
              <a:gd name="csX4" fmla="*/ 92372 w 235177"/>
              <a:gd name="csY4" fmla="*/ 219792 h 470513"/>
              <a:gd name="csX5" fmla="*/ 235177 w 235177"/>
              <a:gd name="csY5" fmla="*/ 470513 h 470513"/>
              <a:gd name="csX0" fmla="*/ 235177 w 235177"/>
              <a:gd name="csY0" fmla="*/ 470492 h 470492"/>
              <a:gd name="csX1" fmla="*/ 0 w 235177"/>
              <a:gd name="csY1" fmla="*/ 235315 h 470492"/>
              <a:gd name="csX2" fmla="*/ 0 w 235177"/>
              <a:gd name="csY2" fmla="*/ 235316 h 470492"/>
              <a:gd name="csX3" fmla="*/ 235177 w 235177"/>
              <a:gd name="csY3" fmla="*/ 139 h 470492"/>
              <a:gd name="csX4" fmla="*/ 79672 w 235177"/>
              <a:gd name="csY4" fmla="*/ 232471 h 470492"/>
              <a:gd name="csX5" fmla="*/ 235177 w 235177"/>
              <a:gd name="csY5" fmla="*/ 470492 h 470492"/>
              <a:gd name="csX0" fmla="*/ 235177 w 235177"/>
              <a:gd name="csY0" fmla="*/ 470456 h 470456"/>
              <a:gd name="csX1" fmla="*/ 0 w 235177"/>
              <a:gd name="csY1" fmla="*/ 235279 h 470456"/>
              <a:gd name="csX2" fmla="*/ 0 w 235177"/>
              <a:gd name="csY2" fmla="*/ 235280 h 470456"/>
              <a:gd name="csX3" fmla="*/ 235177 w 235177"/>
              <a:gd name="csY3" fmla="*/ 103 h 470456"/>
              <a:gd name="csX4" fmla="*/ 79672 w 235177"/>
              <a:gd name="csY4" fmla="*/ 232435 h 470456"/>
              <a:gd name="csX5" fmla="*/ 235177 w 235177"/>
              <a:gd name="csY5" fmla="*/ 470456 h 470456"/>
              <a:gd name="csX0" fmla="*/ 235177 w 235177"/>
              <a:gd name="csY0" fmla="*/ 470470 h 470470"/>
              <a:gd name="csX1" fmla="*/ 0 w 235177"/>
              <a:gd name="csY1" fmla="*/ 235293 h 470470"/>
              <a:gd name="csX2" fmla="*/ 0 w 235177"/>
              <a:gd name="csY2" fmla="*/ 235294 h 470470"/>
              <a:gd name="csX3" fmla="*/ 235177 w 235177"/>
              <a:gd name="csY3" fmla="*/ 117 h 470470"/>
              <a:gd name="csX4" fmla="*/ 79672 w 235177"/>
              <a:gd name="csY4" fmla="*/ 216574 h 470470"/>
              <a:gd name="csX5" fmla="*/ 235177 w 235177"/>
              <a:gd name="csY5" fmla="*/ 470470 h 470470"/>
              <a:gd name="csX0" fmla="*/ 235177 w 235177"/>
              <a:gd name="csY0" fmla="*/ 470638 h 470638"/>
              <a:gd name="csX1" fmla="*/ 0 w 235177"/>
              <a:gd name="csY1" fmla="*/ 235461 h 470638"/>
              <a:gd name="csX2" fmla="*/ 0 w 235177"/>
              <a:gd name="csY2" fmla="*/ 235462 h 470638"/>
              <a:gd name="csX3" fmla="*/ 235177 w 235177"/>
              <a:gd name="csY3" fmla="*/ 285 h 470638"/>
              <a:gd name="csX4" fmla="*/ 79672 w 235177"/>
              <a:gd name="csY4" fmla="*/ 216742 h 470638"/>
              <a:gd name="csX5" fmla="*/ 235177 w 235177"/>
              <a:gd name="csY5" fmla="*/ 470638 h 470638"/>
              <a:gd name="csX0" fmla="*/ 235177 w 235177"/>
              <a:gd name="csY0" fmla="*/ 470638 h 470650"/>
              <a:gd name="csX1" fmla="*/ 0 w 235177"/>
              <a:gd name="csY1" fmla="*/ 235461 h 470650"/>
              <a:gd name="csX2" fmla="*/ 0 w 235177"/>
              <a:gd name="csY2" fmla="*/ 235462 h 470650"/>
              <a:gd name="csX3" fmla="*/ 235177 w 235177"/>
              <a:gd name="csY3" fmla="*/ 285 h 470650"/>
              <a:gd name="csX4" fmla="*/ 79672 w 235177"/>
              <a:gd name="csY4" fmla="*/ 216742 h 470650"/>
              <a:gd name="csX5" fmla="*/ 235177 w 235177"/>
              <a:gd name="csY5" fmla="*/ 470638 h 470650"/>
              <a:gd name="csX0" fmla="*/ 235177 w 235177"/>
              <a:gd name="csY0" fmla="*/ 470544 h 470561"/>
              <a:gd name="csX1" fmla="*/ 0 w 235177"/>
              <a:gd name="csY1" fmla="*/ 235367 h 470561"/>
              <a:gd name="csX2" fmla="*/ 0 w 235177"/>
              <a:gd name="csY2" fmla="*/ 235368 h 470561"/>
              <a:gd name="csX3" fmla="*/ 235177 w 235177"/>
              <a:gd name="csY3" fmla="*/ 191 h 470561"/>
              <a:gd name="csX4" fmla="*/ 76497 w 235177"/>
              <a:gd name="csY4" fmla="*/ 238873 h 470561"/>
              <a:gd name="csX5" fmla="*/ 235177 w 235177"/>
              <a:gd name="csY5" fmla="*/ 470544 h 470561"/>
            </a:gdLst>
            <a:ahLst/>
            <a:cxnLst>
              <a:cxn ang="0">
                <a:pos x="csX0" y="csY0"/>
              </a:cxn>
              <a:cxn ang="0">
                <a:pos x="csX1" y="csY1"/>
              </a:cxn>
              <a:cxn ang="0">
                <a:pos x="csX2" y="csY2"/>
              </a:cxn>
              <a:cxn ang="0">
                <a:pos x="csX3" y="csY3"/>
              </a:cxn>
              <a:cxn ang="0">
                <a:pos x="csX4" y="csY4"/>
              </a:cxn>
              <a:cxn ang="0">
                <a:pos x="csX5" y="csY5"/>
              </a:cxn>
            </a:cxnLst>
            <a:rect l="l" t="t" r="r" b="b"/>
            <a:pathLst>
              <a:path w="235177" h="470561">
                <a:moveTo>
                  <a:pt x="235177" y="470544"/>
                </a:moveTo>
                <a:cubicBezTo>
                  <a:pt x="105292" y="470544"/>
                  <a:pt x="0" y="365252"/>
                  <a:pt x="0" y="235367"/>
                </a:cubicBezTo>
                <a:lnTo>
                  <a:pt x="0" y="235368"/>
                </a:lnTo>
                <a:cubicBezTo>
                  <a:pt x="0" y="105483"/>
                  <a:pt x="105292" y="191"/>
                  <a:pt x="235177" y="191"/>
                </a:cubicBezTo>
                <a:cubicBezTo>
                  <a:pt x="235200" y="-3857"/>
                  <a:pt x="76520" y="55816"/>
                  <a:pt x="76497" y="238873"/>
                </a:cubicBezTo>
                <a:cubicBezTo>
                  <a:pt x="76474" y="421930"/>
                  <a:pt x="235200" y="471637"/>
                  <a:pt x="235177" y="470544"/>
                </a:cubicBezTo>
                <a:close/>
              </a:path>
            </a:pathLst>
          </a:custGeom>
          <a:solidFill>
            <a:srgbClr val="89D1FF"/>
          </a:solidFill>
          <a:ln w="25400" algn="ctr">
            <a:noFill/>
            <a:miter lim="800000"/>
            <a:headEnd/>
            <a:tailEnd/>
          </a:ln>
          <a:effectLst/>
        </p:spPr>
        <p:txBody>
          <a:bodyPr lIns="182736" tIns="146190" rIns="182736" bIns="146190" rtlCol="0" anchor="ctr" anchorCtr="0"/>
          <a:lstStyle/>
          <a:p>
            <a:pPr defTabSz="913578">
              <a:defRPr/>
            </a:pPr>
            <a:endParaRPr lang="en-US" sz="1200" noProof="0">
              <a:solidFill>
                <a:srgbClr val="00144A"/>
              </a:solidFill>
              <a:latin typeface="72 Brand Book"/>
            </a:endParaRPr>
          </a:p>
        </p:txBody>
      </p:sp>
      <p:sp>
        <p:nvSpPr>
          <p:cNvPr id="7" name="Rectangle: Rounded Corners 98">
            <a:extLst>
              <a:ext uri="{FF2B5EF4-FFF2-40B4-BE49-F238E27FC236}">
                <a16:creationId xmlns:a16="http://schemas.microsoft.com/office/drawing/2014/main" id="{0BFACD95-2648-1EEE-AEC7-9915E2ECF51D}"/>
              </a:ext>
            </a:extLst>
          </p:cNvPr>
          <p:cNvSpPr/>
          <p:nvPr/>
        </p:nvSpPr>
        <p:spPr bwMode="gray">
          <a:xfrm>
            <a:off x="966321" y="4025217"/>
            <a:ext cx="285355" cy="675795"/>
          </a:xfrm>
          <a:custGeom>
            <a:avLst/>
            <a:gdLst>
              <a:gd name="csX0" fmla="*/ 0 w 2676340"/>
              <a:gd name="csY0" fmla="*/ 235177 h 470353"/>
              <a:gd name="csX1" fmla="*/ 235177 w 2676340"/>
              <a:gd name="csY1" fmla="*/ 0 h 470353"/>
              <a:gd name="csX2" fmla="*/ 2441164 w 2676340"/>
              <a:gd name="csY2" fmla="*/ 0 h 470353"/>
              <a:gd name="csX3" fmla="*/ 2676341 w 2676340"/>
              <a:gd name="csY3" fmla="*/ 235177 h 470353"/>
              <a:gd name="csX4" fmla="*/ 2676340 w 2676340"/>
              <a:gd name="csY4" fmla="*/ 235177 h 470353"/>
              <a:gd name="csX5" fmla="*/ 2441163 w 2676340"/>
              <a:gd name="csY5" fmla="*/ 470354 h 470353"/>
              <a:gd name="csX6" fmla="*/ 235177 w 2676340"/>
              <a:gd name="csY6" fmla="*/ 470353 h 470353"/>
              <a:gd name="csX7" fmla="*/ 0 w 2676340"/>
              <a:gd name="csY7" fmla="*/ 235176 h 470353"/>
              <a:gd name="csX8" fmla="*/ 0 w 2676340"/>
              <a:gd name="csY8" fmla="*/ 235177 h 470353"/>
              <a:gd name="csX0" fmla="*/ 2676340 w 2767780"/>
              <a:gd name="csY0" fmla="*/ 235177 h 470354"/>
              <a:gd name="csX1" fmla="*/ 2441163 w 2767780"/>
              <a:gd name="csY1" fmla="*/ 470354 h 470354"/>
              <a:gd name="csX2" fmla="*/ 235177 w 2767780"/>
              <a:gd name="csY2" fmla="*/ 470353 h 470354"/>
              <a:gd name="csX3" fmla="*/ 0 w 2767780"/>
              <a:gd name="csY3" fmla="*/ 235176 h 470354"/>
              <a:gd name="csX4" fmla="*/ 0 w 2767780"/>
              <a:gd name="csY4" fmla="*/ 235177 h 470354"/>
              <a:gd name="csX5" fmla="*/ 235177 w 2767780"/>
              <a:gd name="csY5" fmla="*/ 0 h 470354"/>
              <a:gd name="csX6" fmla="*/ 2441164 w 2767780"/>
              <a:gd name="csY6" fmla="*/ 0 h 470354"/>
              <a:gd name="csX7" fmla="*/ 2676341 w 2767780"/>
              <a:gd name="csY7" fmla="*/ 235177 h 470354"/>
              <a:gd name="csX8" fmla="*/ 2767780 w 2767780"/>
              <a:gd name="csY8" fmla="*/ 326617 h 470354"/>
              <a:gd name="csX0" fmla="*/ 2676340 w 2676341"/>
              <a:gd name="csY0" fmla="*/ 235177 h 470354"/>
              <a:gd name="csX1" fmla="*/ 2441163 w 2676341"/>
              <a:gd name="csY1" fmla="*/ 470354 h 470354"/>
              <a:gd name="csX2" fmla="*/ 235177 w 2676341"/>
              <a:gd name="csY2" fmla="*/ 470353 h 470354"/>
              <a:gd name="csX3" fmla="*/ 0 w 2676341"/>
              <a:gd name="csY3" fmla="*/ 235176 h 470354"/>
              <a:gd name="csX4" fmla="*/ 0 w 2676341"/>
              <a:gd name="csY4" fmla="*/ 235177 h 470354"/>
              <a:gd name="csX5" fmla="*/ 235177 w 2676341"/>
              <a:gd name="csY5" fmla="*/ 0 h 470354"/>
              <a:gd name="csX6" fmla="*/ 2441164 w 2676341"/>
              <a:gd name="csY6" fmla="*/ 0 h 470354"/>
              <a:gd name="csX7" fmla="*/ 2676341 w 2676341"/>
              <a:gd name="csY7" fmla="*/ 235177 h 470354"/>
              <a:gd name="csX0" fmla="*/ 2676340 w 2676340"/>
              <a:gd name="csY0" fmla="*/ 235177 h 470354"/>
              <a:gd name="csX1" fmla="*/ 2441163 w 2676340"/>
              <a:gd name="csY1" fmla="*/ 470354 h 470354"/>
              <a:gd name="csX2" fmla="*/ 235177 w 2676340"/>
              <a:gd name="csY2" fmla="*/ 470353 h 470354"/>
              <a:gd name="csX3" fmla="*/ 0 w 2676340"/>
              <a:gd name="csY3" fmla="*/ 235176 h 470354"/>
              <a:gd name="csX4" fmla="*/ 0 w 2676340"/>
              <a:gd name="csY4" fmla="*/ 235177 h 470354"/>
              <a:gd name="csX5" fmla="*/ 235177 w 2676340"/>
              <a:gd name="csY5" fmla="*/ 0 h 470354"/>
              <a:gd name="csX6" fmla="*/ 2441164 w 2676340"/>
              <a:gd name="csY6" fmla="*/ 0 h 470354"/>
              <a:gd name="csX0" fmla="*/ 2676340 w 2676340"/>
              <a:gd name="csY0" fmla="*/ 235177 h 470354"/>
              <a:gd name="csX1" fmla="*/ 2441163 w 2676340"/>
              <a:gd name="csY1" fmla="*/ 470354 h 470354"/>
              <a:gd name="csX2" fmla="*/ 235177 w 2676340"/>
              <a:gd name="csY2" fmla="*/ 470353 h 470354"/>
              <a:gd name="csX3" fmla="*/ 0 w 2676340"/>
              <a:gd name="csY3" fmla="*/ 235176 h 470354"/>
              <a:gd name="csX4" fmla="*/ 0 w 2676340"/>
              <a:gd name="csY4" fmla="*/ 235177 h 470354"/>
              <a:gd name="csX5" fmla="*/ 235177 w 2676340"/>
              <a:gd name="csY5" fmla="*/ 0 h 470354"/>
              <a:gd name="csX0" fmla="*/ 2441163 w 2441163"/>
              <a:gd name="csY0" fmla="*/ 470354 h 470354"/>
              <a:gd name="csX1" fmla="*/ 235177 w 2441163"/>
              <a:gd name="csY1" fmla="*/ 470353 h 470354"/>
              <a:gd name="csX2" fmla="*/ 0 w 2441163"/>
              <a:gd name="csY2" fmla="*/ 235176 h 470354"/>
              <a:gd name="csX3" fmla="*/ 0 w 2441163"/>
              <a:gd name="csY3" fmla="*/ 235177 h 470354"/>
              <a:gd name="csX4" fmla="*/ 235177 w 2441163"/>
              <a:gd name="csY4" fmla="*/ 0 h 470354"/>
              <a:gd name="csX0" fmla="*/ 235177 w 235177"/>
              <a:gd name="csY0" fmla="*/ 470353 h 470353"/>
              <a:gd name="csX1" fmla="*/ 0 w 235177"/>
              <a:gd name="csY1" fmla="*/ 235176 h 470353"/>
              <a:gd name="csX2" fmla="*/ 0 w 235177"/>
              <a:gd name="csY2" fmla="*/ 235177 h 470353"/>
              <a:gd name="csX3" fmla="*/ 235177 w 235177"/>
              <a:gd name="csY3" fmla="*/ 0 h 470353"/>
              <a:gd name="csX0" fmla="*/ 235177 w 235177"/>
              <a:gd name="csY0" fmla="*/ 470353 h 470353"/>
              <a:gd name="csX1" fmla="*/ 0 w 235177"/>
              <a:gd name="csY1" fmla="*/ 235176 h 470353"/>
              <a:gd name="csX2" fmla="*/ 0 w 235177"/>
              <a:gd name="csY2" fmla="*/ 235177 h 470353"/>
              <a:gd name="csX3" fmla="*/ 235177 w 235177"/>
              <a:gd name="csY3" fmla="*/ 0 h 470353"/>
              <a:gd name="csX4" fmla="*/ 235177 w 235177"/>
              <a:gd name="csY4" fmla="*/ 470353 h 470353"/>
              <a:gd name="csX0" fmla="*/ 235177 w 235247"/>
              <a:gd name="csY0" fmla="*/ 482496 h 482496"/>
              <a:gd name="csX1" fmla="*/ 0 w 235247"/>
              <a:gd name="csY1" fmla="*/ 247319 h 482496"/>
              <a:gd name="csX2" fmla="*/ 0 w 235247"/>
              <a:gd name="csY2" fmla="*/ 247320 h 482496"/>
              <a:gd name="csX3" fmla="*/ 235177 w 235247"/>
              <a:gd name="csY3" fmla="*/ 12143 h 482496"/>
              <a:gd name="csX4" fmla="*/ 235247 w 235247"/>
              <a:gd name="csY4" fmla="*/ 0 h 482496"/>
              <a:gd name="csX5" fmla="*/ 235177 w 235247"/>
              <a:gd name="csY5" fmla="*/ 482496 h 482496"/>
              <a:gd name="csX0" fmla="*/ 235177 w 235177"/>
              <a:gd name="csY0" fmla="*/ 470403 h 470403"/>
              <a:gd name="csX1" fmla="*/ 0 w 235177"/>
              <a:gd name="csY1" fmla="*/ 235226 h 470403"/>
              <a:gd name="csX2" fmla="*/ 0 w 235177"/>
              <a:gd name="csY2" fmla="*/ 235227 h 470403"/>
              <a:gd name="csX3" fmla="*/ 235177 w 235177"/>
              <a:gd name="csY3" fmla="*/ 50 h 470403"/>
              <a:gd name="csX4" fmla="*/ 136822 w 235177"/>
              <a:gd name="csY4" fmla="*/ 235557 h 470403"/>
              <a:gd name="csX5" fmla="*/ 235177 w 235177"/>
              <a:gd name="csY5" fmla="*/ 470403 h 470403"/>
              <a:gd name="csX0" fmla="*/ 235177 w 235177"/>
              <a:gd name="csY0" fmla="*/ 470403 h 470403"/>
              <a:gd name="csX1" fmla="*/ 0 w 235177"/>
              <a:gd name="csY1" fmla="*/ 235226 h 470403"/>
              <a:gd name="csX2" fmla="*/ 0 w 235177"/>
              <a:gd name="csY2" fmla="*/ 235227 h 470403"/>
              <a:gd name="csX3" fmla="*/ 235177 w 235177"/>
              <a:gd name="csY3" fmla="*/ 50 h 470403"/>
              <a:gd name="csX4" fmla="*/ 136822 w 235177"/>
              <a:gd name="csY4" fmla="*/ 235557 h 470403"/>
              <a:gd name="csX5" fmla="*/ 235177 w 235177"/>
              <a:gd name="csY5" fmla="*/ 470403 h 470403"/>
              <a:gd name="csX0" fmla="*/ 235177 w 235177"/>
              <a:gd name="csY0" fmla="*/ 470403 h 470403"/>
              <a:gd name="csX1" fmla="*/ 0 w 235177"/>
              <a:gd name="csY1" fmla="*/ 235226 h 470403"/>
              <a:gd name="csX2" fmla="*/ 0 w 235177"/>
              <a:gd name="csY2" fmla="*/ 235227 h 470403"/>
              <a:gd name="csX3" fmla="*/ 235177 w 235177"/>
              <a:gd name="csY3" fmla="*/ 50 h 470403"/>
              <a:gd name="csX4" fmla="*/ 136822 w 235177"/>
              <a:gd name="csY4" fmla="*/ 235557 h 470403"/>
              <a:gd name="csX5" fmla="*/ 235177 w 235177"/>
              <a:gd name="csY5" fmla="*/ 470403 h 470403"/>
              <a:gd name="csX0" fmla="*/ 235177 w 235177"/>
              <a:gd name="csY0" fmla="*/ 470404 h 470404"/>
              <a:gd name="csX1" fmla="*/ 0 w 235177"/>
              <a:gd name="csY1" fmla="*/ 235227 h 470404"/>
              <a:gd name="csX2" fmla="*/ 0 w 235177"/>
              <a:gd name="csY2" fmla="*/ 235228 h 470404"/>
              <a:gd name="csX3" fmla="*/ 235177 w 235177"/>
              <a:gd name="csY3" fmla="*/ 51 h 470404"/>
              <a:gd name="csX4" fmla="*/ 105072 w 235177"/>
              <a:gd name="csY4" fmla="*/ 226033 h 470404"/>
              <a:gd name="csX5" fmla="*/ 235177 w 235177"/>
              <a:gd name="csY5" fmla="*/ 470404 h 470404"/>
              <a:gd name="csX0" fmla="*/ 235177 w 235177"/>
              <a:gd name="csY0" fmla="*/ 470404 h 470404"/>
              <a:gd name="csX1" fmla="*/ 0 w 235177"/>
              <a:gd name="csY1" fmla="*/ 235227 h 470404"/>
              <a:gd name="csX2" fmla="*/ 0 w 235177"/>
              <a:gd name="csY2" fmla="*/ 235228 h 470404"/>
              <a:gd name="csX3" fmla="*/ 235177 w 235177"/>
              <a:gd name="csY3" fmla="*/ 51 h 470404"/>
              <a:gd name="csX4" fmla="*/ 105072 w 235177"/>
              <a:gd name="csY4" fmla="*/ 226033 h 470404"/>
              <a:gd name="csX5" fmla="*/ 235177 w 235177"/>
              <a:gd name="csY5" fmla="*/ 470404 h 470404"/>
              <a:gd name="csX0" fmla="*/ 235177 w 235177"/>
              <a:gd name="csY0" fmla="*/ 470429 h 470429"/>
              <a:gd name="csX1" fmla="*/ 0 w 235177"/>
              <a:gd name="csY1" fmla="*/ 235252 h 470429"/>
              <a:gd name="csX2" fmla="*/ 0 w 235177"/>
              <a:gd name="csY2" fmla="*/ 235253 h 470429"/>
              <a:gd name="csX3" fmla="*/ 235177 w 235177"/>
              <a:gd name="csY3" fmla="*/ 76 h 470429"/>
              <a:gd name="csX4" fmla="*/ 105072 w 235177"/>
              <a:gd name="csY4" fmla="*/ 149858 h 470429"/>
              <a:gd name="csX5" fmla="*/ 235177 w 235177"/>
              <a:gd name="csY5" fmla="*/ 470429 h 470429"/>
              <a:gd name="csX0" fmla="*/ 235177 w 235177"/>
              <a:gd name="csY0" fmla="*/ 470429 h 470429"/>
              <a:gd name="csX1" fmla="*/ 0 w 235177"/>
              <a:gd name="csY1" fmla="*/ 235252 h 470429"/>
              <a:gd name="csX2" fmla="*/ 0 w 235177"/>
              <a:gd name="csY2" fmla="*/ 235253 h 470429"/>
              <a:gd name="csX3" fmla="*/ 235177 w 235177"/>
              <a:gd name="csY3" fmla="*/ 76 h 470429"/>
              <a:gd name="csX4" fmla="*/ 105072 w 235177"/>
              <a:gd name="csY4" fmla="*/ 149858 h 470429"/>
              <a:gd name="csX5" fmla="*/ 235177 w 235177"/>
              <a:gd name="csY5" fmla="*/ 470429 h 470429"/>
              <a:gd name="csX0" fmla="*/ 235177 w 235177"/>
              <a:gd name="csY0" fmla="*/ 470406 h 470406"/>
              <a:gd name="csX1" fmla="*/ 0 w 235177"/>
              <a:gd name="csY1" fmla="*/ 235229 h 470406"/>
              <a:gd name="csX2" fmla="*/ 0 w 235177"/>
              <a:gd name="csY2" fmla="*/ 235230 h 470406"/>
              <a:gd name="csX3" fmla="*/ 235177 w 235177"/>
              <a:gd name="csY3" fmla="*/ 53 h 470406"/>
              <a:gd name="csX4" fmla="*/ 139997 w 235177"/>
              <a:gd name="csY4" fmla="*/ 222860 h 470406"/>
              <a:gd name="csX5" fmla="*/ 235177 w 235177"/>
              <a:gd name="csY5" fmla="*/ 470406 h 470406"/>
              <a:gd name="csX0" fmla="*/ 235177 w 235177"/>
              <a:gd name="csY0" fmla="*/ 470738 h 470738"/>
              <a:gd name="csX1" fmla="*/ 0 w 235177"/>
              <a:gd name="csY1" fmla="*/ 235561 h 470738"/>
              <a:gd name="csX2" fmla="*/ 0 w 235177"/>
              <a:gd name="csY2" fmla="*/ 235562 h 470738"/>
              <a:gd name="csX3" fmla="*/ 235177 w 235177"/>
              <a:gd name="csY3" fmla="*/ 385 h 470738"/>
              <a:gd name="csX4" fmla="*/ 139997 w 235177"/>
              <a:gd name="csY4" fmla="*/ 223192 h 470738"/>
              <a:gd name="csX5" fmla="*/ 235177 w 235177"/>
              <a:gd name="csY5" fmla="*/ 470738 h 470738"/>
              <a:gd name="csX0" fmla="*/ 235177 w 235177"/>
              <a:gd name="csY0" fmla="*/ 470775 h 470775"/>
              <a:gd name="csX1" fmla="*/ 0 w 235177"/>
              <a:gd name="csY1" fmla="*/ 235598 h 470775"/>
              <a:gd name="csX2" fmla="*/ 0 w 235177"/>
              <a:gd name="csY2" fmla="*/ 235599 h 470775"/>
              <a:gd name="csX3" fmla="*/ 235177 w 235177"/>
              <a:gd name="csY3" fmla="*/ 422 h 470775"/>
              <a:gd name="csX4" fmla="*/ 92372 w 235177"/>
              <a:gd name="csY4" fmla="*/ 220054 h 470775"/>
              <a:gd name="csX5" fmla="*/ 235177 w 235177"/>
              <a:gd name="csY5" fmla="*/ 470775 h 470775"/>
              <a:gd name="csX0" fmla="*/ 235177 w 235177"/>
              <a:gd name="csY0" fmla="*/ 470468 h 470468"/>
              <a:gd name="csX1" fmla="*/ 0 w 235177"/>
              <a:gd name="csY1" fmla="*/ 235291 h 470468"/>
              <a:gd name="csX2" fmla="*/ 0 w 235177"/>
              <a:gd name="csY2" fmla="*/ 235292 h 470468"/>
              <a:gd name="csX3" fmla="*/ 235177 w 235177"/>
              <a:gd name="csY3" fmla="*/ 115 h 470468"/>
              <a:gd name="csX4" fmla="*/ 92372 w 235177"/>
              <a:gd name="csY4" fmla="*/ 219747 h 470468"/>
              <a:gd name="csX5" fmla="*/ 235177 w 235177"/>
              <a:gd name="csY5" fmla="*/ 470468 h 470468"/>
              <a:gd name="csX0" fmla="*/ 235177 w 235177"/>
              <a:gd name="csY0" fmla="*/ 470513 h 470513"/>
              <a:gd name="csX1" fmla="*/ 0 w 235177"/>
              <a:gd name="csY1" fmla="*/ 235336 h 470513"/>
              <a:gd name="csX2" fmla="*/ 0 w 235177"/>
              <a:gd name="csY2" fmla="*/ 235337 h 470513"/>
              <a:gd name="csX3" fmla="*/ 235177 w 235177"/>
              <a:gd name="csY3" fmla="*/ 160 h 470513"/>
              <a:gd name="csX4" fmla="*/ 92372 w 235177"/>
              <a:gd name="csY4" fmla="*/ 219792 h 470513"/>
              <a:gd name="csX5" fmla="*/ 235177 w 235177"/>
              <a:gd name="csY5" fmla="*/ 470513 h 470513"/>
              <a:gd name="csX0" fmla="*/ 235177 w 235177"/>
              <a:gd name="csY0" fmla="*/ 470513 h 470513"/>
              <a:gd name="csX1" fmla="*/ 0 w 235177"/>
              <a:gd name="csY1" fmla="*/ 235336 h 470513"/>
              <a:gd name="csX2" fmla="*/ 0 w 235177"/>
              <a:gd name="csY2" fmla="*/ 235337 h 470513"/>
              <a:gd name="csX3" fmla="*/ 235177 w 235177"/>
              <a:gd name="csY3" fmla="*/ 160 h 470513"/>
              <a:gd name="csX4" fmla="*/ 92372 w 235177"/>
              <a:gd name="csY4" fmla="*/ 219792 h 470513"/>
              <a:gd name="csX5" fmla="*/ 235177 w 235177"/>
              <a:gd name="csY5" fmla="*/ 470513 h 470513"/>
              <a:gd name="csX0" fmla="*/ 235177 w 235177"/>
              <a:gd name="csY0" fmla="*/ 470492 h 470492"/>
              <a:gd name="csX1" fmla="*/ 0 w 235177"/>
              <a:gd name="csY1" fmla="*/ 235315 h 470492"/>
              <a:gd name="csX2" fmla="*/ 0 w 235177"/>
              <a:gd name="csY2" fmla="*/ 235316 h 470492"/>
              <a:gd name="csX3" fmla="*/ 235177 w 235177"/>
              <a:gd name="csY3" fmla="*/ 139 h 470492"/>
              <a:gd name="csX4" fmla="*/ 79672 w 235177"/>
              <a:gd name="csY4" fmla="*/ 232471 h 470492"/>
              <a:gd name="csX5" fmla="*/ 235177 w 235177"/>
              <a:gd name="csY5" fmla="*/ 470492 h 470492"/>
              <a:gd name="csX0" fmla="*/ 235177 w 235177"/>
              <a:gd name="csY0" fmla="*/ 470456 h 470456"/>
              <a:gd name="csX1" fmla="*/ 0 w 235177"/>
              <a:gd name="csY1" fmla="*/ 235279 h 470456"/>
              <a:gd name="csX2" fmla="*/ 0 w 235177"/>
              <a:gd name="csY2" fmla="*/ 235280 h 470456"/>
              <a:gd name="csX3" fmla="*/ 235177 w 235177"/>
              <a:gd name="csY3" fmla="*/ 103 h 470456"/>
              <a:gd name="csX4" fmla="*/ 79672 w 235177"/>
              <a:gd name="csY4" fmla="*/ 232435 h 470456"/>
              <a:gd name="csX5" fmla="*/ 235177 w 235177"/>
              <a:gd name="csY5" fmla="*/ 470456 h 470456"/>
              <a:gd name="csX0" fmla="*/ 235177 w 235177"/>
              <a:gd name="csY0" fmla="*/ 470470 h 470470"/>
              <a:gd name="csX1" fmla="*/ 0 w 235177"/>
              <a:gd name="csY1" fmla="*/ 235293 h 470470"/>
              <a:gd name="csX2" fmla="*/ 0 w 235177"/>
              <a:gd name="csY2" fmla="*/ 235294 h 470470"/>
              <a:gd name="csX3" fmla="*/ 235177 w 235177"/>
              <a:gd name="csY3" fmla="*/ 117 h 470470"/>
              <a:gd name="csX4" fmla="*/ 79672 w 235177"/>
              <a:gd name="csY4" fmla="*/ 216574 h 470470"/>
              <a:gd name="csX5" fmla="*/ 235177 w 235177"/>
              <a:gd name="csY5" fmla="*/ 470470 h 470470"/>
              <a:gd name="csX0" fmla="*/ 235177 w 235177"/>
              <a:gd name="csY0" fmla="*/ 470638 h 470638"/>
              <a:gd name="csX1" fmla="*/ 0 w 235177"/>
              <a:gd name="csY1" fmla="*/ 235461 h 470638"/>
              <a:gd name="csX2" fmla="*/ 0 w 235177"/>
              <a:gd name="csY2" fmla="*/ 235462 h 470638"/>
              <a:gd name="csX3" fmla="*/ 235177 w 235177"/>
              <a:gd name="csY3" fmla="*/ 285 h 470638"/>
              <a:gd name="csX4" fmla="*/ 79672 w 235177"/>
              <a:gd name="csY4" fmla="*/ 216742 h 470638"/>
              <a:gd name="csX5" fmla="*/ 235177 w 235177"/>
              <a:gd name="csY5" fmla="*/ 470638 h 470638"/>
              <a:gd name="csX0" fmla="*/ 235177 w 235177"/>
              <a:gd name="csY0" fmla="*/ 470638 h 470650"/>
              <a:gd name="csX1" fmla="*/ 0 w 235177"/>
              <a:gd name="csY1" fmla="*/ 235461 h 470650"/>
              <a:gd name="csX2" fmla="*/ 0 w 235177"/>
              <a:gd name="csY2" fmla="*/ 235462 h 470650"/>
              <a:gd name="csX3" fmla="*/ 235177 w 235177"/>
              <a:gd name="csY3" fmla="*/ 285 h 470650"/>
              <a:gd name="csX4" fmla="*/ 79672 w 235177"/>
              <a:gd name="csY4" fmla="*/ 216742 h 470650"/>
              <a:gd name="csX5" fmla="*/ 235177 w 235177"/>
              <a:gd name="csY5" fmla="*/ 470638 h 470650"/>
              <a:gd name="csX0" fmla="*/ 235177 w 235177"/>
              <a:gd name="csY0" fmla="*/ 470544 h 470561"/>
              <a:gd name="csX1" fmla="*/ 0 w 235177"/>
              <a:gd name="csY1" fmla="*/ 235367 h 470561"/>
              <a:gd name="csX2" fmla="*/ 0 w 235177"/>
              <a:gd name="csY2" fmla="*/ 235368 h 470561"/>
              <a:gd name="csX3" fmla="*/ 235177 w 235177"/>
              <a:gd name="csY3" fmla="*/ 191 h 470561"/>
              <a:gd name="csX4" fmla="*/ 76497 w 235177"/>
              <a:gd name="csY4" fmla="*/ 238873 h 470561"/>
              <a:gd name="csX5" fmla="*/ 235177 w 235177"/>
              <a:gd name="csY5" fmla="*/ 470544 h 470561"/>
            </a:gdLst>
            <a:ahLst/>
            <a:cxnLst>
              <a:cxn ang="0">
                <a:pos x="csX0" y="csY0"/>
              </a:cxn>
              <a:cxn ang="0">
                <a:pos x="csX1" y="csY1"/>
              </a:cxn>
              <a:cxn ang="0">
                <a:pos x="csX2" y="csY2"/>
              </a:cxn>
              <a:cxn ang="0">
                <a:pos x="csX3" y="csY3"/>
              </a:cxn>
              <a:cxn ang="0">
                <a:pos x="csX4" y="csY4"/>
              </a:cxn>
              <a:cxn ang="0">
                <a:pos x="csX5" y="csY5"/>
              </a:cxn>
            </a:cxnLst>
            <a:rect l="l" t="t" r="r" b="b"/>
            <a:pathLst>
              <a:path w="235177" h="470561">
                <a:moveTo>
                  <a:pt x="235177" y="470544"/>
                </a:moveTo>
                <a:cubicBezTo>
                  <a:pt x="105292" y="470544"/>
                  <a:pt x="0" y="365252"/>
                  <a:pt x="0" y="235367"/>
                </a:cubicBezTo>
                <a:lnTo>
                  <a:pt x="0" y="235368"/>
                </a:lnTo>
                <a:cubicBezTo>
                  <a:pt x="0" y="105483"/>
                  <a:pt x="105292" y="191"/>
                  <a:pt x="235177" y="191"/>
                </a:cubicBezTo>
                <a:cubicBezTo>
                  <a:pt x="235200" y="-3857"/>
                  <a:pt x="76520" y="55816"/>
                  <a:pt x="76497" y="238873"/>
                </a:cubicBezTo>
                <a:cubicBezTo>
                  <a:pt x="76474" y="421930"/>
                  <a:pt x="235200" y="471637"/>
                  <a:pt x="235177" y="470544"/>
                </a:cubicBezTo>
                <a:close/>
              </a:path>
            </a:pathLst>
          </a:custGeom>
          <a:solidFill>
            <a:srgbClr val="1B90FF"/>
          </a:solidFill>
          <a:ln w="25400" algn="ctr">
            <a:noFill/>
            <a:miter lim="800000"/>
            <a:headEnd/>
            <a:tailEnd/>
          </a:ln>
          <a:effectLst/>
        </p:spPr>
        <p:txBody>
          <a:bodyPr lIns="182736" tIns="146190" rIns="182736" bIns="146190" rtlCol="0" anchor="ctr" anchorCtr="0"/>
          <a:lstStyle/>
          <a:p>
            <a:pPr defTabSz="913578">
              <a:defRPr/>
            </a:pPr>
            <a:endParaRPr lang="en-US" sz="1200" noProof="0">
              <a:solidFill>
                <a:srgbClr val="00144A"/>
              </a:solidFill>
              <a:latin typeface="72 Brand Book"/>
            </a:endParaRPr>
          </a:p>
        </p:txBody>
      </p:sp>
      <p:sp>
        <p:nvSpPr>
          <p:cNvPr id="8" name="Rectangle: Rounded Corners 98">
            <a:extLst>
              <a:ext uri="{FF2B5EF4-FFF2-40B4-BE49-F238E27FC236}">
                <a16:creationId xmlns:a16="http://schemas.microsoft.com/office/drawing/2014/main" id="{CC2CE265-BCD3-71EC-BC56-FA03BEA7134F}"/>
              </a:ext>
            </a:extLst>
          </p:cNvPr>
          <p:cNvSpPr/>
          <p:nvPr/>
        </p:nvSpPr>
        <p:spPr bwMode="gray">
          <a:xfrm>
            <a:off x="966094" y="4866416"/>
            <a:ext cx="285355" cy="663557"/>
          </a:xfrm>
          <a:custGeom>
            <a:avLst/>
            <a:gdLst>
              <a:gd name="csX0" fmla="*/ 0 w 2676340"/>
              <a:gd name="csY0" fmla="*/ 235177 h 470353"/>
              <a:gd name="csX1" fmla="*/ 235177 w 2676340"/>
              <a:gd name="csY1" fmla="*/ 0 h 470353"/>
              <a:gd name="csX2" fmla="*/ 2441164 w 2676340"/>
              <a:gd name="csY2" fmla="*/ 0 h 470353"/>
              <a:gd name="csX3" fmla="*/ 2676341 w 2676340"/>
              <a:gd name="csY3" fmla="*/ 235177 h 470353"/>
              <a:gd name="csX4" fmla="*/ 2676340 w 2676340"/>
              <a:gd name="csY4" fmla="*/ 235177 h 470353"/>
              <a:gd name="csX5" fmla="*/ 2441163 w 2676340"/>
              <a:gd name="csY5" fmla="*/ 470354 h 470353"/>
              <a:gd name="csX6" fmla="*/ 235177 w 2676340"/>
              <a:gd name="csY6" fmla="*/ 470353 h 470353"/>
              <a:gd name="csX7" fmla="*/ 0 w 2676340"/>
              <a:gd name="csY7" fmla="*/ 235176 h 470353"/>
              <a:gd name="csX8" fmla="*/ 0 w 2676340"/>
              <a:gd name="csY8" fmla="*/ 235177 h 470353"/>
              <a:gd name="csX0" fmla="*/ 2676340 w 2767780"/>
              <a:gd name="csY0" fmla="*/ 235177 h 470354"/>
              <a:gd name="csX1" fmla="*/ 2441163 w 2767780"/>
              <a:gd name="csY1" fmla="*/ 470354 h 470354"/>
              <a:gd name="csX2" fmla="*/ 235177 w 2767780"/>
              <a:gd name="csY2" fmla="*/ 470353 h 470354"/>
              <a:gd name="csX3" fmla="*/ 0 w 2767780"/>
              <a:gd name="csY3" fmla="*/ 235176 h 470354"/>
              <a:gd name="csX4" fmla="*/ 0 w 2767780"/>
              <a:gd name="csY4" fmla="*/ 235177 h 470354"/>
              <a:gd name="csX5" fmla="*/ 235177 w 2767780"/>
              <a:gd name="csY5" fmla="*/ 0 h 470354"/>
              <a:gd name="csX6" fmla="*/ 2441164 w 2767780"/>
              <a:gd name="csY6" fmla="*/ 0 h 470354"/>
              <a:gd name="csX7" fmla="*/ 2676341 w 2767780"/>
              <a:gd name="csY7" fmla="*/ 235177 h 470354"/>
              <a:gd name="csX8" fmla="*/ 2767780 w 2767780"/>
              <a:gd name="csY8" fmla="*/ 326617 h 470354"/>
              <a:gd name="csX0" fmla="*/ 2676340 w 2676341"/>
              <a:gd name="csY0" fmla="*/ 235177 h 470354"/>
              <a:gd name="csX1" fmla="*/ 2441163 w 2676341"/>
              <a:gd name="csY1" fmla="*/ 470354 h 470354"/>
              <a:gd name="csX2" fmla="*/ 235177 w 2676341"/>
              <a:gd name="csY2" fmla="*/ 470353 h 470354"/>
              <a:gd name="csX3" fmla="*/ 0 w 2676341"/>
              <a:gd name="csY3" fmla="*/ 235176 h 470354"/>
              <a:gd name="csX4" fmla="*/ 0 w 2676341"/>
              <a:gd name="csY4" fmla="*/ 235177 h 470354"/>
              <a:gd name="csX5" fmla="*/ 235177 w 2676341"/>
              <a:gd name="csY5" fmla="*/ 0 h 470354"/>
              <a:gd name="csX6" fmla="*/ 2441164 w 2676341"/>
              <a:gd name="csY6" fmla="*/ 0 h 470354"/>
              <a:gd name="csX7" fmla="*/ 2676341 w 2676341"/>
              <a:gd name="csY7" fmla="*/ 235177 h 470354"/>
              <a:gd name="csX0" fmla="*/ 2676340 w 2676340"/>
              <a:gd name="csY0" fmla="*/ 235177 h 470354"/>
              <a:gd name="csX1" fmla="*/ 2441163 w 2676340"/>
              <a:gd name="csY1" fmla="*/ 470354 h 470354"/>
              <a:gd name="csX2" fmla="*/ 235177 w 2676340"/>
              <a:gd name="csY2" fmla="*/ 470353 h 470354"/>
              <a:gd name="csX3" fmla="*/ 0 w 2676340"/>
              <a:gd name="csY3" fmla="*/ 235176 h 470354"/>
              <a:gd name="csX4" fmla="*/ 0 w 2676340"/>
              <a:gd name="csY4" fmla="*/ 235177 h 470354"/>
              <a:gd name="csX5" fmla="*/ 235177 w 2676340"/>
              <a:gd name="csY5" fmla="*/ 0 h 470354"/>
              <a:gd name="csX6" fmla="*/ 2441164 w 2676340"/>
              <a:gd name="csY6" fmla="*/ 0 h 470354"/>
              <a:gd name="csX0" fmla="*/ 2676340 w 2676340"/>
              <a:gd name="csY0" fmla="*/ 235177 h 470354"/>
              <a:gd name="csX1" fmla="*/ 2441163 w 2676340"/>
              <a:gd name="csY1" fmla="*/ 470354 h 470354"/>
              <a:gd name="csX2" fmla="*/ 235177 w 2676340"/>
              <a:gd name="csY2" fmla="*/ 470353 h 470354"/>
              <a:gd name="csX3" fmla="*/ 0 w 2676340"/>
              <a:gd name="csY3" fmla="*/ 235176 h 470354"/>
              <a:gd name="csX4" fmla="*/ 0 w 2676340"/>
              <a:gd name="csY4" fmla="*/ 235177 h 470354"/>
              <a:gd name="csX5" fmla="*/ 235177 w 2676340"/>
              <a:gd name="csY5" fmla="*/ 0 h 470354"/>
              <a:gd name="csX0" fmla="*/ 2441163 w 2441163"/>
              <a:gd name="csY0" fmla="*/ 470354 h 470354"/>
              <a:gd name="csX1" fmla="*/ 235177 w 2441163"/>
              <a:gd name="csY1" fmla="*/ 470353 h 470354"/>
              <a:gd name="csX2" fmla="*/ 0 w 2441163"/>
              <a:gd name="csY2" fmla="*/ 235176 h 470354"/>
              <a:gd name="csX3" fmla="*/ 0 w 2441163"/>
              <a:gd name="csY3" fmla="*/ 235177 h 470354"/>
              <a:gd name="csX4" fmla="*/ 235177 w 2441163"/>
              <a:gd name="csY4" fmla="*/ 0 h 470354"/>
              <a:gd name="csX0" fmla="*/ 235177 w 235177"/>
              <a:gd name="csY0" fmla="*/ 470353 h 470353"/>
              <a:gd name="csX1" fmla="*/ 0 w 235177"/>
              <a:gd name="csY1" fmla="*/ 235176 h 470353"/>
              <a:gd name="csX2" fmla="*/ 0 w 235177"/>
              <a:gd name="csY2" fmla="*/ 235177 h 470353"/>
              <a:gd name="csX3" fmla="*/ 235177 w 235177"/>
              <a:gd name="csY3" fmla="*/ 0 h 470353"/>
              <a:gd name="csX0" fmla="*/ 235177 w 235177"/>
              <a:gd name="csY0" fmla="*/ 470353 h 470353"/>
              <a:gd name="csX1" fmla="*/ 0 w 235177"/>
              <a:gd name="csY1" fmla="*/ 235176 h 470353"/>
              <a:gd name="csX2" fmla="*/ 0 w 235177"/>
              <a:gd name="csY2" fmla="*/ 235177 h 470353"/>
              <a:gd name="csX3" fmla="*/ 235177 w 235177"/>
              <a:gd name="csY3" fmla="*/ 0 h 470353"/>
              <a:gd name="csX4" fmla="*/ 235177 w 235177"/>
              <a:gd name="csY4" fmla="*/ 470353 h 470353"/>
              <a:gd name="csX0" fmla="*/ 235177 w 235247"/>
              <a:gd name="csY0" fmla="*/ 482496 h 482496"/>
              <a:gd name="csX1" fmla="*/ 0 w 235247"/>
              <a:gd name="csY1" fmla="*/ 247319 h 482496"/>
              <a:gd name="csX2" fmla="*/ 0 w 235247"/>
              <a:gd name="csY2" fmla="*/ 247320 h 482496"/>
              <a:gd name="csX3" fmla="*/ 235177 w 235247"/>
              <a:gd name="csY3" fmla="*/ 12143 h 482496"/>
              <a:gd name="csX4" fmla="*/ 235247 w 235247"/>
              <a:gd name="csY4" fmla="*/ 0 h 482496"/>
              <a:gd name="csX5" fmla="*/ 235177 w 235247"/>
              <a:gd name="csY5" fmla="*/ 482496 h 482496"/>
              <a:gd name="csX0" fmla="*/ 235177 w 235177"/>
              <a:gd name="csY0" fmla="*/ 470403 h 470403"/>
              <a:gd name="csX1" fmla="*/ 0 w 235177"/>
              <a:gd name="csY1" fmla="*/ 235226 h 470403"/>
              <a:gd name="csX2" fmla="*/ 0 w 235177"/>
              <a:gd name="csY2" fmla="*/ 235227 h 470403"/>
              <a:gd name="csX3" fmla="*/ 235177 w 235177"/>
              <a:gd name="csY3" fmla="*/ 50 h 470403"/>
              <a:gd name="csX4" fmla="*/ 136822 w 235177"/>
              <a:gd name="csY4" fmla="*/ 235557 h 470403"/>
              <a:gd name="csX5" fmla="*/ 235177 w 235177"/>
              <a:gd name="csY5" fmla="*/ 470403 h 470403"/>
              <a:gd name="csX0" fmla="*/ 235177 w 235177"/>
              <a:gd name="csY0" fmla="*/ 470403 h 470403"/>
              <a:gd name="csX1" fmla="*/ 0 w 235177"/>
              <a:gd name="csY1" fmla="*/ 235226 h 470403"/>
              <a:gd name="csX2" fmla="*/ 0 w 235177"/>
              <a:gd name="csY2" fmla="*/ 235227 h 470403"/>
              <a:gd name="csX3" fmla="*/ 235177 w 235177"/>
              <a:gd name="csY3" fmla="*/ 50 h 470403"/>
              <a:gd name="csX4" fmla="*/ 136822 w 235177"/>
              <a:gd name="csY4" fmla="*/ 235557 h 470403"/>
              <a:gd name="csX5" fmla="*/ 235177 w 235177"/>
              <a:gd name="csY5" fmla="*/ 470403 h 470403"/>
              <a:gd name="csX0" fmla="*/ 235177 w 235177"/>
              <a:gd name="csY0" fmla="*/ 470403 h 470403"/>
              <a:gd name="csX1" fmla="*/ 0 w 235177"/>
              <a:gd name="csY1" fmla="*/ 235226 h 470403"/>
              <a:gd name="csX2" fmla="*/ 0 w 235177"/>
              <a:gd name="csY2" fmla="*/ 235227 h 470403"/>
              <a:gd name="csX3" fmla="*/ 235177 w 235177"/>
              <a:gd name="csY3" fmla="*/ 50 h 470403"/>
              <a:gd name="csX4" fmla="*/ 136822 w 235177"/>
              <a:gd name="csY4" fmla="*/ 235557 h 470403"/>
              <a:gd name="csX5" fmla="*/ 235177 w 235177"/>
              <a:gd name="csY5" fmla="*/ 470403 h 470403"/>
              <a:gd name="csX0" fmla="*/ 235177 w 235177"/>
              <a:gd name="csY0" fmla="*/ 470404 h 470404"/>
              <a:gd name="csX1" fmla="*/ 0 w 235177"/>
              <a:gd name="csY1" fmla="*/ 235227 h 470404"/>
              <a:gd name="csX2" fmla="*/ 0 w 235177"/>
              <a:gd name="csY2" fmla="*/ 235228 h 470404"/>
              <a:gd name="csX3" fmla="*/ 235177 w 235177"/>
              <a:gd name="csY3" fmla="*/ 51 h 470404"/>
              <a:gd name="csX4" fmla="*/ 105072 w 235177"/>
              <a:gd name="csY4" fmla="*/ 226033 h 470404"/>
              <a:gd name="csX5" fmla="*/ 235177 w 235177"/>
              <a:gd name="csY5" fmla="*/ 470404 h 470404"/>
              <a:gd name="csX0" fmla="*/ 235177 w 235177"/>
              <a:gd name="csY0" fmla="*/ 470404 h 470404"/>
              <a:gd name="csX1" fmla="*/ 0 w 235177"/>
              <a:gd name="csY1" fmla="*/ 235227 h 470404"/>
              <a:gd name="csX2" fmla="*/ 0 w 235177"/>
              <a:gd name="csY2" fmla="*/ 235228 h 470404"/>
              <a:gd name="csX3" fmla="*/ 235177 w 235177"/>
              <a:gd name="csY3" fmla="*/ 51 h 470404"/>
              <a:gd name="csX4" fmla="*/ 105072 w 235177"/>
              <a:gd name="csY4" fmla="*/ 226033 h 470404"/>
              <a:gd name="csX5" fmla="*/ 235177 w 235177"/>
              <a:gd name="csY5" fmla="*/ 470404 h 470404"/>
              <a:gd name="csX0" fmla="*/ 235177 w 235177"/>
              <a:gd name="csY0" fmla="*/ 470429 h 470429"/>
              <a:gd name="csX1" fmla="*/ 0 w 235177"/>
              <a:gd name="csY1" fmla="*/ 235252 h 470429"/>
              <a:gd name="csX2" fmla="*/ 0 w 235177"/>
              <a:gd name="csY2" fmla="*/ 235253 h 470429"/>
              <a:gd name="csX3" fmla="*/ 235177 w 235177"/>
              <a:gd name="csY3" fmla="*/ 76 h 470429"/>
              <a:gd name="csX4" fmla="*/ 105072 w 235177"/>
              <a:gd name="csY4" fmla="*/ 149858 h 470429"/>
              <a:gd name="csX5" fmla="*/ 235177 w 235177"/>
              <a:gd name="csY5" fmla="*/ 470429 h 470429"/>
              <a:gd name="csX0" fmla="*/ 235177 w 235177"/>
              <a:gd name="csY0" fmla="*/ 470429 h 470429"/>
              <a:gd name="csX1" fmla="*/ 0 w 235177"/>
              <a:gd name="csY1" fmla="*/ 235252 h 470429"/>
              <a:gd name="csX2" fmla="*/ 0 w 235177"/>
              <a:gd name="csY2" fmla="*/ 235253 h 470429"/>
              <a:gd name="csX3" fmla="*/ 235177 w 235177"/>
              <a:gd name="csY3" fmla="*/ 76 h 470429"/>
              <a:gd name="csX4" fmla="*/ 105072 w 235177"/>
              <a:gd name="csY4" fmla="*/ 149858 h 470429"/>
              <a:gd name="csX5" fmla="*/ 235177 w 235177"/>
              <a:gd name="csY5" fmla="*/ 470429 h 470429"/>
              <a:gd name="csX0" fmla="*/ 235177 w 235177"/>
              <a:gd name="csY0" fmla="*/ 470406 h 470406"/>
              <a:gd name="csX1" fmla="*/ 0 w 235177"/>
              <a:gd name="csY1" fmla="*/ 235229 h 470406"/>
              <a:gd name="csX2" fmla="*/ 0 w 235177"/>
              <a:gd name="csY2" fmla="*/ 235230 h 470406"/>
              <a:gd name="csX3" fmla="*/ 235177 w 235177"/>
              <a:gd name="csY3" fmla="*/ 53 h 470406"/>
              <a:gd name="csX4" fmla="*/ 139997 w 235177"/>
              <a:gd name="csY4" fmla="*/ 222860 h 470406"/>
              <a:gd name="csX5" fmla="*/ 235177 w 235177"/>
              <a:gd name="csY5" fmla="*/ 470406 h 470406"/>
              <a:gd name="csX0" fmla="*/ 235177 w 235177"/>
              <a:gd name="csY0" fmla="*/ 470738 h 470738"/>
              <a:gd name="csX1" fmla="*/ 0 w 235177"/>
              <a:gd name="csY1" fmla="*/ 235561 h 470738"/>
              <a:gd name="csX2" fmla="*/ 0 w 235177"/>
              <a:gd name="csY2" fmla="*/ 235562 h 470738"/>
              <a:gd name="csX3" fmla="*/ 235177 w 235177"/>
              <a:gd name="csY3" fmla="*/ 385 h 470738"/>
              <a:gd name="csX4" fmla="*/ 139997 w 235177"/>
              <a:gd name="csY4" fmla="*/ 223192 h 470738"/>
              <a:gd name="csX5" fmla="*/ 235177 w 235177"/>
              <a:gd name="csY5" fmla="*/ 470738 h 470738"/>
              <a:gd name="csX0" fmla="*/ 235177 w 235177"/>
              <a:gd name="csY0" fmla="*/ 470775 h 470775"/>
              <a:gd name="csX1" fmla="*/ 0 w 235177"/>
              <a:gd name="csY1" fmla="*/ 235598 h 470775"/>
              <a:gd name="csX2" fmla="*/ 0 w 235177"/>
              <a:gd name="csY2" fmla="*/ 235599 h 470775"/>
              <a:gd name="csX3" fmla="*/ 235177 w 235177"/>
              <a:gd name="csY3" fmla="*/ 422 h 470775"/>
              <a:gd name="csX4" fmla="*/ 92372 w 235177"/>
              <a:gd name="csY4" fmla="*/ 220054 h 470775"/>
              <a:gd name="csX5" fmla="*/ 235177 w 235177"/>
              <a:gd name="csY5" fmla="*/ 470775 h 470775"/>
              <a:gd name="csX0" fmla="*/ 235177 w 235177"/>
              <a:gd name="csY0" fmla="*/ 470468 h 470468"/>
              <a:gd name="csX1" fmla="*/ 0 w 235177"/>
              <a:gd name="csY1" fmla="*/ 235291 h 470468"/>
              <a:gd name="csX2" fmla="*/ 0 w 235177"/>
              <a:gd name="csY2" fmla="*/ 235292 h 470468"/>
              <a:gd name="csX3" fmla="*/ 235177 w 235177"/>
              <a:gd name="csY3" fmla="*/ 115 h 470468"/>
              <a:gd name="csX4" fmla="*/ 92372 w 235177"/>
              <a:gd name="csY4" fmla="*/ 219747 h 470468"/>
              <a:gd name="csX5" fmla="*/ 235177 w 235177"/>
              <a:gd name="csY5" fmla="*/ 470468 h 470468"/>
              <a:gd name="csX0" fmla="*/ 235177 w 235177"/>
              <a:gd name="csY0" fmla="*/ 470513 h 470513"/>
              <a:gd name="csX1" fmla="*/ 0 w 235177"/>
              <a:gd name="csY1" fmla="*/ 235336 h 470513"/>
              <a:gd name="csX2" fmla="*/ 0 w 235177"/>
              <a:gd name="csY2" fmla="*/ 235337 h 470513"/>
              <a:gd name="csX3" fmla="*/ 235177 w 235177"/>
              <a:gd name="csY3" fmla="*/ 160 h 470513"/>
              <a:gd name="csX4" fmla="*/ 92372 w 235177"/>
              <a:gd name="csY4" fmla="*/ 219792 h 470513"/>
              <a:gd name="csX5" fmla="*/ 235177 w 235177"/>
              <a:gd name="csY5" fmla="*/ 470513 h 470513"/>
              <a:gd name="csX0" fmla="*/ 235177 w 235177"/>
              <a:gd name="csY0" fmla="*/ 470513 h 470513"/>
              <a:gd name="csX1" fmla="*/ 0 w 235177"/>
              <a:gd name="csY1" fmla="*/ 235336 h 470513"/>
              <a:gd name="csX2" fmla="*/ 0 w 235177"/>
              <a:gd name="csY2" fmla="*/ 235337 h 470513"/>
              <a:gd name="csX3" fmla="*/ 235177 w 235177"/>
              <a:gd name="csY3" fmla="*/ 160 h 470513"/>
              <a:gd name="csX4" fmla="*/ 92372 w 235177"/>
              <a:gd name="csY4" fmla="*/ 219792 h 470513"/>
              <a:gd name="csX5" fmla="*/ 235177 w 235177"/>
              <a:gd name="csY5" fmla="*/ 470513 h 470513"/>
              <a:gd name="csX0" fmla="*/ 235177 w 235177"/>
              <a:gd name="csY0" fmla="*/ 470492 h 470492"/>
              <a:gd name="csX1" fmla="*/ 0 w 235177"/>
              <a:gd name="csY1" fmla="*/ 235315 h 470492"/>
              <a:gd name="csX2" fmla="*/ 0 w 235177"/>
              <a:gd name="csY2" fmla="*/ 235316 h 470492"/>
              <a:gd name="csX3" fmla="*/ 235177 w 235177"/>
              <a:gd name="csY3" fmla="*/ 139 h 470492"/>
              <a:gd name="csX4" fmla="*/ 79672 w 235177"/>
              <a:gd name="csY4" fmla="*/ 232471 h 470492"/>
              <a:gd name="csX5" fmla="*/ 235177 w 235177"/>
              <a:gd name="csY5" fmla="*/ 470492 h 470492"/>
              <a:gd name="csX0" fmla="*/ 235177 w 235177"/>
              <a:gd name="csY0" fmla="*/ 470456 h 470456"/>
              <a:gd name="csX1" fmla="*/ 0 w 235177"/>
              <a:gd name="csY1" fmla="*/ 235279 h 470456"/>
              <a:gd name="csX2" fmla="*/ 0 w 235177"/>
              <a:gd name="csY2" fmla="*/ 235280 h 470456"/>
              <a:gd name="csX3" fmla="*/ 235177 w 235177"/>
              <a:gd name="csY3" fmla="*/ 103 h 470456"/>
              <a:gd name="csX4" fmla="*/ 79672 w 235177"/>
              <a:gd name="csY4" fmla="*/ 232435 h 470456"/>
              <a:gd name="csX5" fmla="*/ 235177 w 235177"/>
              <a:gd name="csY5" fmla="*/ 470456 h 470456"/>
              <a:gd name="csX0" fmla="*/ 235177 w 235177"/>
              <a:gd name="csY0" fmla="*/ 470470 h 470470"/>
              <a:gd name="csX1" fmla="*/ 0 w 235177"/>
              <a:gd name="csY1" fmla="*/ 235293 h 470470"/>
              <a:gd name="csX2" fmla="*/ 0 w 235177"/>
              <a:gd name="csY2" fmla="*/ 235294 h 470470"/>
              <a:gd name="csX3" fmla="*/ 235177 w 235177"/>
              <a:gd name="csY3" fmla="*/ 117 h 470470"/>
              <a:gd name="csX4" fmla="*/ 79672 w 235177"/>
              <a:gd name="csY4" fmla="*/ 216574 h 470470"/>
              <a:gd name="csX5" fmla="*/ 235177 w 235177"/>
              <a:gd name="csY5" fmla="*/ 470470 h 470470"/>
              <a:gd name="csX0" fmla="*/ 235177 w 235177"/>
              <a:gd name="csY0" fmla="*/ 470638 h 470638"/>
              <a:gd name="csX1" fmla="*/ 0 w 235177"/>
              <a:gd name="csY1" fmla="*/ 235461 h 470638"/>
              <a:gd name="csX2" fmla="*/ 0 w 235177"/>
              <a:gd name="csY2" fmla="*/ 235462 h 470638"/>
              <a:gd name="csX3" fmla="*/ 235177 w 235177"/>
              <a:gd name="csY3" fmla="*/ 285 h 470638"/>
              <a:gd name="csX4" fmla="*/ 79672 w 235177"/>
              <a:gd name="csY4" fmla="*/ 216742 h 470638"/>
              <a:gd name="csX5" fmla="*/ 235177 w 235177"/>
              <a:gd name="csY5" fmla="*/ 470638 h 470638"/>
              <a:gd name="csX0" fmla="*/ 235177 w 235177"/>
              <a:gd name="csY0" fmla="*/ 470638 h 470650"/>
              <a:gd name="csX1" fmla="*/ 0 w 235177"/>
              <a:gd name="csY1" fmla="*/ 235461 h 470650"/>
              <a:gd name="csX2" fmla="*/ 0 w 235177"/>
              <a:gd name="csY2" fmla="*/ 235462 h 470650"/>
              <a:gd name="csX3" fmla="*/ 235177 w 235177"/>
              <a:gd name="csY3" fmla="*/ 285 h 470650"/>
              <a:gd name="csX4" fmla="*/ 79672 w 235177"/>
              <a:gd name="csY4" fmla="*/ 216742 h 470650"/>
              <a:gd name="csX5" fmla="*/ 235177 w 235177"/>
              <a:gd name="csY5" fmla="*/ 470638 h 470650"/>
              <a:gd name="csX0" fmla="*/ 235177 w 235177"/>
              <a:gd name="csY0" fmla="*/ 470544 h 470561"/>
              <a:gd name="csX1" fmla="*/ 0 w 235177"/>
              <a:gd name="csY1" fmla="*/ 235367 h 470561"/>
              <a:gd name="csX2" fmla="*/ 0 w 235177"/>
              <a:gd name="csY2" fmla="*/ 235368 h 470561"/>
              <a:gd name="csX3" fmla="*/ 235177 w 235177"/>
              <a:gd name="csY3" fmla="*/ 191 h 470561"/>
              <a:gd name="csX4" fmla="*/ 76497 w 235177"/>
              <a:gd name="csY4" fmla="*/ 238873 h 470561"/>
              <a:gd name="csX5" fmla="*/ 235177 w 235177"/>
              <a:gd name="csY5" fmla="*/ 470544 h 470561"/>
            </a:gdLst>
            <a:ahLst/>
            <a:cxnLst>
              <a:cxn ang="0">
                <a:pos x="csX0" y="csY0"/>
              </a:cxn>
              <a:cxn ang="0">
                <a:pos x="csX1" y="csY1"/>
              </a:cxn>
              <a:cxn ang="0">
                <a:pos x="csX2" y="csY2"/>
              </a:cxn>
              <a:cxn ang="0">
                <a:pos x="csX3" y="csY3"/>
              </a:cxn>
              <a:cxn ang="0">
                <a:pos x="csX4" y="csY4"/>
              </a:cxn>
              <a:cxn ang="0">
                <a:pos x="csX5" y="csY5"/>
              </a:cxn>
            </a:cxnLst>
            <a:rect l="l" t="t" r="r" b="b"/>
            <a:pathLst>
              <a:path w="235177" h="470561">
                <a:moveTo>
                  <a:pt x="235177" y="470544"/>
                </a:moveTo>
                <a:cubicBezTo>
                  <a:pt x="105292" y="470544"/>
                  <a:pt x="0" y="365252"/>
                  <a:pt x="0" y="235367"/>
                </a:cubicBezTo>
                <a:lnTo>
                  <a:pt x="0" y="235368"/>
                </a:lnTo>
                <a:cubicBezTo>
                  <a:pt x="0" y="105483"/>
                  <a:pt x="105292" y="191"/>
                  <a:pt x="235177" y="191"/>
                </a:cubicBezTo>
                <a:cubicBezTo>
                  <a:pt x="235200" y="-3857"/>
                  <a:pt x="76520" y="55816"/>
                  <a:pt x="76497" y="238873"/>
                </a:cubicBezTo>
                <a:cubicBezTo>
                  <a:pt x="76474" y="421930"/>
                  <a:pt x="235200" y="471637"/>
                  <a:pt x="235177" y="470544"/>
                </a:cubicBezTo>
                <a:close/>
              </a:path>
            </a:pathLst>
          </a:custGeom>
          <a:solidFill>
            <a:srgbClr val="002A86"/>
          </a:solidFill>
          <a:ln w="25400" algn="ctr">
            <a:noFill/>
            <a:miter lim="800000"/>
            <a:headEnd/>
            <a:tailEnd/>
          </a:ln>
          <a:effectLst/>
        </p:spPr>
        <p:txBody>
          <a:bodyPr lIns="182736" tIns="146190" rIns="182736" bIns="146190" rtlCol="0" anchor="ctr" anchorCtr="0"/>
          <a:lstStyle/>
          <a:p>
            <a:pPr defTabSz="913578">
              <a:defRPr/>
            </a:pPr>
            <a:endParaRPr lang="en-US" sz="1200" noProof="0">
              <a:solidFill>
                <a:srgbClr val="00144A"/>
              </a:solidFill>
              <a:latin typeface="72 Brand Book"/>
            </a:endParaRPr>
          </a:p>
        </p:txBody>
      </p:sp>
      <p:sp>
        <p:nvSpPr>
          <p:cNvPr id="10" name="Triangle 6">
            <a:extLst>
              <a:ext uri="{FF2B5EF4-FFF2-40B4-BE49-F238E27FC236}">
                <a16:creationId xmlns:a16="http://schemas.microsoft.com/office/drawing/2014/main" id="{9E54E1B4-B540-8FFE-1A93-B962B0CC9BF1}"/>
              </a:ext>
            </a:extLst>
          </p:cNvPr>
          <p:cNvSpPr/>
          <p:nvPr/>
        </p:nvSpPr>
        <p:spPr>
          <a:xfrm rot="5400000">
            <a:off x="4106744" y="3447987"/>
            <a:ext cx="1604214" cy="604194"/>
          </a:xfrm>
          <a:prstGeom prst="triangle">
            <a:avLst/>
          </a:prstGeom>
          <a:noFill/>
          <a:ln w="7620" algn="ctr">
            <a:gradFill>
              <a:gsLst>
                <a:gs pos="21000">
                  <a:srgbClr val="B894FF"/>
                </a:gs>
                <a:gs pos="63000">
                  <a:srgbClr val="B894FF"/>
                </a:gs>
                <a:gs pos="83000">
                  <a:srgbClr val="B894FF">
                    <a:alpha val="0"/>
                  </a:srgbClr>
                </a:gs>
              </a:gsLst>
              <a:lin ang="5400000" scaled="1"/>
            </a:gradFill>
            <a:prstDash val="solid"/>
            <a:miter lim="800000"/>
            <a:headEnd/>
            <a:tailEnd/>
          </a:ln>
        </p:spPr>
        <p:txBody>
          <a:bodyPr rtlCol="0" anchor="ctr"/>
          <a:lstStyle/>
          <a:p>
            <a:pPr algn="ctr" defTabSz="1088122">
              <a:defRPr/>
            </a:pPr>
            <a:endParaRPr lang="en-US" sz="1797" kern="0" noProof="0">
              <a:solidFill>
                <a:srgbClr val="FEFFFF"/>
              </a:solidFill>
            </a:endParaRPr>
          </a:p>
        </p:txBody>
      </p:sp>
      <p:pic>
        <p:nvPicPr>
          <p:cNvPr id="14" name="Picture 13">
            <a:extLst>
              <a:ext uri="{FF2B5EF4-FFF2-40B4-BE49-F238E27FC236}">
                <a16:creationId xmlns:a16="http://schemas.microsoft.com/office/drawing/2014/main" id="{3E3E1B98-8176-865B-076D-EE424DBA2F36}"/>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5652984" y="1465660"/>
            <a:ext cx="5329731" cy="3498834"/>
          </a:xfrm>
          <a:prstGeom prst="rect">
            <a:avLst/>
          </a:prstGeom>
        </p:spPr>
      </p:pic>
      <p:sp>
        <p:nvSpPr>
          <p:cNvPr id="6" name="Title 1">
            <a:extLst>
              <a:ext uri="{FF2B5EF4-FFF2-40B4-BE49-F238E27FC236}">
                <a16:creationId xmlns:a16="http://schemas.microsoft.com/office/drawing/2014/main" id="{79F2FAD6-CC57-68EE-0BB5-929DE1CB5D92}"/>
              </a:ext>
            </a:extLst>
          </p:cNvPr>
          <p:cNvSpPr txBox="1">
            <a:spLocks/>
          </p:cNvSpPr>
          <p:nvPr/>
        </p:nvSpPr>
        <p:spPr bwMode="black">
          <a:xfrm>
            <a:off x="560730" y="504762"/>
            <a:ext cx="3666068" cy="369012"/>
          </a:xfrm>
          <a:prstGeom prst="rect">
            <a:avLst/>
          </a:prstGeom>
        </p:spPr>
        <p:txBody>
          <a:bodyPr vert="horz" wrap="none" lIns="0" tIns="0" rIns="0" bIns="0" rtlCol="0" anchor="t" anchorCtr="0">
            <a:spAutoFit/>
          </a:bodyPr>
          <a:lstStyle>
            <a:lvl1pPr algn="l" defTabSz="1088231" rtl="0" eaLnBrk="1" latinLnBrk="0" hangingPunct="1">
              <a:spcBef>
                <a:spcPct val="0"/>
              </a:spcBef>
              <a:buNone/>
              <a:defRPr sz="2399" b="1" i="0" kern="1200" baseline="0">
                <a:gradFill>
                  <a:gsLst>
                    <a:gs pos="0">
                      <a:schemeClr val="tx1"/>
                    </a:gs>
                    <a:gs pos="100000">
                      <a:schemeClr val="tx1"/>
                    </a:gs>
                  </a:gsLst>
                  <a:lin ang="5400000" scaled="1"/>
                </a:gradFill>
                <a:latin typeface="72 Brand Medium" panose="020B0504030603020204" pitchFamily="34" charset="0"/>
                <a:ea typeface="+mj-ea"/>
                <a:cs typeface="+mj-cs"/>
              </a:defRPr>
            </a:lvl1pPr>
          </a:lstStyle>
          <a:p>
            <a:pPr defTabSz="1087579">
              <a:defRPr/>
            </a:pPr>
            <a:r>
              <a:rPr lang="en-US" sz="2398" b="0" noProof="0">
                <a:solidFill>
                  <a:srgbClr val="00144A"/>
                </a:solidFill>
                <a:latin typeface="72 Brand Medium" panose="020B0604030603020204" pitchFamily="34" charset="0"/>
              </a:rPr>
              <a:t>SAP Autonomous Finance</a:t>
            </a:r>
          </a:p>
        </p:txBody>
      </p:sp>
      <p:sp>
        <p:nvSpPr>
          <p:cNvPr id="9" name="Rectangle 8">
            <a:extLst>
              <a:ext uri="{FF2B5EF4-FFF2-40B4-BE49-F238E27FC236}">
                <a16:creationId xmlns:a16="http://schemas.microsoft.com/office/drawing/2014/main" id="{CC856B36-9BC2-C7DA-F9C7-4DC3FA78C498}"/>
              </a:ext>
            </a:extLst>
          </p:cNvPr>
          <p:cNvSpPr/>
          <p:nvPr/>
        </p:nvSpPr>
        <p:spPr>
          <a:xfrm>
            <a:off x="566896" y="886725"/>
            <a:ext cx="7922746"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defTabSz="914126">
              <a:defRPr/>
            </a:pPr>
            <a:r>
              <a:rPr lang="en-US" sz="1600" noProof="0">
                <a:solidFill>
                  <a:srgbClr val="00144A"/>
                </a:solidFill>
                <a:latin typeface="72 Brand Book" panose="020B0404030603020204" pitchFamily="34" charset="0"/>
              </a:rPr>
              <a:t>AI-driven processes to help companies measurably deliver on their key finance objectives</a:t>
            </a:r>
          </a:p>
        </p:txBody>
      </p:sp>
    </p:spTree>
    <p:extLst>
      <p:ext uri="{BB962C8B-B14F-4D97-AF65-F5344CB8AC3E}">
        <p14:creationId xmlns:p14="http://schemas.microsoft.com/office/powerpoint/2010/main" val="2357586373"/>
      </p:ext>
    </p:extLst>
  </p:cSld>
  <p:clrMapOvr>
    <a:masterClrMapping/>
  </p:clrMapOvr>
  <p:extLst>
    <p:ext uri="{6950BFC3-D8DA-4A85-94F7-54DA5524770B}">
      <p188:commentRel xmlns:p188="http://schemas.microsoft.com/office/powerpoint/2018/8/main" r:id="rId4"/>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8AEF8-9A98-95A1-81FE-A94A8BE99252}"/>
            </a:ext>
          </a:extLst>
        </p:cNvPr>
        <p:cNvGrpSpPr/>
        <p:nvPr/>
      </p:nvGrpSpPr>
      <p:grpSpPr>
        <a:xfrm>
          <a:off x="0" y="0"/>
          <a:ext cx="0" cy="0"/>
          <a:chOff x="0" y="0"/>
          <a:chExt cx="0" cy="0"/>
        </a:xfrm>
      </p:grpSpPr>
      <p:sp>
        <p:nvSpPr>
          <p:cNvPr id="196" name="Title 1">
            <a:extLst>
              <a:ext uri="{FF2B5EF4-FFF2-40B4-BE49-F238E27FC236}">
                <a16:creationId xmlns:a16="http://schemas.microsoft.com/office/drawing/2014/main" id="{7CB7ED5B-0BD4-A7DB-7A9C-32B81D121CBA}"/>
              </a:ext>
            </a:extLst>
          </p:cNvPr>
          <p:cNvSpPr txBox="1">
            <a:spLocks/>
          </p:cNvSpPr>
          <p:nvPr/>
        </p:nvSpPr>
        <p:spPr>
          <a:xfrm>
            <a:off x="575688" y="500203"/>
            <a:ext cx="11047493" cy="383503"/>
          </a:xfrm>
          <a:prstGeom prst="rect">
            <a:avLst/>
          </a:prstGeom>
        </p:spPr>
        <p:txBody>
          <a:bodyPr vert="horz" wrap="square" lIns="0" tIns="0" rIns="0" bIns="0" rtlCol="0" anchor="t" anchorCtr="0">
            <a:spAutoFit/>
          </a:bodyPr>
          <a:lstStyle>
            <a:defPPr>
              <a:defRPr lang="de-DE"/>
            </a:defPPr>
            <a:lvl1pPr defTabSz="1087579">
              <a:spcBef>
                <a:spcPct val="0"/>
              </a:spcBef>
              <a:buNone/>
              <a:defRPr sz="2398" b="0" i="0" baseline="0">
                <a:solidFill>
                  <a:srgbClr val="002A86"/>
                </a:solidFill>
                <a:latin typeface="72 Brand Medium" panose="020B0604030603020204" pitchFamily="34" charset="0"/>
                <a:ea typeface="+mj-ea"/>
                <a:cs typeface="+mj-cs"/>
              </a:defRPr>
            </a:lvl1pPr>
          </a:lstStyle>
          <a:p>
            <a:pPr defTabSz="1087253">
              <a:lnSpc>
                <a:spcPct val="88750"/>
              </a:lnSpc>
              <a:defRPr/>
            </a:pPr>
            <a:r>
              <a:rPr lang="en-US" sz="2800" noProof="0">
                <a:solidFill>
                  <a:srgbClr val="00144A"/>
                </a:solidFill>
                <a:latin typeface="72 Brand Medium" panose="020B0504030603020204" pitchFamily="34" charset="0"/>
              </a:rPr>
              <a:t>People direct. Assistants coordinate. Agents execute.</a:t>
            </a:r>
          </a:p>
        </p:txBody>
      </p:sp>
      <p:sp>
        <p:nvSpPr>
          <p:cNvPr id="197" name="TextBox 196">
            <a:extLst>
              <a:ext uri="{FF2B5EF4-FFF2-40B4-BE49-F238E27FC236}">
                <a16:creationId xmlns:a16="http://schemas.microsoft.com/office/drawing/2014/main" id="{974B02E3-5565-9180-3CCC-EE456EB249CF}"/>
              </a:ext>
            </a:extLst>
          </p:cNvPr>
          <p:cNvSpPr txBox="1"/>
          <p:nvPr/>
        </p:nvSpPr>
        <p:spPr>
          <a:xfrm>
            <a:off x="574674" y="878674"/>
            <a:ext cx="7593533" cy="246221"/>
          </a:xfrm>
          <a:prstGeom prst="rect">
            <a:avLst/>
          </a:prstGeom>
          <a:noFill/>
          <a:ln w="28575">
            <a:noFill/>
          </a:ln>
        </p:spPr>
        <p:txBody>
          <a:bodyPr wrap="square" lIns="0" tIns="0" rIns="0" bIns="0" anchor="t" anchorCtr="0">
            <a:spAutoFit/>
          </a:bodyPr>
          <a:lstStyle/>
          <a:p>
            <a:pPr defTabSz="914400">
              <a:defRPr/>
            </a:pPr>
            <a:r>
              <a:rPr lang="en-US" sz="1600" noProof="0">
                <a:solidFill>
                  <a:srgbClr val="00144A"/>
                </a:solidFill>
                <a:latin typeface="72 Brand Book" panose="020B0404030603020204" pitchFamily="34" charset="0"/>
              </a:rPr>
              <a:t>AI-assisted Finance teams will drive value creation and better business decisions. </a:t>
            </a:r>
          </a:p>
        </p:txBody>
      </p:sp>
      <p:sp>
        <p:nvSpPr>
          <p:cNvPr id="6" name="Text 6">
            <a:extLst>
              <a:ext uri="{FF2B5EF4-FFF2-40B4-BE49-F238E27FC236}">
                <a16:creationId xmlns:a16="http://schemas.microsoft.com/office/drawing/2014/main" id="{9C7E033B-749E-5BFB-D7E9-0DCCE80867D2}"/>
              </a:ext>
            </a:extLst>
          </p:cNvPr>
          <p:cNvSpPr/>
          <p:nvPr/>
        </p:nvSpPr>
        <p:spPr>
          <a:xfrm>
            <a:off x="588943" y="1862913"/>
            <a:ext cx="3896761" cy="2969949"/>
          </a:xfrm>
          <a:prstGeom prst="rect">
            <a:avLst/>
          </a:prstGeom>
          <a:noFill/>
          <a:ln/>
        </p:spPr>
        <p:txBody>
          <a:bodyPr wrap="square" lIns="0" tIns="0" rIns="0" bIns="0" rtlCol="0" anchor="t"/>
          <a:lstStyle/>
          <a:p>
            <a:pPr defTabSz="914400">
              <a:defRPr/>
            </a:pPr>
            <a:r>
              <a:rPr lang="en-US" sz="1600" noProof="0">
                <a:solidFill>
                  <a:srgbClr val="00144A"/>
                </a:solidFill>
                <a:latin typeface="72 Brand Medium"/>
              </a:rPr>
              <a:t>Autonomous Finance </a:t>
            </a:r>
            <a:r>
              <a:rPr lang="en-US" sz="1600" noProof="0">
                <a:solidFill>
                  <a:srgbClr val="00144A"/>
                </a:solidFill>
                <a:latin typeface="72 Brand Book" panose="020B0404030603020204" pitchFamily="34" charset="0"/>
              </a:rPr>
              <a:t>transforms the </a:t>
            </a:r>
            <a:br>
              <a:rPr lang="en-US" sz="1600" noProof="0">
                <a:solidFill>
                  <a:srgbClr val="00144A"/>
                </a:solidFill>
                <a:latin typeface="72 Brand Book" panose="020B0404030603020204" pitchFamily="34" charset="0"/>
              </a:rPr>
            </a:br>
            <a:r>
              <a:rPr lang="en-US" sz="1600" noProof="0">
                <a:solidFill>
                  <a:srgbClr val="00144A"/>
                </a:solidFill>
                <a:latin typeface="72 Brand Book" panose="020B0404030603020204" pitchFamily="34" charset="0"/>
              </a:rPr>
              <a:t>office of the CFO from retrospective reporting to continuous financial intelligence.</a:t>
            </a:r>
          </a:p>
          <a:p>
            <a:pPr defTabSz="914400">
              <a:defRPr/>
            </a:pPr>
            <a:endParaRPr lang="en-US" sz="1600" noProof="0">
              <a:solidFill>
                <a:srgbClr val="00144A"/>
              </a:solidFill>
              <a:latin typeface="72 Brand Book" panose="020B0404030603020204" pitchFamily="34" charset="0"/>
            </a:endParaRPr>
          </a:p>
          <a:p>
            <a:pPr defTabSz="914400">
              <a:defRPr/>
            </a:pPr>
            <a:r>
              <a:rPr lang="en-US" sz="1600" noProof="0">
                <a:solidFill>
                  <a:srgbClr val="00144A"/>
                </a:solidFill>
                <a:latin typeface="72 Brand Book" panose="020B0404030603020204" pitchFamily="34" charset="0"/>
              </a:rPr>
              <a:t>This </a:t>
            </a:r>
            <a:r>
              <a:rPr lang="en-US" sz="1600" noProof="0">
                <a:solidFill>
                  <a:srgbClr val="00144A"/>
                </a:solidFill>
                <a:latin typeface="72 Brand Medium"/>
              </a:rPr>
              <a:t>autonomous domain </a:t>
            </a:r>
            <a:r>
              <a:rPr lang="en-US" sz="1600" noProof="0">
                <a:solidFill>
                  <a:srgbClr val="00144A"/>
                </a:solidFill>
                <a:latin typeface="72 Brand Book" panose="020B0404030603020204" pitchFamily="34" charset="0"/>
              </a:rPr>
              <a:t>fundamentally repositions the CFO from financial steward </a:t>
            </a:r>
            <a:br>
              <a:rPr lang="en-US" sz="1600" noProof="0">
                <a:solidFill>
                  <a:srgbClr val="00144A"/>
                </a:solidFill>
                <a:latin typeface="72 Brand Book" panose="020B0404030603020204" pitchFamily="34" charset="0"/>
              </a:rPr>
            </a:br>
            <a:r>
              <a:rPr lang="en-US" sz="1600" noProof="0">
                <a:solidFill>
                  <a:srgbClr val="00144A"/>
                </a:solidFill>
                <a:latin typeface="72 Brand Book" panose="020B0404030603020204" pitchFamily="34" charset="0"/>
              </a:rPr>
              <a:t>to enterprise value architect – enabling their companies to sense, predict, and execute with speed, delivering high efficiency gains and overall greater return on investments.</a:t>
            </a:r>
          </a:p>
          <a:p>
            <a:pPr defTabSz="914400">
              <a:defRPr/>
            </a:pPr>
            <a:endParaRPr lang="en-US" sz="1600" noProof="0">
              <a:solidFill>
                <a:srgbClr val="00144A"/>
              </a:solidFill>
              <a:latin typeface="72 Brand Book" panose="020B0404030603020204" pitchFamily="34" charset="0"/>
            </a:endParaRPr>
          </a:p>
          <a:p>
            <a:pPr defTabSz="914400">
              <a:defRPr/>
            </a:pPr>
            <a:r>
              <a:rPr lang="en-US" sz="1600" noProof="0">
                <a:solidFill>
                  <a:srgbClr val="00144A"/>
                </a:solidFill>
                <a:latin typeface="72 Brand Book" panose="020B0404030603020204" pitchFamily="34" charset="0"/>
              </a:rPr>
              <a:t>The result: a business that runs </a:t>
            </a:r>
            <a:r>
              <a:rPr lang="en-US" sz="1600" noProof="0">
                <a:solidFill>
                  <a:srgbClr val="5D36FF"/>
                </a:solidFill>
                <a:latin typeface="72 Brand Medium" panose="020B0504030603020204" pitchFamily="34" charset="0"/>
              </a:rPr>
              <a:t>leaner</a:t>
            </a:r>
            <a:r>
              <a:rPr lang="en-US" sz="1600" noProof="0">
                <a:solidFill>
                  <a:srgbClr val="002A86"/>
                </a:solidFill>
                <a:latin typeface="72 Brand Book" panose="020B0404030603020204" pitchFamily="34" charset="0"/>
              </a:rPr>
              <a:t>, </a:t>
            </a:r>
            <a:r>
              <a:rPr lang="en-US" sz="1600" noProof="0">
                <a:solidFill>
                  <a:srgbClr val="00144A"/>
                </a:solidFill>
                <a:latin typeface="72 Brand Book" panose="020B0404030603020204" pitchFamily="34" charset="0"/>
              </a:rPr>
              <a:t>moves </a:t>
            </a:r>
            <a:r>
              <a:rPr lang="en-US" sz="1600" noProof="0">
                <a:solidFill>
                  <a:srgbClr val="5D36FF"/>
                </a:solidFill>
                <a:latin typeface="72 Brand Medium" panose="020B0504030603020204" pitchFamily="34" charset="0"/>
              </a:rPr>
              <a:t>faster</a:t>
            </a:r>
            <a:r>
              <a:rPr lang="en-US" sz="1600" noProof="0">
                <a:solidFill>
                  <a:srgbClr val="00144A"/>
                </a:solidFill>
                <a:latin typeface="72 Brand Medium" panose="020B0504030603020204" pitchFamily="34" charset="0"/>
              </a:rPr>
              <a:t>,</a:t>
            </a:r>
            <a:r>
              <a:rPr lang="en-US" sz="1600" noProof="0">
                <a:solidFill>
                  <a:srgbClr val="00144A"/>
                </a:solidFill>
                <a:latin typeface="72 Brand Book" panose="020B0404030603020204" pitchFamily="34" charset="0"/>
              </a:rPr>
              <a:t> and </a:t>
            </a:r>
            <a:r>
              <a:rPr lang="en-US" sz="1600" noProof="0">
                <a:solidFill>
                  <a:srgbClr val="5D36FF"/>
                </a:solidFill>
                <a:latin typeface="72 Brand Medium" panose="020B0504030603020204" pitchFamily="34" charset="0"/>
              </a:rPr>
              <a:t>bends </a:t>
            </a:r>
            <a:r>
              <a:rPr lang="en-US" sz="1600" noProof="0">
                <a:solidFill>
                  <a:srgbClr val="00144A"/>
                </a:solidFill>
                <a:latin typeface="72 Brand Book" panose="020B0404030603020204" pitchFamily="34" charset="0"/>
              </a:rPr>
              <a:t>without breaking.</a:t>
            </a:r>
          </a:p>
          <a:p>
            <a:pPr defTabSz="914400">
              <a:defRPr/>
            </a:pPr>
            <a:endParaRPr lang="en-US" sz="1600" noProof="0">
              <a:solidFill>
                <a:srgbClr val="002A86"/>
              </a:solidFill>
              <a:latin typeface="72 Brand Book" panose="020B0404030603020204" pitchFamily="34" charset="0"/>
            </a:endParaRPr>
          </a:p>
        </p:txBody>
      </p:sp>
      <p:sp>
        <p:nvSpPr>
          <p:cNvPr id="80" name="Abgerundetes Rechteck 1">
            <a:extLst>
              <a:ext uri="{FF2B5EF4-FFF2-40B4-BE49-F238E27FC236}">
                <a16:creationId xmlns:a16="http://schemas.microsoft.com/office/drawing/2014/main" id="{8FAD2A69-4D9E-95AB-4DCA-71C66E8001D7}"/>
              </a:ext>
            </a:extLst>
          </p:cNvPr>
          <p:cNvSpPr/>
          <p:nvPr/>
        </p:nvSpPr>
        <p:spPr bwMode="gray">
          <a:xfrm>
            <a:off x="5817825" y="3987370"/>
            <a:ext cx="5775116" cy="2277601"/>
          </a:xfrm>
          <a:prstGeom prst="roundRect">
            <a:avLst>
              <a:gd name="adj" fmla="val 9135"/>
            </a:avLst>
          </a:prstGeom>
          <a:solidFill>
            <a:schemeClr val="bg1"/>
          </a:solidFill>
          <a:ln w="25400" algn="ctr">
            <a:noFill/>
            <a:miter lim="800000"/>
            <a:headEnd/>
            <a:tailEnd/>
          </a:ln>
          <a:effectLst>
            <a:outerShdw blurRad="50800" dir="2700000" algn="tl" rotWithShape="0">
              <a:srgbClr val="002A86">
                <a:alpha val="20000"/>
              </a:srgbClr>
            </a:outerShdw>
          </a:effectLst>
        </p:spPr>
        <p:txBody>
          <a:bodyPr lIns="108000" tIns="180000" rIns="72000" bIns="144000" rtlCol="0" anchor="t" anchorCtr="0"/>
          <a:lstStyle/>
          <a:p>
            <a:pPr marL="12700" defTabSz="913578" fontAlgn="base">
              <a:spcBef>
                <a:spcPct val="50000"/>
              </a:spcBef>
              <a:spcAft>
                <a:spcPct val="0"/>
              </a:spcAft>
              <a:buClr>
                <a:srgbClr val="F0AB00"/>
              </a:buClr>
              <a:buSzPct val="80000"/>
              <a:defRPr/>
            </a:pPr>
            <a:endParaRPr lang="en-US" sz="1000" b="1" noProof="0">
              <a:solidFill>
                <a:srgbClr val="00144A"/>
              </a:solidFill>
              <a:latin typeface="72 Brand" panose="020B0504030603020204" pitchFamily="34" charset="0"/>
              <a:ea typeface="+mn-lt"/>
              <a:cs typeface="+mn-lt"/>
            </a:endParaRPr>
          </a:p>
        </p:txBody>
      </p:sp>
      <p:grpSp>
        <p:nvGrpSpPr>
          <p:cNvPr id="81" name="Group 80">
            <a:extLst>
              <a:ext uri="{FF2B5EF4-FFF2-40B4-BE49-F238E27FC236}">
                <a16:creationId xmlns:a16="http://schemas.microsoft.com/office/drawing/2014/main" id="{E1715523-0EE2-DD4C-B6A6-C7C2FB461172}"/>
              </a:ext>
            </a:extLst>
          </p:cNvPr>
          <p:cNvGrpSpPr/>
          <p:nvPr/>
        </p:nvGrpSpPr>
        <p:grpSpPr>
          <a:xfrm>
            <a:off x="5964333" y="3759356"/>
            <a:ext cx="2713209" cy="2368170"/>
            <a:chOff x="5962748" y="3790888"/>
            <a:chExt cx="2451623" cy="2139850"/>
          </a:xfrm>
        </p:grpSpPr>
        <p:pic>
          <p:nvPicPr>
            <p:cNvPr id="82" name="Google Shape;1722;p156">
              <a:extLst>
                <a:ext uri="{FF2B5EF4-FFF2-40B4-BE49-F238E27FC236}">
                  <a16:creationId xmlns:a16="http://schemas.microsoft.com/office/drawing/2014/main" id="{8AAC9189-4924-6D99-3B73-6D6450F6371B}"/>
                </a:ext>
              </a:extLst>
            </p:cNvPr>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rot="19960673">
              <a:off x="6710688" y="3790888"/>
              <a:ext cx="1272349" cy="1381631"/>
            </a:xfrm>
            <a:prstGeom prst="rect">
              <a:avLst/>
            </a:prstGeom>
            <a:noFill/>
            <a:ln>
              <a:noFill/>
            </a:ln>
          </p:spPr>
        </p:pic>
        <p:pic>
          <p:nvPicPr>
            <p:cNvPr id="83" name="Google Shape;1723;p156">
              <a:extLst>
                <a:ext uri="{FF2B5EF4-FFF2-40B4-BE49-F238E27FC236}">
                  <a16:creationId xmlns:a16="http://schemas.microsoft.com/office/drawing/2014/main" id="{34795176-15C3-4728-FE5A-BA23551E9103}"/>
                </a:ext>
              </a:extLst>
            </p:cNvPr>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rot="19960673">
              <a:off x="6733878" y="5008628"/>
              <a:ext cx="1680493" cy="922110"/>
            </a:xfrm>
            <a:prstGeom prst="rect">
              <a:avLst/>
            </a:prstGeom>
            <a:noFill/>
            <a:ln>
              <a:noFill/>
            </a:ln>
          </p:spPr>
        </p:pic>
        <p:pic>
          <p:nvPicPr>
            <p:cNvPr id="84" name="Google Shape;1721;p156">
              <a:extLst>
                <a:ext uri="{FF2B5EF4-FFF2-40B4-BE49-F238E27FC236}">
                  <a16:creationId xmlns:a16="http://schemas.microsoft.com/office/drawing/2014/main" id="{6CC3DA09-E344-59A7-5BD3-7F20CE3AB824}"/>
                </a:ext>
              </a:extLst>
            </p:cNvPr>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rot="19960673">
              <a:off x="6174795" y="4389619"/>
              <a:ext cx="813979" cy="1536035"/>
            </a:xfrm>
            <a:prstGeom prst="rect">
              <a:avLst/>
            </a:prstGeom>
            <a:noFill/>
            <a:ln>
              <a:noFill/>
            </a:ln>
          </p:spPr>
        </p:pic>
        <p:grpSp>
          <p:nvGrpSpPr>
            <p:cNvPr id="85" name="Google Shape;1750;p156">
              <a:extLst>
                <a:ext uri="{FF2B5EF4-FFF2-40B4-BE49-F238E27FC236}">
                  <a16:creationId xmlns:a16="http://schemas.microsoft.com/office/drawing/2014/main" id="{F369230B-98C4-49F8-536E-E5134A208400}"/>
                </a:ext>
              </a:extLst>
            </p:cNvPr>
            <p:cNvGrpSpPr/>
            <p:nvPr/>
          </p:nvGrpSpPr>
          <p:grpSpPr>
            <a:xfrm>
              <a:off x="7324370" y="4185284"/>
              <a:ext cx="569020" cy="187199"/>
              <a:chOff x="9391600" y="1912700"/>
              <a:chExt cx="908250" cy="298800"/>
            </a:xfrm>
          </p:grpSpPr>
          <p:sp>
            <p:nvSpPr>
              <p:cNvPr id="93" name="Google Shape;1751;p156">
                <a:extLst>
                  <a:ext uri="{FF2B5EF4-FFF2-40B4-BE49-F238E27FC236}">
                    <a16:creationId xmlns:a16="http://schemas.microsoft.com/office/drawing/2014/main" id="{7FF969D3-3692-7186-E0A7-62D5BE8F8ACE}"/>
                  </a:ext>
                </a:extLst>
              </p:cNvPr>
              <p:cNvSpPr/>
              <p:nvPr/>
            </p:nvSpPr>
            <p:spPr>
              <a:xfrm>
                <a:off x="9391750" y="1912700"/>
                <a:ext cx="908100" cy="298800"/>
              </a:xfrm>
              <a:prstGeom prst="roundRect">
                <a:avLst>
                  <a:gd name="adj" fmla="val 50000"/>
                </a:avLst>
              </a:prstGeom>
              <a:solidFill>
                <a:srgbClr val="E2D8FF"/>
              </a:solidFill>
              <a:ln w="9525" cap="flat" cmpd="sng">
                <a:solidFill>
                  <a:srgbClr val="E2D8FF"/>
                </a:solidFill>
                <a:prstDash val="solid"/>
                <a:round/>
                <a:headEnd type="none" w="sm" len="sm"/>
                <a:tailEnd type="none" w="sm" len="sm"/>
              </a:ln>
            </p:spPr>
            <p:txBody>
              <a:bodyPr spcFirstLastPara="1" wrap="square" lIns="91425" tIns="91425" rIns="91425" bIns="91425" anchor="ctr" anchorCtr="0">
                <a:noAutofit/>
              </a:bodyPr>
              <a:lstStyle/>
              <a:p>
                <a:pPr algn="ctr" defTabSz="914400">
                  <a:defRPr/>
                </a:pPr>
                <a:endParaRPr lang="en-US" sz="1400" noProof="0">
                  <a:solidFill>
                    <a:srgbClr val="000000"/>
                  </a:solidFill>
                  <a:latin typeface="72 Brand"/>
                </a:endParaRPr>
              </a:p>
            </p:txBody>
          </p:sp>
          <p:sp>
            <p:nvSpPr>
              <p:cNvPr id="94" name="Google Shape;1752;p156">
                <a:extLst>
                  <a:ext uri="{FF2B5EF4-FFF2-40B4-BE49-F238E27FC236}">
                    <a16:creationId xmlns:a16="http://schemas.microsoft.com/office/drawing/2014/main" id="{89C74A90-14E5-ABEB-1097-CF4B8F4F5C31}"/>
                  </a:ext>
                </a:extLst>
              </p:cNvPr>
              <p:cNvSpPr txBox="1"/>
              <p:nvPr/>
            </p:nvSpPr>
            <p:spPr>
              <a:xfrm>
                <a:off x="9391600" y="1912700"/>
                <a:ext cx="908100" cy="298800"/>
              </a:xfrm>
              <a:prstGeom prst="rect">
                <a:avLst/>
              </a:prstGeom>
              <a:noFill/>
              <a:ln>
                <a:noFill/>
              </a:ln>
            </p:spPr>
            <p:txBody>
              <a:bodyPr spcFirstLastPara="1" wrap="square" lIns="0" tIns="0" rIns="0" bIns="0" anchor="ctr" anchorCtr="0">
                <a:noAutofit/>
              </a:bodyPr>
              <a:lstStyle/>
              <a:p>
                <a:pPr algn="ctr" defTabSz="914400">
                  <a:defRPr/>
                </a:pPr>
                <a:r>
                  <a:rPr lang="en-US" sz="700" noProof="0">
                    <a:solidFill>
                      <a:srgbClr val="000000"/>
                    </a:solidFill>
                    <a:latin typeface="72 Brand Book"/>
                    <a:ea typeface="Inter Tight Medium"/>
                    <a:cs typeface="Inter Tight Medium"/>
                    <a:sym typeface="Inter Tight Medium"/>
                  </a:rPr>
                  <a:t>Agents</a:t>
                </a:r>
                <a:endParaRPr lang="en-US" sz="700" noProof="0">
                  <a:solidFill>
                    <a:srgbClr val="000000"/>
                  </a:solidFill>
                  <a:latin typeface="72 Brand Book"/>
                  <a:ea typeface="Inter Tight Medium"/>
                  <a:cs typeface="Inter Tight Medium"/>
                </a:endParaRPr>
              </a:p>
            </p:txBody>
          </p:sp>
        </p:grpSp>
        <p:grpSp>
          <p:nvGrpSpPr>
            <p:cNvPr id="86" name="Google Shape;1753;p156">
              <a:extLst>
                <a:ext uri="{FF2B5EF4-FFF2-40B4-BE49-F238E27FC236}">
                  <a16:creationId xmlns:a16="http://schemas.microsoft.com/office/drawing/2014/main" id="{98B86CD5-9F0B-B33A-4F3A-05AF70B67BBF}"/>
                </a:ext>
              </a:extLst>
            </p:cNvPr>
            <p:cNvGrpSpPr/>
            <p:nvPr/>
          </p:nvGrpSpPr>
          <p:grpSpPr>
            <a:xfrm>
              <a:off x="5962748" y="4755178"/>
              <a:ext cx="626647" cy="192107"/>
              <a:chOff x="9226094" y="3460291"/>
              <a:chExt cx="1000232" cy="306634"/>
            </a:xfrm>
          </p:grpSpPr>
          <p:sp>
            <p:nvSpPr>
              <p:cNvPr id="91" name="Google Shape;1754;p156">
                <a:extLst>
                  <a:ext uri="{FF2B5EF4-FFF2-40B4-BE49-F238E27FC236}">
                    <a16:creationId xmlns:a16="http://schemas.microsoft.com/office/drawing/2014/main" id="{625F7C23-2AF5-D052-55DC-27033B2AA42D}"/>
                  </a:ext>
                </a:extLst>
              </p:cNvPr>
              <p:cNvSpPr/>
              <p:nvPr/>
            </p:nvSpPr>
            <p:spPr>
              <a:xfrm>
                <a:off x="9226094" y="3468125"/>
                <a:ext cx="1000232" cy="298800"/>
              </a:xfrm>
              <a:prstGeom prst="roundRect">
                <a:avLst>
                  <a:gd name="adj" fmla="val 50000"/>
                </a:avLst>
              </a:prstGeom>
              <a:solidFill>
                <a:srgbClr val="1B90FF"/>
              </a:solidFill>
              <a:ln w="9525" cap="flat" cmpd="sng">
                <a:solidFill>
                  <a:srgbClr val="0070F1"/>
                </a:solidFill>
                <a:prstDash val="solid"/>
                <a:round/>
                <a:headEnd type="none" w="sm" len="sm"/>
                <a:tailEnd type="none" w="sm" len="sm"/>
              </a:ln>
            </p:spPr>
            <p:txBody>
              <a:bodyPr spcFirstLastPara="1" wrap="square" lIns="91425" tIns="91425" rIns="91425" bIns="91425" anchor="ctr" anchorCtr="0">
                <a:noAutofit/>
              </a:bodyPr>
              <a:lstStyle/>
              <a:p>
                <a:pPr algn="ctr" defTabSz="914400">
                  <a:defRPr/>
                </a:pPr>
                <a:endParaRPr lang="en-US" sz="1400" noProof="0">
                  <a:solidFill>
                    <a:srgbClr val="000000"/>
                  </a:solidFill>
                  <a:latin typeface="72 Brand"/>
                </a:endParaRPr>
              </a:p>
            </p:txBody>
          </p:sp>
          <p:sp>
            <p:nvSpPr>
              <p:cNvPr id="92" name="Google Shape;1755;p156">
                <a:extLst>
                  <a:ext uri="{FF2B5EF4-FFF2-40B4-BE49-F238E27FC236}">
                    <a16:creationId xmlns:a16="http://schemas.microsoft.com/office/drawing/2014/main" id="{4DFE2802-945C-34FB-AF53-B5B6C8EFD4D7}"/>
                  </a:ext>
                </a:extLst>
              </p:cNvPr>
              <p:cNvSpPr txBox="1"/>
              <p:nvPr/>
            </p:nvSpPr>
            <p:spPr>
              <a:xfrm>
                <a:off x="9272055" y="3460291"/>
                <a:ext cx="908100" cy="298800"/>
              </a:xfrm>
              <a:prstGeom prst="rect">
                <a:avLst/>
              </a:prstGeom>
              <a:noFill/>
              <a:ln>
                <a:noFill/>
              </a:ln>
            </p:spPr>
            <p:txBody>
              <a:bodyPr spcFirstLastPara="1" wrap="square" lIns="0" tIns="0" rIns="0" bIns="0" anchor="ctr" anchorCtr="0">
                <a:noAutofit/>
              </a:bodyPr>
              <a:lstStyle/>
              <a:p>
                <a:pPr algn="ctr" defTabSz="914400">
                  <a:defRPr/>
                </a:pPr>
                <a:r>
                  <a:rPr lang="en-US" sz="700" noProof="0">
                    <a:solidFill>
                      <a:srgbClr val="FFFFFF"/>
                    </a:solidFill>
                    <a:latin typeface="72 Brand Book"/>
                    <a:ea typeface="Inter Tight Medium"/>
                    <a:cs typeface="Inter Tight Medium"/>
                    <a:sym typeface="Inter Tight Medium"/>
                  </a:rPr>
                  <a:t>Data</a:t>
                </a:r>
                <a:endParaRPr lang="en-US" sz="700" noProof="0">
                  <a:solidFill>
                    <a:srgbClr val="FFFFFF"/>
                  </a:solidFill>
                  <a:latin typeface="72 Brand Book"/>
                  <a:ea typeface="Inter Tight Medium"/>
                  <a:cs typeface="Inter Tight Medium"/>
                </a:endParaRPr>
              </a:p>
            </p:txBody>
          </p:sp>
        </p:grpSp>
        <p:grpSp>
          <p:nvGrpSpPr>
            <p:cNvPr id="87" name="Group 86">
              <a:extLst>
                <a:ext uri="{FF2B5EF4-FFF2-40B4-BE49-F238E27FC236}">
                  <a16:creationId xmlns:a16="http://schemas.microsoft.com/office/drawing/2014/main" id="{35B988D4-739F-5D63-FA5D-E4A1C74BC33B}"/>
                </a:ext>
              </a:extLst>
            </p:cNvPr>
            <p:cNvGrpSpPr/>
            <p:nvPr/>
          </p:nvGrpSpPr>
          <p:grpSpPr>
            <a:xfrm>
              <a:off x="7464840" y="5604183"/>
              <a:ext cx="569021" cy="187442"/>
              <a:chOff x="4183845" y="4396577"/>
              <a:chExt cx="908251" cy="299188"/>
            </a:xfrm>
          </p:grpSpPr>
          <p:sp>
            <p:nvSpPr>
              <p:cNvPr id="89" name="Google Shape;1756;p156">
                <a:extLst>
                  <a:ext uri="{FF2B5EF4-FFF2-40B4-BE49-F238E27FC236}">
                    <a16:creationId xmlns:a16="http://schemas.microsoft.com/office/drawing/2014/main" id="{C737CEF0-5E03-B855-1B55-11D7CCB6A0B0}"/>
                  </a:ext>
                </a:extLst>
              </p:cNvPr>
              <p:cNvSpPr/>
              <p:nvPr/>
            </p:nvSpPr>
            <p:spPr>
              <a:xfrm>
                <a:off x="4183996" y="4396965"/>
                <a:ext cx="908100" cy="298800"/>
              </a:xfrm>
              <a:prstGeom prst="roundRect">
                <a:avLst>
                  <a:gd name="adj" fmla="val 50000"/>
                </a:avLst>
              </a:prstGeom>
              <a:solidFill>
                <a:srgbClr val="EBF8FF"/>
              </a:solidFill>
              <a:ln w="9525" cap="flat" cmpd="sng">
                <a:solidFill>
                  <a:srgbClr val="BEE7FF"/>
                </a:solidFill>
                <a:prstDash val="solid"/>
                <a:round/>
                <a:headEnd type="none" w="sm" len="sm"/>
                <a:tailEnd type="none" w="sm" len="sm"/>
              </a:ln>
            </p:spPr>
            <p:txBody>
              <a:bodyPr spcFirstLastPara="1" wrap="square" lIns="91425" tIns="91425" rIns="91425" bIns="91425" anchor="ctr" anchorCtr="0">
                <a:noAutofit/>
              </a:bodyPr>
              <a:lstStyle/>
              <a:p>
                <a:pPr algn="ctr" defTabSz="914400">
                  <a:defRPr/>
                </a:pPr>
                <a:endParaRPr lang="en-US" sz="1400" noProof="0">
                  <a:solidFill>
                    <a:srgbClr val="000000"/>
                  </a:solidFill>
                  <a:latin typeface="72 Brand"/>
                </a:endParaRPr>
              </a:p>
            </p:txBody>
          </p:sp>
          <p:sp>
            <p:nvSpPr>
              <p:cNvPr id="90" name="Google Shape;1757;p156">
                <a:extLst>
                  <a:ext uri="{FF2B5EF4-FFF2-40B4-BE49-F238E27FC236}">
                    <a16:creationId xmlns:a16="http://schemas.microsoft.com/office/drawing/2014/main" id="{55A3F64B-D274-05E4-DD84-6330B39A260E}"/>
                  </a:ext>
                </a:extLst>
              </p:cNvPr>
              <p:cNvSpPr txBox="1"/>
              <p:nvPr/>
            </p:nvSpPr>
            <p:spPr>
              <a:xfrm>
                <a:off x="4183845" y="4396577"/>
                <a:ext cx="908101" cy="298799"/>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indent="0" algn="ctr">
                  <a:lnSpc>
                    <a:spcPct val="100000"/>
                  </a:lnSpc>
                  <a:spcBef>
                    <a:spcPts val="0"/>
                  </a:spcBef>
                  <a:spcAft>
                    <a:spcPts val="0"/>
                  </a:spcAft>
                  <a:buClr>
                    <a:srgbClr val="000000"/>
                  </a:buClr>
                  <a:buFont typeface="Arial"/>
                  <a:buNone/>
                  <a:defRPr sz="900" b="0" i="0" u="none" strike="noStrike" cap="none">
                    <a:solidFill>
                      <a:srgbClr val="000000"/>
                    </a:solidFill>
                    <a:latin typeface="72 Brand Book"/>
                    <a:ea typeface="Inter Tight Medium"/>
                    <a:cs typeface="Inter Tight Medium"/>
                    <a:sym typeface="Arial"/>
                  </a:defRPr>
                </a:lvl1pPr>
                <a:lvl2pPr marR="0" lvl="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914400">
                  <a:defRPr/>
                </a:pPr>
                <a:r>
                  <a:rPr lang="en-US" sz="700" noProof="0">
                    <a:sym typeface="Inter Tight Medium"/>
                  </a:rPr>
                  <a:t>Apps</a:t>
                </a:r>
                <a:endParaRPr lang="en-US" sz="700" noProof="0"/>
              </a:p>
            </p:txBody>
          </p:sp>
        </p:grpSp>
        <p:pic>
          <p:nvPicPr>
            <p:cNvPr id="88" name="Picture 87">
              <a:extLst>
                <a:ext uri="{FF2B5EF4-FFF2-40B4-BE49-F238E27FC236}">
                  <a16:creationId xmlns:a16="http://schemas.microsoft.com/office/drawing/2014/main" id="{F8C9DADA-1A3B-EB2B-AEE5-66F9EA2E0AA9}"/>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6439406" y="4565633"/>
              <a:ext cx="1484660" cy="987753"/>
            </a:xfrm>
            <a:prstGeom prst="rect">
              <a:avLst/>
            </a:prstGeom>
          </p:spPr>
        </p:pic>
      </p:grpSp>
      <p:sp>
        <p:nvSpPr>
          <p:cNvPr id="95" name="Text 6">
            <a:extLst>
              <a:ext uri="{FF2B5EF4-FFF2-40B4-BE49-F238E27FC236}">
                <a16:creationId xmlns:a16="http://schemas.microsoft.com/office/drawing/2014/main" id="{42EBDBFA-6B67-8F46-B3A3-09064D1FB1BD}"/>
              </a:ext>
            </a:extLst>
          </p:cNvPr>
          <p:cNvSpPr/>
          <p:nvPr/>
        </p:nvSpPr>
        <p:spPr>
          <a:xfrm>
            <a:off x="8640127" y="4258353"/>
            <a:ext cx="2723929" cy="1343924"/>
          </a:xfrm>
          <a:prstGeom prst="rect">
            <a:avLst/>
          </a:prstGeom>
          <a:noFill/>
          <a:ln/>
        </p:spPr>
        <p:txBody>
          <a:bodyPr wrap="square" lIns="0" tIns="0" rIns="0" bIns="0" rtlCol="0" anchor="t"/>
          <a:lstStyle/>
          <a:p>
            <a:pPr defTabSz="914400">
              <a:defRPr/>
            </a:pPr>
            <a:r>
              <a:rPr lang="en-US" sz="1600" noProof="0">
                <a:solidFill>
                  <a:srgbClr val="00144A"/>
                </a:solidFill>
                <a:latin typeface="72 Brand Medium" panose="020B0504030603020204" pitchFamily="34" charset="0"/>
              </a:rPr>
              <a:t>Inside each domain, it all runs as a continuous cycle. </a:t>
            </a:r>
            <a:r>
              <a:rPr lang="en-US" sz="1600" noProof="0">
                <a:solidFill>
                  <a:srgbClr val="00144A"/>
                </a:solidFill>
                <a:latin typeface="72 Brand Book" panose="020B0404030603020204" pitchFamily="34" charset="0"/>
              </a:rPr>
              <a:t>People set the direction. Applications generate signals. Data provides context. </a:t>
            </a:r>
            <a:br>
              <a:rPr lang="en-US" sz="1600" noProof="0">
                <a:solidFill>
                  <a:srgbClr val="00144A"/>
                </a:solidFill>
                <a:latin typeface="72 Brand Book" panose="020B0404030603020204" pitchFamily="34" charset="0"/>
              </a:rPr>
            </a:br>
            <a:r>
              <a:rPr lang="en-US" sz="1600" noProof="0">
                <a:solidFill>
                  <a:srgbClr val="00144A"/>
                </a:solidFill>
                <a:latin typeface="72 Brand Book" panose="020B0404030603020204" pitchFamily="34" charset="0"/>
              </a:rPr>
              <a:t>Agents take action. </a:t>
            </a:r>
            <a:br>
              <a:rPr lang="en-US" sz="1600" noProof="0">
                <a:solidFill>
                  <a:srgbClr val="00144A"/>
                </a:solidFill>
                <a:latin typeface="72 Brand Book" panose="020B0404030603020204" pitchFamily="34" charset="0"/>
              </a:rPr>
            </a:br>
            <a:r>
              <a:rPr lang="en-US" sz="1600" noProof="0">
                <a:solidFill>
                  <a:srgbClr val="5D36FF"/>
                </a:solidFill>
                <a:latin typeface="72 Brand Medium" panose="020B0504030603020204" pitchFamily="34" charset="0"/>
              </a:rPr>
              <a:t>Value compounds.</a:t>
            </a:r>
          </a:p>
        </p:txBody>
      </p:sp>
      <p:grpSp>
        <p:nvGrpSpPr>
          <p:cNvPr id="96" name="Group 95">
            <a:extLst>
              <a:ext uri="{FF2B5EF4-FFF2-40B4-BE49-F238E27FC236}">
                <a16:creationId xmlns:a16="http://schemas.microsoft.com/office/drawing/2014/main" id="{877F41D7-0E30-3093-F383-7060BC1F4A63}"/>
              </a:ext>
            </a:extLst>
          </p:cNvPr>
          <p:cNvGrpSpPr/>
          <p:nvPr/>
        </p:nvGrpSpPr>
        <p:grpSpPr>
          <a:xfrm>
            <a:off x="5813788" y="1227202"/>
            <a:ext cx="5779164" cy="2659447"/>
            <a:chOff x="5812201" y="1136796"/>
            <a:chExt cx="5779164" cy="2659447"/>
          </a:xfrm>
        </p:grpSpPr>
        <p:pic>
          <p:nvPicPr>
            <p:cNvPr id="97" name="Graphic 96">
              <a:extLst>
                <a:ext uri="{FF2B5EF4-FFF2-40B4-BE49-F238E27FC236}">
                  <a16:creationId xmlns:a16="http://schemas.microsoft.com/office/drawing/2014/main" id="{CCFDDE59-F23D-3B21-6D1F-DB5FA809D08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812201" y="2610359"/>
              <a:ext cx="5772458" cy="1185884"/>
            </a:xfrm>
            <a:prstGeom prst="rect">
              <a:avLst/>
            </a:prstGeom>
          </p:spPr>
        </p:pic>
        <p:pic>
          <p:nvPicPr>
            <p:cNvPr id="98" name="Graphic 97">
              <a:extLst>
                <a:ext uri="{FF2B5EF4-FFF2-40B4-BE49-F238E27FC236}">
                  <a16:creationId xmlns:a16="http://schemas.microsoft.com/office/drawing/2014/main" id="{AF9CDF63-0FA3-1B76-56B7-5D12EC64A07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817081" y="2307323"/>
              <a:ext cx="5774273" cy="1218392"/>
            </a:xfrm>
            <a:prstGeom prst="rect">
              <a:avLst/>
            </a:prstGeom>
          </p:spPr>
        </p:pic>
        <p:pic>
          <p:nvPicPr>
            <p:cNvPr id="99" name="Graphic 98">
              <a:extLst>
                <a:ext uri="{FF2B5EF4-FFF2-40B4-BE49-F238E27FC236}">
                  <a16:creationId xmlns:a16="http://schemas.microsoft.com/office/drawing/2014/main" id="{FEA9FA35-6970-20D7-0F24-3C17227210F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830242" y="2031187"/>
              <a:ext cx="5761123" cy="1215617"/>
            </a:xfrm>
            <a:prstGeom prst="rect">
              <a:avLst/>
            </a:prstGeom>
          </p:spPr>
        </p:pic>
        <p:sp>
          <p:nvSpPr>
            <p:cNvPr id="100" name="TextBox 99">
              <a:extLst>
                <a:ext uri="{FF2B5EF4-FFF2-40B4-BE49-F238E27FC236}">
                  <a16:creationId xmlns:a16="http://schemas.microsoft.com/office/drawing/2014/main" id="{7E13B8BE-C0E2-F54A-00D0-3DF8C3F94D32}"/>
                </a:ext>
              </a:extLst>
            </p:cNvPr>
            <p:cNvSpPr txBox="1"/>
            <p:nvPr/>
          </p:nvSpPr>
          <p:spPr>
            <a:xfrm>
              <a:off x="5817530" y="3584175"/>
              <a:ext cx="966398"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defTabSz="914400">
                <a:defRPr/>
              </a:pPr>
              <a:r>
                <a:rPr lang="en-US" sz="700" noProof="0">
                  <a:solidFill>
                    <a:srgbClr val="1C0B6F"/>
                  </a:solidFill>
                  <a:latin typeface="72 Brand Medium"/>
                </a:rPr>
                <a:t>DATA</a:t>
              </a:r>
              <a:endParaRPr lang="en-US" sz="1800" noProof="0">
                <a:solidFill>
                  <a:srgbClr val="000000"/>
                </a:solidFill>
                <a:latin typeface="72 Brand"/>
              </a:endParaRPr>
            </a:p>
          </p:txBody>
        </p:sp>
        <p:pic>
          <p:nvPicPr>
            <p:cNvPr id="103" name="Graphic 102">
              <a:extLst>
                <a:ext uri="{FF2B5EF4-FFF2-40B4-BE49-F238E27FC236}">
                  <a16:creationId xmlns:a16="http://schemas.microsoft.com/office/drawing/2014/main" id="{230ED6AC-59DA-26C2-9C8A-28C8C0BAD9AE}"/>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flipV="1">
              <a:off x="6243769" y="3478843"/>
              <a:ext cx="195637" cy="46567"/>
            </a:xfrm>
            <a:prstGeom prst="rect">
              <a:avLst/>
            </a:prstGeom>
          </p:spPr>
        </p:pic>
        <p:pic>
          <p:nvPicPr>
            <p:cNvPr id="105" name="Graphic 104">
              <a:extLst>
                <a:ext uri="{FF2B5EF4-FFF2-40B4-BE49-F238E27FC236}">
                  <a16:creationId xmlns:a16="http://schemas.microsoft.com/office/drawing/2014/main" id="{1C9DDAAB-77F6-38A2-30CF-FAA29E41E14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flipV="1">
              <a:off x="6500136" y="3474819"/>
              <a:ext cx="195637" cy="56942"/>
            </a:xfrm>
            <a:prstGeom prst="rect">
              <a:avLst/>
            </a:prstGeom>
          </p:spPr>
        </p:pic>
        <p:pic>
          <p:nvPicPr>
            <p:cNvPr id="106" name="Graphic 105">
              <a:extLst>
                <a:ext uri="{FF2B5EF4-FFF2-40B4-BE49-F238E27FC236}">
                  <a16:creationId xmlns:a16="http://schemas.microsoft.com/office/drawing/2014/main" id="{0B919754-D7CB-5E42-3D40-2C4825566D2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flipV="1">
              <a:off x="7034584" y="3473673"/>
              <a:ext cx="195637" cy="56942"/>
            </a:xfrm>
            <a:prstGeom prst="rect">
              <a:avLst/>
            </a:prstGeom>
          </p:spPr>
        </p:pic>
        <p:sp>
          <p:nvSpPr>
            <p:cNvPr id="107" name="TextBox 106">
              <a:extLst>
                <a:ext uri="{FF2B5EF4-FFF2-40B4-BE49-F238E27FC236}">
                  <a16:creationId xmlns:a16="http://schemas.microsoft.com/office/drawing/2014/main" id="{48C081BE-831C-6447-ACA3-72C1725C7ED0}"/>
                </a:ext>
              </a:extLst>
            </p:cNvPr>
            <p:cNvSpPr txBox="1"/>
            <p:nvPr/>
          </p:nvSpPr>
          <p:spPr>
            <a:xfrm>
              <a:off x="5817530" y="3018126"/>
              <a:ext cx="651372"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defTabSz="914400">
                <a:defRPr/>
              </a:pPr>
              <a:r>
                <a:rPr lang="en-US" sz="700" noProof="0">
                  <a:solidFill>
                    <a:srgbClr val="1C0B6F"/>
                  </a:solidFill>
                  <a:latin typeface="72 Brand Medium"/>
                </a:rPr>
                <a:t>AGENTS</a:t>
              </a:r>
              <a:endParaRPr lang="en-US" sz="700" noProof="0">
                <a:solidFill>
                  <a:srgbClr val="000000"/>
                </a:solidFill>
                <a:latin typeface="72 Brand"/>
              </a:endParaRPr>
            </a:p>
          </p:txBody>
        </p:sp>
        <p:cxnSp>
          <p:nvCxnSpPr>
            <p:cNvPr id="108" name="Straight Connector 107">
              <a:extLst>
                <a:ext uri="{FF2B5EF4-FFF2-40B4-BE49-F238E27FC236}">
                  <a16:creationId xmlns:a16="http://schemas.microsoft.com/office/drawing/2014/main" id="{BEC9F823-3450-2B57-B06F-3E2D51F95CFB}"/>
                </a:ext>
              </a:extLst>
            </p:cNvPr>
            <p:cNvCxnSpPr>
              <a:cxnSpLocks/>
            </p:cNvCxnSpPr>
            <p:nvPr/>
          </p:nvCxnSpPr>
          <p:spPr>
            <a:xfrm>
              <a:off x="8718729" y="1829749"/>
              <a:ext cx="0" cy="188417"/>
            </a:xfrm>
            <a:prstGeom prst="line">
              <a:avLst/>
            </a:prstGeom>
            <a:ln cap="rnd">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BA146B81-894D-3630-0D33-F7751042D74B}"/>
                </a:ext>
              </a:extLst>
            </p:cNvPr>
            <p:cNvCxnSpPr>
              <a:cxnSpLocks/>
            </p:cNvCxnSpPr>
            <p:nvPr/>
          </p:nvCxnSpPr>
          <p:spPr>
            <a:xfrm>
              <a:off x="8506644" y="1829749"/>
              <a:ext cx="0" cy="188417"/>
            </a:xfrm>
            <a:prstGeom prst="line">
              <a:avLst/>
            </a:prstGeom>
            <a:ln cap="rnd">
              <a:solidFill>
                <a:schemeClr val="bg1"/>
              </a:solidFill>
              <a:prstDash val="sysDot"/>
            </a:ln>
          </p:spPr>
          <p:style>
            <a:lnRef idx="1">
              <a:schemeClr val="accent1"/>
            </a:lnRef>
            <a:fillRef idx="0">
              <a:schemeClr val="accent1"/>
            </a:fillRef>
            <a:effectRef idx="0">
              <a:schemeClr val="accent1"/>
            </a:effectRef>
            <a:fontRef idx="minor">
              <a:schemeClr val="tx1"/>
            </a:fontRef>
          </p:style>
        </p:cxnSp>
        <p:grpSp>
          <p:nvGrpSpPr>
            <p:cNvPr id="110" name="Group 109">
              <a:extLst>
                <a:ext uri="{FF2B5EF4-FFF2-40B4-BE49-F238E27FC236}">
                  <a16:creationId xmlns:a16="http://schemas.microsoft.com/office/drawing/2014/main" id="{AA44FFF5-B170-0452-100F-B77DA5C09F1A}"/>
                </a:ext>
              </a:extLst>
            </p:cNvPr>
            <p:cNvGrpSpPr/>
            <p:nvPr/>
          </p:nvGrpSpPr>
          <p:grpSpPr>
            <a:xfrm>
              <a:off x="8591772" y="1829749"/>
              <a:ext cx="259402" cy="188417"/>
              <a:chOff x="4444937" y="997458"/>
              <a:chExt cx="259402" cy="188417"/>
            </a:xfrm>
          </p:grpSpPr>
          <p:cxnSp>
            <p:nvCxnSpPr>
              <p:cNvPr id="644" name="Straight Connector 643">
                <a:extLst>
                  <a:ext uri="{FF2B5EF4-FFF2-40B4-BE49-F238E27FC236}">
                    <a16:creationId xmlns:a16="http://schemas.microsoft.com/office/drawing/2014/main" id="{39E35AA2-98E3-8B52-18A5-0BBFD9709E20}"/>
                  </a:ext>
                </a:extLst>
              </p:cNvPr>
              <p:cNvCxnSpPr>
                <a:cxnSpLocks/>
              </p:cNvCxnSpPr>
              <p:nvPr/>
            </p:nvCxnSpPr>
            <p:spPr>
              <a:xfrm>
                <a:off x="4704339" y="997458"/>
                <a:ext cx="0" cy="188417"/>
              </a:xfrm>
              <a:prstGeom prst="line">
                <a:avLst/>
              </a:prstGeom>
              <a:ln cap="rnd">
                <a:solidFill>
                  <a:srgbClr val="5236BE"/>
                </a:solidFill>
                <a:prstDash val="sysDot"/>
              </a:ln>
            </p:spPr>
            <p:style>
              <a:lnRef idx="1">
                <a:schemeClr val="accent1"/>
              </a:lnRef>
              <a:fillRef idx="0">
                <a:schemeClr val="accent1"/>
              </a:fillRef>
              <a:effectRef idx="0">
                <a:schemeClr val="accent1"/>
              </a:effectRef>
              <a:fontRef idx="minor">
                <a:schemeClr val="tx1"/>
              </a:fontRef>
            </p:style>
          </p:cxnSp>
          <p:cxnSp>
            <p:nvCxnSpPr>
              <p:cNvPr id="645" name="Straight Connector 644">
                <a:extLst>
                  <a:ext uri="{FF2B5EF4-FFF2-40B4-BE49-F238E27FC236}">
                    <a16:creationId xmlns:a16="http://schemas.microsoft.com/office/drawing/2014/main" id="{B4E3E848-AB91-0A9F-F99A-5B515CAABEBF}"/>
                  </a:ext>
                </a:extLst>
              </p:cNvPr>
              <p:cNvCxnSpPr>
                <a:cxnSpLocks/>
              </p:cNvCxnSpPr>
              <p:nvPr/>
            </p:nvCxnSpPr>
            <p:spPr>
              <a:xfrm>
                <a:off x="4444937" y="997458"/>
                <a:ext cx="0" cy="188417"/>
              </a:xfrm>
              <a:prstGeom prst="line">
                <a:avLst/>
              </a:prstGeom>
              <a:ln cap="rnd">
                <a:solidFill>
                  <a:srgbClr val="5236BE"/>
                </a:solidFill>
                <a:prstDash val="sysDot"/>
              </a:ln>
            </p:spPr>
            <p:style>
              <a:lnRef idx="1">
                <a:schemeClr val="accent1"/>
              </a:lnRef>
              <a:fillRef idx="0">
                <a:schemeClr val="accent1"/>
              </a:fillRef>
              <a:effectRef idx="0">
                <a:schemeClr val="accent1"/>
              </a:effectRef>
              <a:fontRef idx="minor">
                <a:schemeClr val="tx1"/>
              </a:fontRef>
            </p:style>
          </p:cxnSp>
        </p:grpSp>
        <p:grpSp>
          <p:nvGrpSpPr>
            <p:cNvPr id="111" name="Group 110">
              <a:extLst>
                <a:ext uri="{FF2B5EF4-FFF2-40B4-BE49-F238E27FC236}">
                  <a16:creationId xmlns:a16="http://schemas.microsoft.com/office/drawing/2014/main" id="{939B1539-2D31-88E8-F043-AFAA693D9073}"/>
                </a:ext>
              </a:extLst>
            </p:cNvPr>
            <p:cNvGrpSpPr/>
            <p:nvPr/>
          </p:nvGrpSpPr>
          <p:grpSpPr>
            <a:xfrm>
              <a:off x="8356740" y="1136796"/>
              <a:ext cx="726345" cy="739771"/>
              <a:chOff x="5385039" y="3268607"/>
              <a:chExt cx="1015761" cy="1034537"/>
            </a:xfrm>
          </p:grpSpPr>
          <p:pic>
            <p:nvPicPr>
              <p:cNvPr id="641" name="Graphic 640">
                <a:extLst>
                  <a:ext uri="{FF2B5EF4-FFF2-40B4-BE49-F238E27FC236}">
                    <a16:creationId xmlns:a16="http://schemas.microsoft.com/office/drawing/2014/main" id="{D4EA1809-E8C5-5E47-5E60-AACBB18AC5F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385039" y="3600809"/>
                <a:ext cx="1015761" cy="702335"/>
              </a:xfrm>
              <a:prstGeom prst="rect">
                <a:avLst/>
              </a:prstGeom>
            </p:spPr>
          </p:pic>
          <p:pic>
            <p:nvPicPr>
              <p:cNvPr id="642" name="Graphic 641">
                <a:extLst>
                  <a:ext uri="{FF2B5EF4-FFF2-40B4-BE49-F238E27FC236}">
                    <a16:creationId xmlns:a16="http://schemas.microsoft.com/office/drawing/2014/main" id="{213E4AC1-88F7-D208-AB05-C87FD0149A6B}"/>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565081" y="3268607"/>
                <a:ext cx="610258" cy="913396"/>
              </a:xfrm>
              <a:prstGeom prst="rect">
                <a:avLst/>
              </a:prstGeom>
            </p:spPr>
          </p:pic>
          <p:sp>
            <p:nvSpPr>
              <p:cNvPr id="643" name="Google Shape;2513;p187">
                <a:extLst>
                  <a:ext uri="{FF2B5EF4-FFF2-40B4-BE49-F238E27FC236}">
                    <a16:creationId xmlns:a16="http://schemas.microsoft.com/office/drawing/2014/main" id="{28FAF04B-1FA8-9D69-F688-B054970CCDC6}"/>
                  </a:ext>
                </a:extLst>
              </p:cNvPr>
              <p:cNvSpPr/>
              <p:nvPr/>
            </p:nvSpPr>
            <p:spPr>
              <a:xfrm>
                <a:off x="5456990" y="3926199"/>
                <a:ext cx="880806" cy="312507"/>
              </a:xfrm>
              <a:prstGeom prst="roundRect">
                <a:avLst>
                  <a:gd name="adj" fmla="val 45977"/>
                </a:avLst>
              </a:prstGeom>
              <a:solidFill>
                <a:srgbClr val="E2D9FF"/>
              </a:solidFill>
              <a:ln w="6350" cap="flat" cmpd="sng">
                <a:solidFill>
                  <a:srgbClr val="E2D9FF">
                    <a:alpha val="80000"/>
                  </a:srgbClr>
                </a:solidFill>
                <a:prstDash val="solid"/>
                <a:round/>
                <a:headEnd type="none" w="sm" len="sm"/>
                <a:tailEnd type="none" w="sm" len="sm"/>
              </a:ln>
            </p:spPr>
            <p:txBody>
              <a:bodyPr spcFirstLastPara="1" wrap="square" lIns="135825" tIns="135825" rIns="135825" bIns="135825" anchor="ctr" anchorCtr="0">
                <a:noAutofit/>
              </a:bodyPr>
              <a:lstStyle/>
              <a:p>
                <a:pPr algn="ctr" defTabSz="914400">
                  <a:defRPr/>
                </a:pPr>
                <a:r>
                  <a:rPr lang="en-US" sz="800" noProof="0">
                    <a:solidFill>
                      <a:srgbClr val="000000"/>
                    </a:solidFill>
                    <a:latin typeface="72 Brand Medium"/>
                  </a:rPr>
                  <a:t>Joule</a:t>
                </a:r>
                <a:endParaRPr lang="en-US" sz="800" noProof="0">
                  <a:solidFill>
                    <a:srgbClr val="000000"/>
                  </a:solidFill>
                  <a:latin typeface="72 Brand"/>
                </a:endParaRPr>
              </a:p>
            </p:txBody>
          </p:sp>
        </p:grpSp>
        <p:pic>
          <p:nvPicPr>
            <p:cNvPr id="112" name="Graphic 111">
              <a:extLst>
                <a:ext uri="{FF2B5EF4-FFF2-40B4-BE49-F238E27FC236}">
                  <a16:creationId xmlns:a16="http://schemas.microsoft.com/office/drawing/2014/main" id="{C701FC69-6BBF-80FA-29BB-8063571959CB}"/>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759069" y="2138519"/>
              <a:ext cx="686395" cy="419463"/>
            </a:xfrm>
            <a:prstGeom prst="rect">
              <a:avLst/>
            </a:prstGeom>
          </p:spPr>
        </p:pic>
        <p:pic>
          <p:nvPicPr>
            <p:cNvPr id="113" name="Graphic 112">
              <a:extLst>
                <a:ext uri="{FF2B5EF4-FFF2-40B4-BE49-F238E27FC236}">
                  <a16:creationId xmlns:a16="http://schemas.microsoft.com/office/drawing/2014/main" id="{705E2B5C-743A-C918-BBF4-30B579CB2346}"/>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538999" y="2365556"/>
              <a:ext cx="686395" cy="419463"/>
            </a:xfrm>
            <a:prstGeom prst="rect">
              <a:avLst/>
            </a:prstGeom>
          </p:spPr>
        </p:pic>
        <p:pic>
          <p:nvPicPr>
            <p:cNvPr id="114" name="Graphic 113">
              <a:extLst>
                <a:ext uri="{FF2B5EF4-FFF2-40B4-BE49-F238E27FC236}">
                  <a16:creationId xmlns:a16="http://schemas.microsoft.com/office/drawing/2014/main" id="{107AB029-9AED-9840-2823-DBBB8F99C220}"/>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376715" y="2021607"/>
              <a:ext cx="686395" cy="419463"/>
            </a:xfrm>
            <a:prstGeom prst="rect">
              <a:avLst/>
            </a:prstGeom>
          </p:spPr>
        </p:pic>
        <p:pic>
          <p:nvPicPr>
            <p:cNvPr id="115" name="Graphic 114">
              <a:extLst>
                <a:ext uri="{FF2B5EF4-FFF2-40B4-BE49-F238E27FC236}">
                  <a16:creationId xmlns:a16="http://schemas.microsoft.com/office/drawing/2014/main" id="{C5CFC00B-31AC-3E9B-4EF2-FD6DCF5C2391}"/>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376715" y="2571554"/>
              <a:ext cx="686395" cy="419463"/>
            </a:xfrm>
            <a:prstGeom prst="rect">
              <a:avLst/>
            </a:prstGeom>
          </p:spPr>
        </p:pic>
        <p:pic>
          <p:nvPicPr>
            <p:cNvPr id="116" name="Graphic 115">
              <a:extLst>
                <a:ext uri="{FF2B5EF4-FFF2-40B4-BE49-F238E27FC236}">
                  <a16:creationId xmlns:a16="http://schemas.microsoft.com/office/drawing/2014/main" id="{2AD5247E-E592-E010-32DB-6BD6506BCE6D}"/>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rot="277855">
              <a:off x="9979075" y="2116364"/>
              <a:ext cx="686395" cy="419463"/>
            </a:xfrm>
            <a:prstGeom prst="rect">
              <a:avLst/>
            </a:prstGeom>
          </p:spPr>
        </p:pic>
        <p:pic>
          <p:nvPicPr>
            <p:cNvPr id="117" name="Graphic 116">
              <a:extLst>
                <a:ext uri="{FF2B5EF4-FFF2-40B4-BE49-F238E27FC236}">
                  <a16:creationId xmlns:a16="http://schemas.microsoft.com/office/drawing/2014/main" id="{791A99A8-AE0B-1542-4BB5-9F22877607F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9114420" y="2357469"/>
              <a:ext cx="686395" cy="419463"/>
            </a:xfrm>
            <a:prstGeom prst="rect">
              <a:avLst/>
            </a:prstGeom>
          </p:spPr>
        </p:pic>
        <p:cxnSp>
          <p:nvCxnSpPr>
            <p:cNvPr id="118" name="Straight Connector 117">
              <a:extLst>
                <a:ext uri="{FF2B5EF4-FFF2-40B4-BE49-F238E27FC236}">
                  <a16:creationId xmlns:a16="http://schemas.microsoft.com/office/drawing/2014/main" id="{F506ADA8-7003-B647-C77E-5E3ADDAC92ED}"/>
                </a:ext>
              </a:extLst>
            </p:cNvPr>
            <p:cNvCxnSpPr>
              <a:cxnSpLocks/>
            </p:cNvCxnSpPr>
            <p:nvPr/>
          </p:nvCxnSpPr>
          <p:spPr>
            <a:xfrm flipH="1">
              <a:off x="7301605" y="2128844"/>
              <a:ext cx="1151458" cy="0"/>
            </a:xfrm>
            <a:prstGeom prst="line">
              <a:avLst/>
            </a:prstGeom>
            <a:ln cap="rnd">
              <a:solidFill>
                <a:srgbClr val="5236BE"/>
              </a:solidFill>
              <a:prstDash val="sysDot"/>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637A93DD-3FE0-F382-BDD8-F96BA78E82AB}"/>
                </a:ext>
              </a:extLst>
            </p:cNvPr>
            <p:cNvCxnSpPr>
              <a:cxnSpLocks/>
            </p:cNvCxnSpPr>
            <p:nvPr/>
          </p:nvCxnSpPr>
          <p:spPr>
            <a:xfrm flipH="1">
              <a:off x="9014547" y="2128844"/>
              <a:ext cx="1070632" cy="0"/>
            </a:xfrm>
            <a:prstGeom prst="line">
              <a:avLst/>
            </a:prstGeom>
            <a:ln cap="rnd">
              <a:solidFill>
                <a:srgbClr val="5236BE"/>
              </a:solidFill>
              <a:prstDash val="sysDot"/>
            </a:ln>
          </p:spPr>
          <p:style>
            <a:lnRef idx="1">
              <a:schemeClr val="accent1"/>
            </a:lnRef>
            <a:fillRef idx="0">
              <a:schemeClr val="accent1"/>
            </a:fillRef>
            <a:effectRef idx="0">
              <a:schemeClr val="accent1"/>
            </a:effectRef>
            <a:fontRef idx="minor">
              <a:schemeClr val="tx1"/>
            </a:fontRef>
          </p:style>
        </p:cxnSp>
        <p:sp>
          <p:nvSpPr>
            <p:cNvPr id="120" name="Freeform 119">
              <a:extLst>
                <a:ext uri="{FF2B5EF4-FFF2-40B4-BE49-F238E27FC236}">
                  <a16:creationId xmlns:a16="http://schemas.microsoft.com/office/drawing/2014/main" id="{731610CC-DE7C-8835-FD33-DE8ABC8A50BB}"/>
                </a:ext>
              </a:extLst>
            </p:cNvPr>
            <p:cNvSpPr/>
            <p:nvPr/>
          </p:nvSpPr>
          <p:spPr>
            <a:xfrm>
              <a:off x="7961862" y="2283425"/>
              <a:ext cx="429142" cy="90619"/>
            </a:xfrm>
            <a:custGeom>
              <a:avLst/>
              <a:gdLst>
                <a:gd name="csX0" fmla="*/ 0 w 406400"/>
                <a:gd name="csY0" fmla="*/ 101600 h 101600"/>
                <a:gd name="csX1" fmla="*/ 15875 w 406400"/>
                <a:gd name="csY1" fmla="*/ 69850 h 101600"/>
                <a:gd name="csX2" fmla="*/ 25400 w 406400"/>
                <a:gd name="csY2" fmla="*/ 60325 h 101600"/>
                <a:gd name="csX3" fmla="*/ 31750 w 406400"/>
                <a:gd name="csY3" fmla="*/ 50800 h 101600"/>
                <a:gd name="csX4" fmla="*/ 50800 w 406400"/>
                <a:gd name="csY4" fmla="*/ 38100 h 101600"/>
                <a:gd name="csX5" fmla="*/ 79375 w 406400"/>
                <a:gd name="csY5" fmla="*/ 15875 h 101600"/>
                <a:gd name="csX6" fmla="*/ 92075 w 406400"/>
                <a:gd name="csY6" fmla="*/ 12700 h 101600"/>
                <a:gd name="csX7" fmla="*/ 111125 w 406400"/>
                <a:gd name="csY7" fmla="*/ 6350 h 101600"/>
                <a:gd name="csX8" fmla="*/ 120650 w 406400"/>
                <a:gd name="csY8" fmla="*/ 3175 h 101600"/>
                <a:gd name="csX9" fmla="*/ 133350 w 406400"/>
                <a:gd name="csY9" fmla="*/ 0 h 101600"/>
                <a:gd name="csX10" fmla="*/ 209550 w 406400"/>
                <a:gd name="csY10" fmla="*/ 3175 h 101600"/>
                <a:gd name="csX11" fmla="*/ 250825 w 406400"/>
                <a:gd name="csY11" fmla="*/ 12700 h 101600"/>
                <a:gd name="csX12" fmla="*/ 273050 w 406400"/>
                <a:gd name="csY12" fmla="*/ 15875 h 101600"/>
                <a:gd name="csX13" fmla="*/ 292100 w 406400"/>
                <a:gd name="csY13" fmla="*/ 19050 h 101600"/>
                <a:gd name="csX14" fmla="*/ 371475 w 406400"/>
                <a:gd name="csY14" fmla="*/ 15875 h 101600"/>
                <a:gd name="csX15" fmla="*/ 400050 w 406400"/>
                <a:gd name="csY15" fmla="*/ 3175 h 101600"/>
                <a:gd name="csX16" fmla="*/ 406400 w 406400"/>
                <a:gd name="csY16" fmla="*/ 0 h 101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06400" h="101600">
                  <a:moveTo>
                    <a:pt x="0" y="101600"/>
                  </a:moveTo>
                  <a:cubicBezTo>
                    <a:pt x="4978" y="89985"/>
                    <a:pt x="7918" y="79398"/>
                    <a:pt x="15875" y="69850"/>
                  </a:cubicBezTo>
                  <a:cubicBezTo>
                    <a:pt x="18750" y="66401"/>
                    <a:pt x="22525" y="63774"/>
                    <a:pt x="25400" y="60325"/>
                  </a:cubicBezTo>
                  <a:cubicBezTo>
                    <a:pt x="27843" y="57394"/>
                    <a:pt x="28878" y="53313"/>
                    <a:pt x="31750" y="50800"/>
                  </a:cubicBezTo>
                  <a:cubicBezTo>
                    <a:pt x="37493" y="45774"/>
                    <a:pt x="45404" y="43496"/>
                    <a:pt x="50800" y="38100"/>
                  </a:cubicBezTo>
                  <a:cubicBezTo>
                    <a:pt x="58274" y="30626"/>
                    <a:pt x="69248" y="18407"/>
                    <a:pt x="79375" y="15875"/>
                  </a:cubicBezTo>
                  <a:cubicBezTo>
                    <a:pt x="83608" y="14817"/>
                    <a:pt x="87895" y="13954"/>
                    <a:pt x="92075" y="12700"/>
                  </a:cubicBezTo>
                  <a:cubicBezTo>
                    <a:pt x="98486" y="10777"/>
                    <a:pt x="104775" y="8467"/>
                    <a:pt x="111125" y="6350"/>
                  </a:cubicBezTo>
                  <a:cubicBezTo>
                    <a:pt x="114300" y="5292"/>
                    <a:pt x="117403" y="3987"/>
                    <a:pt x="120650" y="3175"/>
                  </a:cubicBezTo>
                  <a:lnTo>
                    <a:pt x="133350" y="0"/>
                  </a:lnTo>
                  <a:cubicBezTo>
                    <a:pt x="158750" y="1058"/>
                    <a:pt x="184226" y="941"/>
                    <a:pt x="209550" y="3175"/>
                  </a:cubicBezTo>
                  <a:cubicBezTo>
                    <a:pt x="285587" y="9884"/>
                    <a:pt x="218346" y="6204"/>
                    <a:pt x="250825" y="12700"/>
                  </a:cubicBezTo>
                  <a:cubicBezTo>
                    <a:pt x="258163" y="14168"/>
                    <a:pt x="265653" y="14737"/>
                    <a:pt x="273050" y="15875"/>
                  </a:cubicBezTo>
                  <a:cubicBezTo>
                    <a:pt x="279413" y="16854"/>
                    <a:pt x="285750" y="17992"/>
                    <a:pt x="292100" y="19050"/>
                  </a:cubicBezTo>
                  <a:cubicBezTo>
                    <a:pt x="318558" y="17992"/>
                    <a:pt x="345119" y="18426"/>
                    <a:pt x="371475" y="15875"/>
                  </a:cubicBezTo>
                  <a:cubicBezTo>
                    <a:pt x="386996" y="14373"/>
                    <a:pt x="389031" y="9786"/>
                    <a:pt x="400050" y="3175"/>
                  </a:cubicBezTo>
                  <a:cubicBezTo>
                    <a:pt x="402079" y="1957"/>
                    <a:pt x="404283" y="1058"/>
                    <a:pt x="406400" y="0"/>
                  </a:cubicBezTo>
                </a:path>
              </a:pathLst>
            </a:custGeom>
            <a:noFill/>
            <a:ln w="9525" cap="rnd">
              <a:solidFill>
                <a:srgbClr val="5236BE"/>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defRPr/>
              </a:pPr>
              <a:endParaRPr lang="en-US" sz="1800" noProof="0">
                <a:solidFill>
                  <a:srgbClr val="FFFFFF"/>
                </a:solidFill>
                <a:latin typeface="72 Brand"/>
              </a:endParaRPr>
            </a:p>
          </p:txBody>
        </p:sp>
        <p:sp>
          <p:nvSpPr>
            <p:cNvPr id="121" name="Freeform 120">
              <a:extLst>
                <a:ext uri="{FF2B5EF4-FFF2-40B4-BE49-F238E27FC236}">
                  <a16:creationId xmlns:a16="http://schemas.microsoft.com/office/drawing/2014/main" id="{BD0D7973-35BB-E7B3-3CF3-5CB656ADE635}"/>
                </a:ext>
              </a:extLst>
            </p:cNvPr>
            <p:cNvSpPr/>
            <p:nvPr/>
          </p:nvSpPr>
          <p:spPr>
            <a:xfrm>
              <a:off x="7404069" y="2425564"/>
              <a:ext cx="158026" cy="105351"/>
            </a:xfrm>
            <a:custGeom>
              <a:avLst/>
              <a:gdLst>
                <a:gd name="csX0" fmla="*/ 0 w 171450"/>
                <a:gd name="csY0" fmla="*/ 0 h 114300"/>
                <a:gd name="csX1" fmla="*/ 38100 w 171450"/>
                <a:gd name="csY1" fmla="*/ 41275 h 114300"/>
                <a:gd name="csX2" fmla="*/ 47625 w 171450"/>
                <a:gd name="csY2" fmla="*/ 50800 h 114300"/>
                <a:gd name="csX3" fmla="*/ 57150 w 171450"/>
                <a:gd name="csY3" fmla="*/ 57150 h 114300"/>
                <a:gd name="csX4" fmla="*/ 76200 w 171450"/>
                <a:gd name="csY4" fmla="*/ 73025 h 114300"/>
                <a:gd name="csX5" fmla="*/ 85725 w 171450"/>
                <a:gd name="csY5" fmla="*/ 76200 h 114300"/>
                <a:gd name="csX6" fmla="*/ 95250 w 171450"/>
                <a:gd name="csY6" fmla="*/ 82550 h 114300"/>
                <a:gd name="csX7" fmla="*/ 104775 w 171450"/>
                <a:gd name="csY7" fmla="*/ 85725 h 114300"/>
                <a:gd name="csX8" fmla="*/ 114300 w 171450"/>
                <a:gd name="csY8" fmla="*/ 92075 h 114300"/>
                <a:gd name="csX9" fmla="*/ 123825 w 171450"/>
                <a:gd name="csY9" fmla="*/ 95250 h 114300"/>
                <a:gd name="csX10" fmla="*/ 152400 w 171450"/>
                <a:gd name="csY10" fmla="*/ 107950 h 114300"/>
                <a:gd name="csX11" fmla="*/ 161925 w 171450"/>
                <a:gd name="csY11" fmla="*/ 111125 h 114300"/>
                <a:gd name="csX12" fmla="*/ 171450 w 171450"/>
                <a:gd name="csY12" fmla="*/ 114300 h 1143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71450" h="114300">
                  <a:moveTo>
                    <a:pt x="0" y="0"/>
                  </a:moveTo>
                  <a:cubicBezTo>
                    <a:pt x="24894" y="29043"/>
                    <a:pt x="12151" y="15326"/>
                    <a:pt x="38100" y="41275"/>
                  </a:cubicBezTo>
                  <a:cubicBezTo>
                    <a:pt x="41275" y="44450"/>
                    <a:pt x="43889" y="48309"/>
                    <a:pt x="47625" y="50800"/>
                  </a:cubicBezTo>
                  <a:cubicBezTo>
                    <a:pt x="50800" y="52917"/>
                    <a:pt x="54219" y="54707"/>
                    <a:pt x="57150" y="57150"/>
                  </a:cubicBezTo>
                  <a:cubicBezTo>
                    <a:pt x="67683" y="65927"/>
                    <a:pt x="64376" y="67113"/>
                    <a:pt x="76200" y="73025"/>
                  </a:cubicBezTo>
                  <a:cubicBezTo>
                    <a:pt x="79193" y="74522"/>
                    <a:pt x="82732" y="74703"/>
                    <a:pt x="85725" y="76200"/>
                  </a:cubicBezTo>
                  <a:cubicBezTo>
                    <a:pt x="89138" y="77907"/>
                    <a:pt x="91837" y="80843"/>
                    <a:pt x="95250" y="82550"/>
                  </a:cubicBezTo>
                  <a:cubicBezTo>
                    <a:pt x="98243" y="84047"/>
                    <a:pt x="101782" y="84228"/>
                    <a:pt x="104775" y="85725"/>
                  </a:cubicBezTo>
                  <a:cubicBezTo>
                    <a:pt x="108188" y="87432"/>
                    <a:pt x="110887" y="90368"/>
                    <a:pt x="114300" y="92075"/>
                  </a:cubicBezTo>
                  <a:cubicBezTo>
                    <a:pt x="117293" y="93572"/>
                    <a:pt x="120832" y="93753"/>
                    <a:pt x="123825" y="95250"/>
                  </a:cubicBezTo>
                  <a:cubicBezTo>
                    <a:pt x="154014" y="110344"/>
                    <a:pt x="103253" y="91568"/>
                    <a:pt x="152400" y="107950"/>
                  </a:cubicBezTo>
                  <a:lnTo>
                    <a:pt x="161925" y="111125"/>
                  </a:lnTo>
                  <a:lnTo>
                    <a:pt x="171450" y="114300"/>
                  </a:lnTo>
                </a:path>
              </a:pathLst>
            </a:custGeom>
            <a:noFill/>
            <a:ln w="9525" cap="rnd">
              <a:solidFill>
                <a:srgbClr val="5236BE"/>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defRPr/>
              </a:pPr>
              <a:endParaRPr lang="en-US" sz="1800" noProof="0">
                <a:solidFill>
                  <a:srgbClr val="FFFFFF"/>
                </a:solidFill>
                <a:latin typeface="72 Brand"/>
              </a:endParaRPr>
            </a:p>
          </p:txBody>
        </p:sp>
        <p:sp>
          <p:nvSpPr>
            <p:cNvPr id="129" name="Freeform 128">
              <a:extLst>
                <a:ext uri="{FF2B5EF4-FFF2-40B4-BE49-F238E27FC236}">
                  <a16:creationId xmlns:a16="http://schemas.microsoft.com/office/drawing/2014/main" id="{A0C39910-D10B-5C9C-3766-C3CECD93EE2E}"/>
                </a:ext>
              </a:extLst>
            </p:cNvPr>
            <p:cNvSpPr/>
            <p:nvPr/>
          </p:nvSpPr>
          <p:spPr>
            <a:xfrm rot="21030980">
              <a:off x="8170445" y="2754622"/>
              <a:ext cx="213116" cy="45719"/>
            </a:xfrm>
            <a:custGeom>
              <a:avLst/>
              <a:gdLst>
                <a:gd name="csX0" fmla="*/ 0 w 203200"/>
                <a:gd name="csY0" fmla="*/ 0 h 66675"/>
                <a:gd name="csX1" fmla="*/ 34925 w 203200"/>
                <a:gd name="csY1" fmla="*/ 12700 h 66675"/>
                <a:gd name="csX2" fmla="*/ 57150 w 203200"/>
                <a:gd name="csY2" fmla="*/ 25400 h 66675"/>
                <a:gd name="csX3" fmla="*/ 82550 w 203200"/>
                <a:gd name="csY3" fmla="*/ 31750 h 66675"/>
                <a:gd name="csX4" fmla="*/ 95250 w 203200"/>
                <a:gd name="csY4" fmla="*/ 38100 h 66675"/>
                <a:gd name="csX5" fmla="*/ 114300 w 203200"/>
                <a:gd name="csY5" fmla="*/ 44450 h 66675"/>
                <a:gd name="csX6" fmla="*/ 133350 w 203200"/>
                <a:gd name="csY6" fmla="*/ 50800 h 66675"/>
                <a:gd name="csX7" fmla="*/ 142875 w 203200"/>
                <a:gd name="csY7" fmla="*/ 53975 h 66675"/>
                <a:gd name="csX8" fmla="*/ 152400 w 203200"/>
                <a:gd name="csY8" fmla="*/ 57150 h 66675"/>
                <a:gd name="csX9" fmla="*/ 171450 w 203200"/>
                <a:gd name="csY9" fmla="*/ 60325 h 66675"/>
                <a:gd name="csX10" fmla="*/ 203200 w 203200"/>
                <a:gd name="csY10" fmla="*/ 66675 h 666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03200" h="66675">
                  <a:moveTo>
                    <a:pt x="0" y="0"/>
                  </a:moveTo>
                  <a:cubicBezTo>
                    <a:pt x="18803" y="5372"/>
                    <a:pt x="20231" y="4304"/>
                    <a:pt x="34925" y="12700"/>
                  </a:cubicBezTo>
                  <a:cubicBezTo>
                    <a:pt x="44680" y="18274"/>
                    <a:pt x="45637" y="21562"/>
                    <a:pt x="57150" y="25400"/>
                  </a:cubicBezTo>
                  <a:cubicBezTo>
                    <a:pt x="65429" y="28160"/>
                    <a:pt x="74744" y="27847"/>
                    <a:pt x="82550" y="31750"/>
                  </a:cubicBezTo>
                  <a:cubicBezTo>
                    <a:pt x="86783" y="33867"/>
                    <a:pt x="90856" y="36342"/>
                    <a:pt x="95250" y="38100"/>
                  </a:cubicBezTo>
                  <a:cubicBezTo>
                    <a:pt x="101465" y="40586"/>
                    <a:pt x="107950" y="42333"/>
                    <a:pt x="114300" y="44450"/>
                  </a:cubicBezTo>
                  <a:lnTo>
                    <a:pt x="133350" y="50800"/>
                  </a:lnTo>
                  <a:lnTo>
                    <a:pt x="142875" y="53975"/>
                  </a:lnTo>
                  <a:cubicBezTo>
                    <a:pt x="146050" y="55033"/>
                    <a:pt x="149099" y="56600"/>
                    <a:pt x="152400" y="57150"/>
                  </a:cubicBezTo>
                  <a:cubicBezTo>
                    <a:pt x="158750" y="58208"/>
                    <a:pt x="165123" y="59139"/>
                    <a:pt x="171450" y="60325"/>
                  </a:cubicBezTo>
                  <a:cubicBezTo>
                    <a:pt x="182058" y="62314"/>
                    <a:pt x="203200" y="66675"/>
                    <a:pt x="203200" y="66675"/>
                  </a:cubicBezTo>
                </a:path>
              </a:pathLst>
            </a:custGeom>
            <a:noFill/>
            <a:ln w="9525" cap="rnd">
              <a:solidFill>
                <a:srgbClr val="5236BE"/>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defRPr/>
              </a:pPr>
              <a:endParaRPr lang="en-US" sz="1800" noProof="0">
                <a:solidFill>
                  <a:srgbClr val="FFFFFF"/>
                </a:solidFill>
                <a:latin typeface="72 Brand"/>
              </a:endParaRPr>
            </a:p>
          </p:txBody>
        </p:sp>
        <p:sp>
          <p:nvSpPr>
            <p:cNvPr id="130" name="Freeform 129">
              <a:extLst>
                <a:ext uri="{FF2B5EF4-FFF2-40B4-BE49-F238E27FC236}">
                  <a16:creationId xmlns:a16="http://schemas.microsoft.com/office/drawing/2014/main" id="{ABD20302-9D4A-041F-49B2-2424EED333CF}"/>
                </a:ext>
              </a:extLst>
            </p:cNvPr>
            <p:cNvSpPr/>
            <p:nvPr/>
          </p:nvSpPr>
          <p:spPr>
            <a:xfrm rot="19403125">
              <a:off x="9056210" y="2733425"/>
              <a:ext cx="92979" cy="45719"/>
            </a:xfrm>
            <a:custGeom>
              <a:avLst/>
              <a:gdLst>
                <a:gd name="csX0" fmla="*/ 0 w 203200"/>
                <a:gd name="csY0" fmla="*/ 0 h 66675"/>
                <a:gd name="csX1" fmla="*/ 34925 w 203200"/>
                <a:gd name="csY1" fmla="*/ 12700 h 66675"/>
                <a:gd name="csX2" fmla="*/ 57150 w 203200"/>
                <a:gd name="csY2" fmla="*/ 25400 h 66675"/>
                <a:gd name="csX3" fmla="*/ 82550 w 203200"/>
                <a:gd name="csY3" fmla="*/ 31750 h 66675"/>
                <a:gd name="csX4" fmla="*/ 95250 w 203200"/>
                <a:gd name="csY4" fmla="*/ 38100 h 66675"/>
                <a:gd name="csX5" fmla="*/ 114300 w 203200"/>
                <a:gd name="csY5" fmla="*/ 44450 h 66675"/>
                <a:gd name="csX6" fmla="*/ 133350 w 203200"/>
                <a:gd name="csY6" fmla="*/ 50800 h 66675"/>
                <a:gd name="csX7" fmla="*/ 142875 w 203200"/>
                <a:gd name="csY7" fmla="*/ 53975 h 66675"/>
                <a:gd name="csX8" fmla="*/ 152400 w 203200"/>
                <a:gd name="csY8" fmla="*/ 57150 h 66675"/>
                <a:gd name="csX9" fmla="*/ 171450 w 203200"/>
                <a:gd name="csY9" fmla="*/ 60325 h 66675"/>
                <a:gd name="csX10" fmla="*/ 203200 w 203200"/>
                <a:gd name="csY10" fmla="*/ 66675 h 666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03200" h="66675">
                  <a:moveTo>
                    <a:pt x="0" y="0"/>
                  </a:moveTo>
                  <a:cubicBezTo>
                    <a:pt x="18803" y="5372"/>
                    <a:pt x="20231" y="4304"/>
                    <a:pt x="34925" y="12700"/>
                  </a:cubicBezTo>
                  <a:cubicBezTo>
                    <a:pt x="44680" y="18274"/>
                    <a:pt x="45637" y="21562"/>
                    <a:pt x="57150" y="25400"/>
                  </a:cubicBezTo>
                  <a:cubicBezTo>
                    <a:pt x="65429" y="28160"/>
                    <a:pt x="74744" y="27847"/>
                    <a:pt x="82550" y="31750"/>
                  </a:cubicBezTo>
                  <a:cubicBezTo>
                    <a:pt x="86783" y="33867"/>
                    <a:pt x="90856" y="36342"/>
                    <a:pt x="95250" y="38100"/>
                  </a:cubicBezTo>
                  <a:cubicBezTo>
                    <a:pt x="101465" y="40586"/>
                    <a:pt x="107950" y="42333"/>
                    <a:pt x="114300" y="44450"/>
                  </a:cubicBezTo>
                  <a:lnTo>
                    <a:pt x="133350" y="50800"/>
                  </a:lnTo>
                  <a:lnTo>
                    <a:pt x="142875" y="53975"/>
                  </a:lnTo>
                  <a:cubicBezTo>
                    <a:pt x="146050" y="55033"/>
                    <a:pt x="149099" y="56600"/>
                    <a:pt x="152400" y="57150"/>
                  </a:cubicBezTo>
                  <a:cubicBezTo>
                    <a:pt x="158750" y="58208"/>
                    <a:pt x="165123" y="59139"/>
                    <a:pt x="171450" y="60325"/>
                  </a:cubicBezTo>
                  <a:cubicBezTo>
                    <a:pt x="182058" y="62314"/>
                    <a:pt x="203200" y="66675"/>
                    <a:pt x="203200" y="66675"/>
                  </a:cubicBezTo>
                </a:path>
              </a:pathLst>
            </a:custGeom>
            <a:noFill/>
            <a:ln w="9525" cap="rnd">
              <a:solidFill>
                <a:srgbClr val="5236BE"/>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defRPr/>
              </a:pPr>
              <a:endParaRPr lang="en-US" sz="1800" noProof="0">
                <a:solidFill>
                  <a:srgbClr val="FFFFFF"/>
                </a:solidFill>
                <a:latin typeface="72 Brand"/>
              </a:endParaRPr>
            </a:p>
          </p:txBody>
        </p:sp>
        <p:sp>
          <p:nvSpPr>
            <p:cNvPr id="131" name="Freeform 130">
              <a:extLst>
                <a:ext uri="{FF2B5EF4-FFF2-40B4-BE49-F238E27FC236}">
                  <a16:creationId xmlns:a16="http://schemas.microsoft.com/office/drawing/2014/main" id="{424DA864-681B-B8BA-90A1-9C9A60A88686}"/>
                </a:ext>
              </a:extLst>
            </p:cNvPr>
            <p:cNvSpPr/>
            <p:nvPr/>
          </p:nvSpPr>
          <p:spPr>
            <a:xfrm flipH="1">
              <a:off x="9029427" y="2275986"/>
              <a:ext cx="437978" cy="62570"/>
            </a:xfrm>
            <a:custGeom>
              <a:avLst/>
              <a:gdLst>
                <a:gd name="csX0" fmla="*/ 0 w 406400"/>
                <a:gd name="csY0" fmla="*/ 101600 h 101600"/>
                <a:gd name="csX1" fmla="*/ 15875 w 406400"/>
                <a:gd name="csY1" fmla="*/ 69850 h 101600"/>
                <a:gd name="csX2" fmla="*/ 25400 w 406400"/>
                <a:gd name="csY2" fmla="*/ 60325 h 101600"/>
                <a:gd name="csX3" fmla="*/ 31750 w 406400"/>
                <a:gd name="csY3" fmla="*/ 50800 h 101600"/>
                <a:gd name="csX4" fmla="*/ 50800 w 406400"/>
                <a:gd name="csY4" fmla="*/ 38100 h 101600"/>
                <a:gd name="csX5" fmla="*/ 79375 w 406400"/>
                <a:gd name="csY5" fmla="*/ 15875 h 101600"/>
                <a:gd name="csX6" fmla="*/ 92075 w 406400"/>
                <a:gd name="csY6" fmla="*/ 12700 h 101600"/>
                <a:gd name="csX7" fmla="*/ 111125 w 406400"/>
                <a:gd name="csY7" fmla="*/ 6350 h 101600"/>
                <a:gd name="csX8" fmla="*/ 120650 w 406400"/>
                <a:gd name="csY8" fmla="*/ 3175 h 101600"/>
                <a:gd name="csX9" fmla="*/ 133350 w 406400"/>
                <a:gd name="csY9" fmla="*/ 0 h 101600"/>
                <a:gd name="csX10" fmla="*/ 209550 w 406400"/>
                <a:gd name="csY10" fmla="*/ 3175 h 101600"/>
                <a:gd name="csX11" fmla="*/ 250825 w 406400"/>
                <a:gd name="csY11" fmla="*/ 12700 h 101600"/>
                <a:gd name="csX12" fmla="*/ 273050 w 406400"/>
                <a:gd name="csY12" fmla="*/ 15875 h 101600"/>
                <a:gd name="csX13" fmla="*/ 292100 w 406400"/>
                <a:gd name="csY13" fmla="*/ 19050 h 101600"/>
                <a:gd name="csX14" fmla="*/ 371475 w 406400"/>
                <a:gd name="csY14" fmla="*/ 15875 h 101600"/>
                <a:gd name="csX15" fmla="*/ 400050 w 406400"/>
                <a:gd name="csY15" fmla="*/ 3175 h 101600"/>
                <a:gd name="csX16" fmla="*/ 406400 w 406400"/>
                <a:gd name="csY16" fmla="*/ 0 h 101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06400" h="101600">
                  <a:moveTo>
                    <a:pt x="0" y="101600"/>
                  </a:moveTo>
                  <a:cubicBezTo>
                    <a:pt x="4978" y="89985"/>
                    <a:pt x="7918" y="79398"/>
                    <a:pt x="15875" y="69850"/>
                  </a:cubicBezTo>
                  <a:cubicBezTo>
                    <a:pt x="18750" y="66401"/>
                    <a:pt x="22525" y="63774"/>
                    <a:pt x="25400" y="60325"/>
                  </a:cubicBezTo>
                  <a:cubicBezTo>
                    <a:pt x="27843" y="57394"/>
                    <a:pt x="28878" y="53313"/>
                    <a:pt x="31750" y="50800"/>
                  </a:cubicBezTo>
                  <a:cubicBezTo>
                    <a:pt x="37493" y="45774"/>
                    <a:pt x="45404" y="43496"/>
                    <a:pt x="50800" y="38100"/>
                  </a:cubicBezTo>
                  <a:cubicBezTo>
                    <a:pt x="58274" y="30626"/>
                    <a:pt x="69248" y="18407"/>
                    <a:pt x="79375" y="15875"/>
                  </a:cubicBezTo>
                  <a:cubicBezTo>
                    <a:pt x="83608" y="14817"/>
                    <a:pt x="87895" y="13954"/>
                    <a:pt x="92075" y="12700"/>
                  </a:cubicBezTo>
                  <a:cubicBezTo>
                    <a:pt x="98486" y="10777"/>
                    <a:pt x="104775" y="8467"/>
                    <a:pt x="111125" y="6350"/>
                  </a:cubicBezTo>
                  <a:cubicBezTo>
                    <a:pt x="114300" y="5292"/>
                    <a:pt x="117403" y="3987"/>
                    <a:pt x="120650" y="3175"/>
                  </a:cubicBezTo>
                  <a:lnTo>
                    <a:pt x="133350" y="0"/>
                  </a:lnTo>
                  <a:cubicBezTo>
                    <a:pt x="158750" y="1058"/>
                    <a:pt x="184226" y="941"/>
                    <a:pt x="209550" y="3175"/>
                  </a:cubicBezTo>
                  <a:cubicBezTo>
                    <a:pt x="285587" y="9884"/>
                    <a:pt x="218346" y="6204"/>
                    <a:pt x="250825" y="12700"/>
                  </a:cubicBezTo>
                  <a:cubicBezTo>
                    <a:pt x="258163" y="14168"/>
                    <a:pt x="265653" y="14737"/>
                    <a:pt x="273050" y="15875"/>
                  </a:cubicBezTo>
                  <a:cubicBezTo>
                    <a:pt x="279413" y="16854"/>
                    <a:pt x="285750" y="17992"/>
                    <a:pt x="292100" y="19050"/>
                  </a:cubicBezTo>
                  <a:cubicBezTo>
                    <a:pt x="318558" y="17992"/>
                    <a:pt x="345119" y="18426"/>
                    <a:pt x="371475" y="15875"/>
                  </a:cubicBezTo>
                  <a:cubicBezTo>
                    <a:pt x="386996" y="14373"/>
                    <a:pt x="389031" y="9786"/>
                    <a:pt x="400050" y="3175"/>
                  </a:cubicBezTo>
                  <a:cubicBezTo>
                    <a:pt x="402079" y="1957"/>
                    <a:pt x="404283" y="1058"/>
                    <a:pt x="406400" y="0"/>
                  </a:cubicBezTo>
                </a:path>
              </a:pathLst>
            </a:custGeom>
            <a:noFill/>
            <a:ln w="9525" cap="rnd">
              <a:solidFill>
                <a:srgbClr val="5236BE"/>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defRPr/>
              </a:pPr>
              <a:endParaRPr lang="en-US" sz="1800" noProof="0">
                <a:solidFill>
                  <a:srgbClr val="FFFFFF"/>
                </a:solidFill>
                <a:latin typeface="72 Brand"/>
              </a:endParaRPr>
            </a:p>
          </p:txBody>
        </p:sp>
        <p:sp>
          <p:nvSpPr>
            <p:cNvPr id="132" name="Freeform 131">
              <a:extLst>
                <a:ext uri="{FF2B5EF4-FFF2-40B4-BE49-F238E27FC236}">
                  <a16:creationId xmlns:a16="http://schemas.microsoft.com/office/drawing/2014/main" id="{FD6824B6-E428-90BB-7D2A-9EAE9A590727}"/>
                </a:ext>
              </a:extLst>
            </p:cNvPr>
            <p:cNvSpPr/>
            <p:nvPr/>
          </p:nvSpPr>
          <p:spPr>
            <a:xfrm rot="11700000" flipH="1">
              <a:off x="9745634" y="2321843"/>
              <a:ext cx="239770" cy="147141"/>
            </a:xfrm>
            <a:custGeom>
              <a:avLst/>
              <a:gdLst>
                <a:gd name="csX0" fmla="*/ 0 w 171450"/>
                <a:gd name="csY0" fmla="*/ 0 h 114300"/>
                <a:gd name="csX1" fmla="*/ 38100 w 171450"/>
                <a:gd name="csY1" fmla="*/ 41275 h 114300"/>
                <a:gd name="csX2" fmla="*/ 47625 w 171450"/>
                <a:gd name="csY2" fmla="*/ 50800 h 114300"/>
                <a:gd name="csX3" fmla="*/ 57150 w 171450"/>
                <a:gd name="csY3" fmla="*/ 57150 h 114300"/>
                <a:gd name="csX4" fmla="*/ 76200 w 171450"/>
                <a:gd name="csY4" fmla="*/ 73025 h 114300"/>
                <a:gd name="csX5" fmla="*/ 85725 w 171450"/>
                <a:gd name="csY5" fmla="*/ 76200 h 114300"/>
                <a:gd name="csX6" fmla="*/ 95250 w 171450"/>
                <a:gd name="csY6" fmla="*/ 82550 h 114300"/>
                <a:gd name="csX7" fmla="*/ 104775 w 171450"/>
                <a:gd name="csY7" fmla="*/ 85725 h 114300"/>
                <a:gd name="csX8" fmla="*/ 114300 w 171450"/>
                <a:gd name="csY8" fmla="*/ 92075 h 114300"/>
                <a:gd name="csX9" fmla="*/ 123825 w 171450"/>
                <a:gd name="csY9" fmla="*/ 95250 h 114300"/>
                <a:gd name="csX10" fmla="*/ 152400 w 171450"/>
                <a:gd name="csY10" fmla="*/ 107950 h 114300"/>
                <a:gd name="csX11" fmla="*/ 161925 w 171450"/>
                <a:gd name="csY11" fmla="*/ 111125 h 114300"/>
                <a:gd name="csX12" fmla="*/ 171450 w 171450"/>
                <a:gd name="csY12" fmla="*/ 114300 h 1143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71450" h="114300">
                  <a:moveTo>
                    <a:pt x="0" y="0"/>
                  </a:moveTo>
                  <a:cubicBezTo>
                    <a:pt x="24894" y="29043"/>
                    <a:pt x="12151" y="15326"/>
                    <a:pt x="38100" y="41275"/>
                  </a:cubicBezTo>
                  <a:cubicBezTo>
                    <a:pt x="41275" y="44450"/>
                    <a:pt x="43889" y="48309"/>
                    <a:pt x="47625" y="50800"/>
                  </a:cubicBezTo>
                  <a:cubicBezTo>
                    <a:pt x="50800" y="52917"/>
                    <a:pt x="54219" y="54707"/>
                    <a:pt x="57150" y="57150"/>
                  </a:cubicBezTo>
                  <a:cubicBezTo>
                    <a:pt x="67683" y="65927"/>
                    <a:pt x="64376" y="67113"/>
                    <a:pt x="76200" y="73025"/>
                  </a:cubicBezTo>
                  <a:cubicBezTo>
                    <a:pt x="79193" y="74522"/>
                    <a:pt x="82732" y="74703"/>
                    <a:pt x="85725" y="76200"/>
                  </a:cubicBezTo>
                  <a:cubicBezTo>
                    <a:pt x="89138" y="77907"/>
                    <a:pt x="91837" y="80843"/>
                    <a:pt x="95250" y="82550"/>
                  </a:cubicBezTo>
                  <a:cubicBezTo>
                    <a:pt x="98243" y="84047"/>
                    <a:pt x="101782" y="84228"/>
                    <a:pt x="104775" y="85725"/>
                  </a:cubicBezTo>
                  <a:cubicBezTo>
                    <a:pt x="108188" y="87432"/>
                    <a:pt x="110887" y="90368"/>
                    <a:pt x="114300" y="92075"/>
                  </a:cubicBezTo>
                  <a:cubicBezTo>
                    <a:pt x="117293" y="93572"/>
                    <a:pt x="120832" y="93753"/>
                    <a:pt x="123825" y="95250"/>
                  </a:cubicBezTo>
                  <a:cubicBezTo>
                    <a:pt x="154014" y="110344"/>
                    <a:pt x="103253" y="91568"/>
                    <a:pt x="152400" y="107950"/>
                  </a:cubicBezTo>
                  <a:lnTo>
                    <a:pt x="161925" y="111125"/>
                  </a:lnTo>
                  <a:lnTo>
                    <a:pt x="171450" y="114300"/>
                  </a:lnTo>
                </a:path>
              </a:pathLst>
            </a:custGeom>
            <a:noFill/>
            <a:ln w="9525" cap="rnd">
              <a:solidFill>
                <a:srgbClr val="5236BE"/>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defRPr/>
              </a:pPr>
              <a:endParaRPr lang="en-US" sz="1800" noProof="0">
                <a:solidFill>
                  <a:srgbClr val="FFFFFF"/>
                </a:solidFill>
                <a:latin typeface="72 Brand"/>
              </a:endParaRPr>
            </a:p>
          </p:txBody>
        </p:sp>
        <p:pic>
          <p:nvPicPr>
            <p:cNvPr id="133" name="Graphic 132">
              <a:extLst>
                <a:ext uri="{FF2B5EF4-FFF2-40B4-BE49-F238E27FC236}">
                  <a16:creationId xmlns:a16="http://schemas.microsoft.com/office/drawing/2014/main" id="{F202989E-09AB-FDB6-0D8E-1F936EC4AD94}"/>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9209074" y="2180318"/>
              <a:ext cx="513414" cy="513414"/>
            </a:xfrm>
            <a:prstGeom prst="rect">
              <a:avLst/>
            </a:prstGeom>
          </p:spPr>
        </p:pic>
        <p:sp>
          <p:nvSpPr>
            <p:cNvPr id="608" name="Google Shape;2513;p187">
              <a:extLst>
                <a:ext uri="{FF2B5EF4-FFF2-40B4-BE49-F238E27FC236}">
                  <a16:creationId xmlns:a16="http://schemas.microsoft.com/office/drawing/2014/main" id="{8B323093-C765-64CD-07A2-B5ABB0BBDFA1}"/>
                </a:ext>
              </a:extLst>
            </p:cNvPr>
            <p:cNvSpPr/>
            <p:nvPr/>
          </p:nvSpPr>
          <p:spPr>
            <a:xfrm>
              <a:off x="9157603" y="2644322"/>
              <a:ext cx="600028" cy="234620"/>
            </a:xfrm>
            <a:prstGeom prst="roundRect">
              <a:avLst>
                <a:gd name="adj" fmla="val 45977"/>
              </a:avLst>
            </a:prstGeom>
            <a:solidFill>
              <a:srgbClr val="E2D9FF">
                <a:alpha val="89804"/>
              </a:srgbClr>
            </a:solidFill>
            <a:ln w="6350" cap="flat" cmpd="sng">
              <a:solidFill>
                <a:schemeClr val="bg1"/>
              </a:solidFill>
              <a:prstDash val="solid"/>
              <a:round/>
              <a:headEnd type="none" w="sm" len="sm"/>
              <a:tailEnd type="none" w="sm" len="sm"/>
            </a:ln>
          </p:spPr>
          <p:txBody>
            <a:bodyPr spcFirstLastPara="1" wrap="square" lIns="0" tIns="0" rIns="0" bIns="0" anchor="ctr" anchorCtr="0">
              <a:noAutofit/>
            </a:bodyPr>
            <a:lstStyle/>
            <a:p>
              <a:pPr algn="ctr" defTabSz="914400">
                <a:defRPr/>
              </a:pPr>
              <a:r>
                <a:rPr lang="en-US" sz="600" noProof="0">
                  <a:solidFill>
                    <a:srgbClr val="1C0B6F"/>
                  </a:solidFill>
                  <a:latin typeface="72 Brand Medium"/>
                </a:rPr>
                <a:t>Autonomous HCM</a:t>
              </a:r>
            </a:p>
          </p:txBody>
        </p:sp>
        <p:pic>
          <p:nvPicPr>
            <p:cNvPr id="609" name="Graphic 608">
              <a:extLst>
                <a:ext uri="{FF2B5EF4-FFF2-40B4-BE49-F238E27FC236}">
                  <a16:creationId xmlns:a16="http://schemas.microsoft.com/office/drawing/2014/main" id="{9C973428-C3D6-1251-547B-3F18B3A76BB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flipV="1">
              <a:off x="11166832" y="3464899"/>
              <a:ext cx="195637" cy="69287"/>
            </a:xfrm>
            <a:prstGeom prst="rect">
              <a:avLst/>
            </a:prstGeom>
          </p:spPr>
        </p:pic>
        <p:pic>
          <p:nvPicPr>
            <p:cNvPr id="610" name="Graphic 609">
              <a:extLst>
                <a:ext uri="{FF2B5EF4-FFF2-40B4-BE49-F238E27FC236}">
                  <a16:creationId xmlns:a16="http://schemas.microsoft.com/office/drawing/2014/main" id="{2F07FE66-6B7D-920A-0C06-70EBEEB6420C}"/>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flipV="1">
              <a:off x="10891339" y="3468823"/>
              <a:ext cx="195637" cy="69287"/>
            </a:xfrm>
            <a:prstGeom prst="rect">
              <a:avLst/>
            </a:prstGeom>
          </p:spPr>
        </p:pic>
        <p:pic>
          <p:nvPicPr>
            <p:cNvPr id="611" name="Graphic 610">
              <a:extLst>
                <a:ext uri="{FF2B5EF4-FFF2-40B4-BE49-F238E27FC236}">
                  <a16:creationId xmlns:a16="http://schemas.microsoft.com/office/drawing/2014/main" id="{B11611E4-162A-5548-1347-EE0966A5845C}"/>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flipV="1">
              <a:off x="10644157" y="3464899"/>
              <a:ext cx="195637" cy="69287"/>
            </a:xfrm>
            <a:prstGeom prst="rect">
              <a:avLst/>
            </a:prstGeom>
          </p:spPr>
        </p:pic>
        <p:pic>
          <p:nvPicPr>
            <p:cNvPr id="612" name="Graphic 611">
              <a:extLst>
                <a:ext uri="{FF2B5EF4-FFF2-40B4-BE49-F238E27FC236}">
                  <a16:creationId xmlns:a16="http://schemas.microsoft.com/office/drawing/2014/main" id="{C6FF1FAF-0053-D6AF-4036-89D7B8EC133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flipV="1">
              <a:off x="10389434" y="3460975"/>
              <a:ext cx="195637" cy="69287"/>
            </a:xfrm>
            <a:prstGeom prst="rect">
              <a:avLst/>
            </a:prstGeom>
          </p:spPr>
        </p:pic>
        <p:pic>
          <p:nvPicPr>
            <p:cNvPr id="613" name="Graphic 612">
              <a:extLst>
                <a:ext uri="{FF2B5EF4-FFF2-40B4-BE49-F238E27FC236}">
                  <a16:creationId xmlns:a16="http://schemas.microsoft.com/office/drawing/2014/main" id="{2842D557-45FF-FEE7-97CE-79B06E656D74}"/>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flipV="1">
              <a:off x="9625684" y="3470881"/>
              <a:ext cx="175131" cy="95995"/>
            </a:xfrm>
            <a:prstGeom prst="rect">
              <a:avLst/>
            </a:prstGeom>
          </p:spPr>
        </p:pic>
        <p:pic>
          <p:nvPicPr>
            <p:cNvPr id="614" name="Graphic 613">
              <a:extLst>
                <a:ext uri="{FF2B5EF4-FFF2-40B4-BE49-F238E27FC236}">
                  <a16:creationId xmlns:a16="http://schemas.microsoft.com/office/drawing/2014/main" id="{CDFBA27A-5FB7-6D1F-E864-225781354CFE}"/>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flipV="1">
              <a:off x="6282473" y="3490502"/>
              <a:ext cx="195637" cy="95995"/>
            </a:xfrm>
            <a:prstGeom prst="rect">
              <a:avLst/>
            </a:prstGeom>
          </p:spPr>
        </p:pic>
        <p:pic>
          <p:nvPicPr>
            <p:cNvPr id="615" name="Graphic 614">
              <a:extLst>
                <a:ext uri="{FF2B5EF4-FFF2-40B4-BE49-F238E27FC236}">
                  <a16:creationId xmlns:a16="http://schemas.microsoft.com/office/drawing/2014/main" id="{D2EB67FB-80CC-1C81-9FAA-A24DDF5A504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flipV="1">
              <a:off x="6531825" y="3476297"/>
              <a:ext cx="195637" cy="66876"/>
            </a:xfrm>
            <a:prstGeom prst="rect">
              <a:avLst/>
            </a:prstGeom>
          </p:spPr>
        </p:pic>
        <p:pic>
          <p:nvPicPr>
            <p:cNvPr id="616" name="Graphic 615">
              <a:extLst>
                <a:ext uri="{FF2B5EF4-FFF2-40B4-BE49-F238E27FC236}">
                  <a16:creationId xmlns:a16="http://schemas.microsoft.com/office/drawing/2014/main" id="{541BB1E7-71F6-23A2-E5E1-4EC43CDD950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flipV="1">
              <a:off x="7030255" y="3486754"/>
              <a:ext cx="195637" cy="95995"/>
            </a:xfrm>
            <a:prstGeom prst="rect">
              <a:avLst/>
            </a:prstGeom>
          </p:spPr>
        </p:pic>
        <p:pic>
          <p:nvPicPr>
            <p:cNvPr id="617" name="Graphic 616">
              <a:extLst>
                <a:ext uri="{FF2B5EF4-FFF2-40B4-BE49-F238E27FC236}">
                  <a16:creationId xmlns:a16="http://schemas.microsoft.com/office/drawing/2014/main" id="{1769093F-D071-AC9A-1375-881617A6B3EE}"/>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flipV="1">
              <a:off x="5992532" y="3169299"/>
              <a:ext cx="195637" cy="125401"/>
            </a:xfrm>
            <a:prstGeom prst="rect">
              <a:avLst/>
            </a:prstGeom>
          </p:spPr>
        </p:pic>
        <p:pic>
          <p:nvPicPr>
            <p:cNvPr id="618" name="Graphic 617">
              <a:extLst>
                <a:ext uri="{FF2B5EF4-FFF2-40B4-BE49-F238E27FC236}">
                  <a16:creationId xmlns:a16="http://schemas.microsoft.com/office/drawing/2014/main" id="{03465AC0-CA0A-6478-2270-F10E99BC897D}"/>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flipV="1">
              <a:off x="6230112" y="3173275"/>
              <a:ext cx="195637" cy="125401"/>
            </a:xfrm>
            <a:prstGeom prst="rect">
              <a:avLst/>
            </a:prstGeom>
          </p:spPr>
        </p:pic>
        <p:pic>
          <p:nvPicPr>
            <p:cNvPr id="619" name="Graphic 618">
              <a:extLst>
                <a:ext uri="{FF2B5EF4-FFF2-40B4-BE49-F238E27FC236}">
                  <a16:creationId xmlns:a16="http://schemas.microsoft.com/office/drawing/2014/main" id="{EE77E024-D066-E263-2CA7-C069C2236B79}"/>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flipV="1">
              <a:off x="6349175" y="3173275"/>
              <a:ext cx="195637" cy="125401"/>
            </a:xfrm>
            <a:prstGeom prst="rect">
              <a:avLst/>
            </a:prstGeom>
          </p:spPr>
        </p:pic>
        <p:pic>
          <p:nvPicPr>
            <p:cNvPr id="620" name="Graphic 619">
              <a:extLst>
                <a:ext uri="{FF2B5EF4-FFF2-40B4-BE49-F238E27FC236}">
                  <a16:creationId xmlns:a16="http://schemas.microsoft.com/office/drawing/2014/main" id="{84795BBB-F6A6-225B-E15F-450736E4B74D}"/>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flipV="1">
              <a:off x="6457911" y="3190117"/>
              <a:ext cx="195637" cy="104584"/>
            </a:xfrm>
            <a:prstGeom prst="rect">
              <a:avLst/>
            </a:prstGeom>
          </p:spPr>
        </p:pic>
        <p:pic>
          <p:nvPicPr>
            <p:cNvPr id="621" name="Graphic 620">
              <a:extLst>
                <a:ext uri="{FF2B5EF4-FFF2-40B4-BE49-F238E27FC236}">
                  <a16:creationId xmlns:a16="http://schemas.microsoft.com/office/drawing/2014/main" id="{8F43578D-1AD0-C2F9-1CC8-254B9CBF382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flipV="1">
              <a:off x="6573237" y="3183588"/>
              <a:ext cx="195637" cy="125401"/>
            </a:xfrm>
            <a:prstGeom prst="rect">
              <a:avLst/>
            </a:prstGeom>
          </p:spPr>
        </p:pic>
        <p:pic>
          <p:nvPicPr>
            <p:cNvPr id="622" name="Graphic 621">
              <a:extLst>
                <a:ext uri="{FF2B5EF4-FFF2-40B4-BE49-F238E27FC236}">
                  <a16:creationId xmlns:a16="http://schemas.microsoft.com/office/drawing/2014/main" id="{BBB05279-C870-E234-69E9-9FB98EB9E80E}"/>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flipV="1">
              <a:off x="10939254" y="3178236"/>
              <a:ext cx="75631" cy="136675"/>
            </a:xfrm>
            <a:prstGeom prst="rect">
              <a:avLst/>
            </a:prstGeom>
          </p:spPr>
        </p:pic>
        <p:sp>
          <p:nvSpPr>
            <p:cNvPr id="623" name="TextBox 622">
              <a:extLst>
                <a:ext uri="{FF2B5EF4-FFF2-40B4-BE49-F238E27FC236}">
                  <a16:creationId xmlns:a16="http://schemas.microsoft.com/office/drawing/2014/main" id="{E4A09E1F-6E61-FCF3-C876-E3FE5B82CED5}"/>
                </a:ext>
              </a:extLst>
            </p:cNvPr>
            <p:cNvSpPr txBox="1"/>
            <p:nvPr/>
          </p:nvSpPr>
          <p:spPr>
            <a:xfrm>
              <a:off x="5817530" y="3295167"/>
              <a:ext cx="413001"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defTabSz="914400">
                <a:defRPr/>
              </a:pPr>
              <a:r>
                <a:rPr lang="en-US" sz="700" noProof="0">
                  <a:solidFill>
                    <a:srgbClr val="1C0B6F"/>
                  </a:solidFill>
                  <a:latin typeface="72 Brand Medium"/>
                </a:rPr>
                <a:t>APPS</a:t>
              </a:r>
              <a:endParaRPr lang="en-US" sz="1800" noProof="0">
                <a:solidFill>
                  <a:srgbClr val="000000"/>
                </a:solidFill>
                <a:latin typeface="72 Brand"/>
              </a:endParaRPr>
            </a:p>
          </p:txBody>
        </p:sp>
        <p:pic>
          <p:nvPicPr>
            <p:cNvPr id="624" name="Graphic 623">
              <a:extLst>
                <a:ext uri="{FF2B5EF4-FFF2-40B4-BE49-F238E27FC236}">
                  <a16:creationId xmlns:a16="http://schemas.microsoft.com/office/drawing/2014/main" id="{CCC537F6-A1BA-6A61-C893-9595177ED4A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flipV="1">
              <a:off x="11179938" y="3185310"/>
              <a:ext cx="75631" cy="136675"/>
            </a:xfrm>
            <a:prstGeom prst="rect">
              <a:avLst/>
            </a:prstGeom>
          </p:spPr>
        </p:pic>
        <p:pic>
          <p:nvPicPr>
            <p:cNvPr id="625" name="Graphic 624">
              <a:extLst>
                <a:ext uri="{FF2B5EF4-FFF2-40B4-BE49-F238E27FC236}">
                  <a16:creationId xmlns:a16="http://schemas.microsoft.com/office/drawing/2014/main" id="{C107AAC3-3D40-1B60-A84C-5A3B4AB2A75B}"/>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flipV="1">
              <a:off x="6006409" y="3459695"/>
              <a:ext cx="195637" cy="66876"/>
            </a:xfrm>
            <a:prstGeom prst="rect">
              <a:avLst/>
            </a:prstGeom>
          </p:spPr>
        </p:pic>
        <p:pic>
          <p:nvPicPr>
            <p:cNvPr id="626" name="Graphic 625">
              <a:extLst>
                <a:ext uri="{FF2B5EF4-FFF2-40B4-BE49-F238E27FC236}">
                  <a16:creationId xmlns:a16="http://schemas.microsoft.com/office/drawing/2014/main" id="{FE719ED6-15FC-BE68-FC6B-4E0C3FD77C7F}"/>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flipV="1">
              <a:off x="6773829" y="3478842"/>
              <a:ext cx="195637" cy="82477"/>
            </a:xfrm>
            <a:prstGeom prst="rect">
              <a:avLst/>
            </a:prstGeom>
          </p:spPr>
        </p:pic>
        <p:pic>
          <p:nvPicPr>
            <p:cNvPr id="627" name="Graphic 626">
              <a:extLst>
                <a:ext uri="{FF2B5EF4-FFF2-40B4-BE49-F238E27FC236}">
                  <a16:creationId xmlns:a16="http://schemas.microsoft.com/office/drawing/2014/main" id="{5BFF13BD-50A2-55C2-80CD-8CF6755CC659}"/>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flipV="1">
              <a:off x="6244870" y="3463573"/>
              <a:ext cx="195637" cy="57459"/>
            </a:xfrm>
            <a:prstGeom prst="rect">
              <a:avLst/>
            </a:prstGeom>
          </p:spPr>
        </p:pic>
        <p:pic>
          <p:nvPicPr>
            <p:cNvPr id="628" name="Graphic 627">
              <a:extLst>
                <a:ext uri="{FF2B5EF4-FFF2-40B4-BE49-F238E27FC236}">
                  <a16:creationId xmlns:a16="http://schemas.microsoft.com/office/drawing/2014/main" id="{EF52E8F0-65C2-5A92-3C2A-103AC9325C6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flipV="1">
              <a:off x="7005666" y="3463374"/>
              <a:ext cx="195637" cy="60531"/>
            </a:xfrm>
            <a:prstGeom prst="rect">
              <a:avLst/>
            </a:prstGeom>
          </p:spPr>
        </p:pic>
        <p:pic>
          <p:nvPicPr>
            <p:cNvPr id="629" name="Graphic 628">
              <a:extLst>
                <a:ext uri="{FF2B5EF4-FFF2-40B4-BE49-F238E27FC236}">
                  <a16:creationId xmlns:a16="http://schemas.microsoft.com/office/drawing/2014/main" id="{23278B2E-EF83-0296-A136-54D91EABD2AD}"/>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flipV="1">
              <a:off x="10865897" y="3177039"/>
              <a:ext cx="75631" cy="136675"/>
            </a:xfrm>
            <a:prstGeom prst="rect">
              <a:avLst/>
            </a:prstGeom>
          </p:spPr>
        </p:pic>
        <p:pic>
          <p:nvPicPr>
            <p:cNvPr id="630" name="Graphic 629">
              <a:extLst>
                <a:ext uri="{FF2B5EF4-FFF2-40B4-BE49-F238E27FC236}">
                  <a16:creationId xmlns:a16="http://schemas.microsoft.com/office/drawing/2014/main" id="{5CF6F258-327B-CEE1-35FA-3B6C983BE76C}"/>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flipV="1">
              <a:off x="11111794" y="3170288"/>
              <a:ext cx="75631" cy="136675"/>
            </a:xfrm>
            <a:prstGeom prst="rect">
              <a:avLst/>
            </a:prstGeom>
          </p:spPr>
        </p:pic>
        <p:pic>
          <p:nvPicPr>
            <p:cNvPr id="631" name="Graphic 630">
              <a:extLst>
                <a:ext uri="{FF2B5EF4-FFF2-40B4-BE49-F238E27FC236}">
                  <a16:creationId xmlns:a16="http://schemas.microsoft.com/office/drawing/2014/main" id="{6B88FB86-47E7-4D58-9236-3118A126FDC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flipV="1">
              <a:off x="6754418" y="3178825"/>
              <a:ext cx="195637" cy="125401"/>
            </a:xfrm>
            <a:prstGeom prst="rect">
              <a:avLst/>
            </a:prstGeom>
          </p:spPr>
        </p:pic>
        <p:pic>
          <p:nvPicPr>
            <p:cNvPr id="632" name="Graphic 631">
              <a:extLst>
                <a:ext uri="{FF2B5EF4-FFF2-40B4-BE49-F238E27FC236}">
                  <a16:creationId xmlns:a16="http://schemas.microsoft.com/office/drawing/2014/main" id="{B5582A5C-CDBE-07FC-F7C1-BD803547409A}"/>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8425436" y="1875263"/>
              <a:ext cx="592074" cy="592074"/>
            </a:xfrm>
            <a:prstGeom prst="rect">
              <a:avLst/>
            </a:prstGeom>
          </p:spPr>
        </p:pic>
        <p:sp>
          <p:nvSpPr>
            <p:cNvPr id="633" name="Google Shape;2513;p187">
              <a:extLst>
                <a:ext uri="{FF2B5EF4-FFF2-40B4-BE49-F238E27FC236}">
                  <a16:creationId xmlns:a16="http://schemas.microsoft.com/office/drawing/2014/main" id="{F4F21F3F-EBBA-63FC-66EF-C1082F68AE0D}"/>
                </a:ext>
              </a:extLst>
            </p:cNvPr>
            <p:cNvSpPr/>
            <p:nvPr/>
          </p:nvSpPr>
          <p:spPr>
            <a:xfrm>
              <a:off x="8442719" y="2345110"/>
              <a:ext cx="554386" cy="187435"/>
            </a:xfrm>
            <a:prstGeom prst="roundRect">
              <a:avLst>
                <a:gd name="adj" fmla="val 45977"/>
              </a:avLst>
            </a:prstGeom>
            <a:solidFill>
              <a:srgbClr val="E2D9FF">
                <a:alpha val="89804"/>
              </a:srgbClr>
            </a:solidFill>
            <a:ln w="6350" cap="flat" cmpd="sng">
              <a:solidFill>
                <a:schemeClr val="bg1"/>
              </a:solidFill>
              <a:prstDash val="solid"/>
              <a:round/>
              <a:headEnd type="none" w="sm" len="sm"/>
              <a:tailEnd type="none" w="sm" len="sm"/>
            </a:ln>
          </p:spPr>
          <p:txBody>
            <a:bodyPr spcFirstLastPara="1" wrap="square" lIns="0" tIns="0" rIns="0" bIns="0" anchor="ctr" anchorCtr="0">
              <a:noAutofit/>
            </a:bodyPr>
            <a:lstStyle/>
            <a:p>
              <a:pPr algn="ctr" defTabSz="914400">
                <a:defRPr/>
              </a:pPr>
              <a:r>
                <a:rPr lang="en-US" sz="600" noProof="0">
                  <a:solidFill>
                    <a:srgbClr val="1C0B6F"/>
                  </a:solidFill>
                  <a:latin typeface="72 Brand Medium"/>
                </a:rPr>
                <a:t>Industry AI</a:t>
              </a:r>
              <a:endParaRPr lang="en-US" sz="1800" noProof="0">
                <a:solidFill>
                  <a:srgbClr val="000000"/>
                </a:solidFill>
                <a:latin typeface="72 Brand"/>
              </a:endParaRPr>
            </a:p>
          </p:txBody>
        </p:sp>
        <p:pic>
          <p:nvPicPr>
            <p:cNvPr id="634" name="Graphic 633">
              <a:extLst>
                <a:ext uri="{FF2B5EF4-FFF2-40B4-BE49-F238E27FC236}">
                  <a16:creationId xmlns:a16="http://schemas.microsoft.com/office/drawing/2014/main" id="{6E22579E-41E8-250B-277D-32D91E40BEB8}"/>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834870" y="1971203"/>
              <a:ext cx="531750" cy="531750"/>
            </a:xfrm>
            <a:prstGeom prst="rect">
              <a:avLst/>
            </a:prstGeom>
          </p:spPr>
        </p:pic>
        <p:sp>
          <p:nvSpPr>
            <p:cNvPr id="635" name="Google Shape;2513;p187">
              <a:extLst>
                <a:ext uri="{FF2B5EF4-FFF2-40B4-BE49-F238E27FC236}">
                  <a16:creationId xmlns:a16="http://schemas.microsoft.com/office/drawing/2014/main" id="{2F227610-E3F2-4C20-8DAD-5621426C4FAF}"/>
                </a:ext>
              </a:extLst>
            </p:cNvPr>
            <p:cNvSpPr/>
            <p:nvPr/>
          </p:nvSpPr>
          <p:spPr>
            <a:xfrm>
              <a:off x="6798209" y="2465073"/>
              <a:ext cx="608115" cy="244049"/>
            </a:xfrm>
            <a:prstGeom prst="roundRect">
              <a:avLst>
                <a:gd name="adj" fmla="val 45977"/>
              </a:avLst>
            </a:prstGeom>
            <a:solidFill>
              <a:srgbClr val="E2D9FF">
                <a:alpha val="89804"/>
              </a:srgbClr>
            </a:solidFill>
            <a:ln w="6350" cap="flat" cmpd="sng">
              <a:solidFill>
                <a:schemeClr val="bg1"/>
              </a:solidFill>
              <a:prstDash val="solid"/>
              <a:round/>
              <a:headEnd type="none" w="sm" len="sm"/>
              <a:tailEnd type="none" w="sm" len="sm"/>
            </a:ln>
          </p:spPr>
          <p:txBody>
            <a:bodyPr spcFirstLastPara="1" wrap="square" lIns="0" tIns="0" rIns="0" bIns="0" anchor="ctr" anchorCtr="0">
              <a:noAutofit/>
            </a:bodyPr>
            <a:lstStyle/>
            <a:p>
              <a:pPr algn="ctr" defTabSz="914400">
                <a:defRPr/>
              </a:pPr>
              <a:r>
                <a:rPr lang="en-US" sz="600" noProof="0">
                  <a:solidFill>
                    <a:srgbClr val="1C0B6F"/>
                  </a:solidFill>
                  <a:latin typeface="72 Brand Medium"/>
                </a:rPr>
                <a:t>Autonomous Finance</a:t>
              </a:r>
              <a:endParaRPr lang="en-US" sz="600" noProof="0">
                <a:solidFill>
                  <a:srgbClr val="1C0B6F"/>
                </a:solidFill>
                <a:latin typeface="72 Brand"/>
              </a:endParaRPr>
            </a:p>
          </p:txBody>
        </p:sp>
        <p:pic>
          <p:nvPicPr>
            <p:cNvPr id="636" name="Graphic 635">
              <a:extLst>
                <a:ext uri="{FF2B5EF4-FFF2-40B4-BE49-F238E27FC236}">
                  <a16:creationId xmlns:a16="http://schemas.microsoft.com/office/drawing/2014/main" id="{8118C829-1174-DF4B-7FEF-2389E466003D}"/>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648242" y="2141218"/>
              <a:ext cx="510640" cy="510640"/>
            </a:xfrm>
            <a:prstGeom prst="rect">
              <a:avLst/>
            </a:prstGeom>
          </p:spPr>
        </p:pic>
        <p:sp>
          <p:nvSpPr>
            <p:cNvPr id="637" name="Google Shape;2513;p187">
              <a:extLst>
                <a:ext uri="{FF2B5EF4-FFF2-40B4-BE49-F238E27FC236}">
                  <a16:creationId xmlns:a16="http://schemas.microsoft.com/office/drawing/2014/main" id="{F077B9B0-7890-418C-162B-A601CBA42BBE}"/>
                </a:ext>
              </a:extLst>
            </p:cNvPr>
            <p:cNvSpPr/>
            <p:nvPr/>
          </p:nvSpPr>
          <p:spPr>
            <a:xfrm>
              <a:off x="7597771" y="2636230"/>
              <a:ext cx="568850" cy="246744"/>
            </a:xfrm>
            <a:prstGeom prst="roundRect">
              <a:avLst>
                <a:gd name="adj" fmla="val 45977"/>
              </a:avLst>
            </a:prstGeom>
            <a:solidFill>
              <a:srgbClr val="E2D9FF">
                <a:alpha val="89804"/>
              </a:srgbClr>
            </a:solidFill>
            <a:ln w="6350" cap="flat" cmpd="sng">
              <a:solidFill>
                <a:schemeClr val="bg1"/>
              </a:solidFill>
              <a:prstDash val="solid"/>
              <a:round/>
              <a:headEnd type="none" w="sm" len="sm"/>
              <a:tailEnd type="none" w="sm" len="sm"/>
            </a:ln>
          </p:spPr>
          <p:txBody>
            <a:bodyPr spcFirstLastPara="1" wrap="square" lIns="0" tIns="0" rIns="0" bIns="0" anchor="ctr" anchorCtr="0">
              <a:noAutofit/>
            </a:bodyPr>
            <a:lstStyle/>
            <a:p>
              <a:pPr algn="ctr" defTabSz="914400">
                <a:defRPr/>
              </a:pPr>
              <a:r>
                <a:rPr lang="en-US" sz="600" noProof="0">
                  <a:solidFill>
                    <a:srgbClr val="1C0B6F"/>
                  </a:solidFill>
                  <a:latin typeface="72 Brand Medium"/>
                </a:rPr>
                <a:t>Autonomous Spend</a:t>
              </a:r>
            </a:p>
          </p:txBody>
        </p:sp>
        <p:pic>
          <p:nvPicPr>
            <p:cNvPr id="638" name="Graphic 637">
              <a:extLst>
                <a:ext uri="{FF2B5EF4-FFF2-40B4-BE49-F238E27FC236}">
                  <a16:creationId xmlns:a16="http://schemas.microsoft.com/office/drawing/2014/main" id="{F7AF12FD-8C0A-82E6-F52E-604B021225AE}"/>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8477580" y="2497801"/>
              <a:ext cx="490538" cy="490538"/>
            </a:xfrm>
            <a:prstGeom prst="rect">
              <a:avLst/>
            </a:prstGeom>
          </p:spPr>
        </p:pic>
        <p:sp>
          <p:nvSpPr>
            <p:cNvPr id="639" name="Google Shape;2513;p187">
              <a:extLst>
                <a:ext uri="{FF2B5EF4-FFF2-40B4-BE49-F238E27FC236}">
                  <a16:creationId xmlns:a16="http://schemas.microsoft.com/office/drawing/2014/main" id="{5933E20B-15AB-6057-7026-83453AFB6E9B}"/>
                </a:ext>
              </a:extLst>
            </p:cNvPr>
            <p:cNvSpPr/>
            <p:nvPr/>
          </p:nvSpPr>
          <p:spPr>
            <a:xfrm>
              <a:off x="8418551" y="2900438"/>
              <a:ext cx="602723" cy="244047"/>
            </a:xfrm>
            <a:prstGeom prst="roundRect">
              <a:avLst>
                <a:gd name="adj" fmla="val 45977"/>
              </a:avLst>
            </a:prstGeom>
            <a:solidFill>
              <a:srgbClr val="E2D9FF">
                <a:alpha val="89804"/>
              </a:srgbClr>
            </a:solidFill>
            <a:ln w="6350" cap="flat" cmpd="sng">
              <a:solidFill>
                <a:schemeClr val="bg1"/>
              </a:solidFill>
              <a:prstDash val="solid"/>
              <a:round/>
              <a:headEnd type="none" w="sm" len="sm"/>
              <a:tailEnd type="none" w="sm" len="sm"/>
            </a:ln>
          </p:spPr>
          <p:txBody>
            <a:bodyPr spcFirstLastPara="1" wrap="square" lIns="0" tIns="0" rIns="0" bIns="0" anchor="ctr" anchorCtr="0">
              <a:noAutofit/>
            </a:bodyPr>
            <a:lstStyle/>
            <a:p>
              <a:pPr algn="ctr" defTabSz="914400">
                <a:defRPr/>
              </a:pPr>
              <a:r>
                <a:rPr lang="en-US" sz="600" noProof="0">
                  <a:solidFill>
                    <a:srgbClr val="1C0B6F"/>
                  </a:solidFill>
                  <a:latin typeface="72 Brand Medium"/>
                </a:rPr>
                <a:t>Autonomous SCM</a:t>
              </a:r>
              <a:endParaRPr lang="en-US" sz="1800" noProof="0">
                <a:solidFill>
                  <a:srgbClr val="000000"/>
                </a:solidFill>
                <a:latin typeface="72 Brand"/>
              </a:endParaRPr>
            </a:p>
          </p:txBody>
        </p:sp>
        <p:pic>
          <p:nvPicPr>
            <p:cNvPr id="195" name="Graphic 194">
              <a:extLst>
                <a:ext uri="{FF2B5EF4-FFF2-40B4-BE49-F238E27FC236}">
                  <a16:creationId xmlns:a16="http://schemas.microsoft.com/office/drawing/2014/main" id="{309177CE-671F-A6A6-F43F-4D83040C818A}"/>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0061804" y="1930663"/>
              <a:ext cx="529182" cy="529182"/>
            </a:xfrm>
            <a:prstGeom prst="rect">
              <a:avLst/>
            </a:prstGeom>
          </p:spPr>
        </p:pic>
        <p:sp>
          <p:nvSpPr>
            <p:cNvPr id="640" name="Google Shape;2513;p187">
              <a:extLst>
                <a:ext uri="{FF2B5EF4-FFF2-40B4-BE49-F238E27FC236}">
                  <a16:creationId xmlns:a16="http://schemas.microsoft.com/office/drawing/2014/main" id="{228E5673-A0FE-1D11-383C-32536D88FC81}"/>
                </a:ext>
              </a:extLst>
            </p:cNvPr>
            <p:cNvSpPr/>
            <p:nvPr/>
          </p:nvSpPr>
          <p:spPr>
            <a:xfrm>
              <a:off x="9853774" y="2435763"/>
              <a:ext cx="936997" cy="241353"/>
            </a:xfrm>
            <a:prstGeom prst="roundRect">
              <a:avLst>
                <a:gd name="adj" fmla="val 45977"/>
              </a:avLst>
            </a:prstGeom>
            <a:solidFill>
              <a:srgbClr val="E2D9FF">
                <a:alpha val="89804"/>
              </a:srgbClr>
            </a:solidFill>
            <a:ln w="6350" cap="flat" cmpd="sng">
              <a:solidFill>
                <a:schemeClr val="bg1"/>
              </a:solidFill>
              <a:prstDash val="solid"/>
              <a:round/>
              <a:headEnd type="none" w="sm" len="sm"/>
              <a:tailEnd type="none" w="sm" len="sm"/>
            </a:ln>
          </p:spPr>
          <p:txBody>
            <a:bodyPr spcFirstLastPara="1" wrap="square" lIns="0" tIns="0" rIns="0" bIns="0" anchor="ctr" anchorCtr="0">
              <a:noAutofit/>
            </a:bodyPr>
            <a:lstStyle/>
            <a:p>
              <a:pPr algn="ctr" defTabSz="914400">
                <a:defRPr/>
              </a:pPr>
              <a:r>
                <a:rPr lang="en-US" sz="600" noProof="0">
                  <a:solidFill>
                    <a:srgbClr val="1C0B6F"/>
                  </a:solidFill>
                  <a:latin typeface="72 Brand Medium"/>
                </a:rPr>
                <a:t>Autonomous </a:t>
              </a:r>
              <a:endParaRPr lang="en-US" sz="1800" noProof="0">
                <a:solidFill>
                  <a:srgbClr val="000000"/>
                </a:solidFill>
                <a:latin typeface="72 Brand"/>
              </a:endParaRPr>
            </a:p>
            <a:p>
              <a:pPr algn="ctr" defTabSz="914400">
                <a:defRPr/>
              </a:pPr>
              <a:r>
                <a:rPr lang="en-US" sz="600" noProof="0">
                  <a:solidFill>
                    <a:srgbClr val="1C0B6F"/>
                  </a:solidFill>
                  <a:latin typeface="72 Brand Medium"/>
                </a:rPr>
                <a:t>CX</a:t>
              </a:r>
              <a:endParaRPr lang="en-US" sz="1800" noProof="0">
                <a:solidFill>
                  <a:srgbClr val="000000"/>
                </a:solidFill>
                <a:latin typeface="72 Brand"/>
              </a:endParaRPr>
            </a:p>
          </p:txBody>
        </p:sp>
      </p:grpSp>
      <p:cxnSp>
        <p:nvCxnSpPr>
          <p:cNvPr id="646" name="Straight Connector 645">
            <a:extLst>
              <a:ext uri="{FF2B5EF4-FFF2-40B4-BE49-F238E27FC236}">
                <a16:creationId xmlns:a16="http://schemas.microsoft.com/office/drawing/2014/main" id="{6CFF0391-45C5-7FFA-7E78-AE969125CE91}"/>
              </a:ext>
            </a:extLst>
          </p:cNvPr>
          <p:cNvCxnSpPr>
            <a:cxnSpLocks/>
          </p:cNvCxnSpPr>
          <p:nvPr/>
        </p:nvCxnSpPr>
        <p:spPr>
          <a:xfrm>
            <a:off x="7109200" y="2827783"/>
            <a:ext cx="0" cy="1144347"/>
          </a:xfrm>
          <a:prstGeom prst="line">
            <a:avLst/>
          </a:prstGeom>
          <a:ln w="9525">
            <a:solidFill>
              <a:srgbClr val="1C0C6E"/>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1813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ED568-6C5C-98F0-216F-AD495DA2C22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41326EB-D3EC-CBDA-B0AA-B50CE6B3268A}"/>
              </a:ext>
            </a:extLst>
          </p:cNvPr>
          <p:cNvSpPr>
            <a:spLocks noGrp="1"/>
          </p:cNvSpPr>
          <p:nvPr>
            <p:ph type="title"/>
          </p:nvPr>
        </p:nvSpPr>
        <p:spPr>
          <a:xfrm>
            <a:off x="530697" y="538219"/>
            <a:ext cx="9836215" cy="677108"/>
          </a:xfrm>
        </p:spPr>
        <p:txBody>
          <a:bodyPr/>
          <a:lstStyle/>
          <a:p>
            <a:r>
              <a:rPr lang="en-US" sz="2800" noProof="0">
                <a:solidFill>
                  <a:srgbClr val="00144A"/>
                </a:solidFill>
              </a:rPr>
              <a:t>Introducing the Financial Closing Assistant</a:t>
            </a:r>
            <a:br>
              <a:rPr lang="en-US" noProof="0">
                <a:latin typeface="72 Brand Medium"/>
              </a:rPr>
            </a:br>
            <a:r>
              <a:rPr lang="en-US" sz="1600" noProof="0">
                <a:solidFill>
                  <a:srgbClr val="00144A"/>
                </a:solidFill>
                <a:latin typeface="72 Brand Book" panose="020B0404030603020204" pitchFamily="34" charset="0"/>
                <a:ea typeface="+mn-ea"/>
                <a:cs typeface="+mn-cs"/>
              </a:rPr>
              <a:t>Leverage an agentic workforce for faster financial closes</a:t>
            </a:r>
          </a:p>
        </p:txBody>
      </p:sp>
      <p:pic>
        <p:nvPicPr>
          <p:cNvPr id="39" name="Picture 13">
            <a:extLst>
              <a:ext uri="{FF2B5EF4-FFF2-40B4-BE49-F238E27FC236}">
                <a16:creationId xmlns:a16="http://schemas.microsoft.com/office/drawing/2014/main" id="{30C8102E-C34A-7A2D-207E-3CC42E1FB86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48864" y="1352066"/>
            <a:ext cx="5329731" cy="3498834"/>
          </a:xfrm>
          <a:prstGeom prst="rect">
            <a:avLst/>
          </a:prstGeom>
        </p:spPr>
      </p:pic>
      <p:sp>
        <p:nvSpPr>
          <p:cNvPr id="10" name="Rounded Rectangle 482">
            <a:hlinkClick r:id="" action="ppaction://noaction"/>
            <a:extLst>
              <a:ext uri="{FF2B5EF4-FFF2-40B4-BE49-F238E27FC236}">
                <a16:creationId xmlns:a16="http://schemas.microsoft.com/office/drawing/2014/main" id="{C17325C5-D64F-8A38-A740-7FB694BD2D81}"/>
              </a:ext>
            </a:extLst>
          </p:cNvPr>
          <p:cNvSpPr/>
          <p:nvPr/>
        </p:nvSpPr>
        <p:spPr>
          <a:xfrm>
            <a:off x="7880561" y="2545660"/>
            <a:ext cx="1737360" cy="368915"/>
          </a:xfrm>
          <a:prstGeom prst="roundRect">
            <a:avLst>
              <a:gd name="adj" fmla="val 16749"/>
            </a:avLst>
          </a:prstGeom>
          <a:gradFill>
            <a:gsLst>
              <a:gs pos="0">
                <a:srgbClr val="7858FF"/>
              </a:gs>
              <a:gs pos="100000">
                <a:srgbClr val="B894FF"/>
              </a:gs>
            </a:gsLst>
            <a:lin ang="2700000" scaled="1"/>
          </a:gradFill>
          <a:ln w="12700" cap="flat" cmpd="sng" algn="ctr">
            <a:noFill/>
            <a:prstDash val="solid"/>
            <a:headEnd type="none" w="med" len="med"/>
            <a:tailEnd type="none" w="med" len="med"/>
          </a:ln>
          <a:effectLst/>
        </p:spPr>
        <p:txBody>
          <a:bodyPr rot="0" spcFirstLastPara="0" vertOverflow="overflow" horzOverflow="overflow" vert="horz" wrap="none" lIns="182641" tIns="146114" rIns="182641" bIns="146114" numCol="1" spcCol="0" rtlCol="0" fromWordArt="0" anchor="ctr" anchorCtr="0" forceAA="0" compatLnSpc="1">
            <a:prstTxWarp prst="textNoShape">
              <a:avLst/>
            </a:prstTxWarp>
            <a:noAutofit/>
          </a:bodyPr>
          <a:lstStyle/>
          <a:p>
            <a:pPr marL="0" marR="0" lvl="0" indent="0" algn="ctr" defTabSz="931214" rtl="0" eaLnBrk="1" fontAlgn="base" latinLnBrk="0" hangingPunct="1">
              <a:lnSpc>
                <a:spcPct val="100000"/>
              </a:lnSpc>
              <a:spcBef>
                <a:spcPct val="0"/>
              </a:spcBef>
              <a:spcAft>
                <a:spcPct val="0"/>
              </a:spcAft>
              <a:buClrTx/>
              <a:buSzTx/>
              <a:buFontTx/>
              <a:buNone/>
              <a:tabLst/>
              <a:defRPr/>
            </a:pPr>
            <a:r>
              <a:rPr kumimoji="0" lang="en-US" sz="1200" b="0" i="0" u="none" strike="noStrike" kern="0" cap="none" spc="-10" normalizeH="0" baseline="0" noProof="0">
                <a:ln>
                  <a:noFill/>
                </a:ln>
                <a:solidFill>
                  <a:srgbClr val="FFFFFF"/>
                </a:solidFill>
                <a:effectLst/>
                <a:uLnTx/>
                <a:uFillTx/>
                <a:latin typeface="72 Brand Book" panose="020B0404030603020204" pitchFamily="34" charset="0"/>
                <a:ea typeface="+mn-ea"/>
                <a:cs typeface="72" panose="020B0503030000000003" pitchFamily="34" charset="0"/>
              </a:rPr>
              <a:t>Financial Consistency </a:t>
            </a:r>
          </a:p>
          <a:p>
            <a:pPr marL="0" marR="0" lvl="0" indent="0" algn="ctr" defTabSz="931214" rtl="0" eaLnBrk="1" fontAlgn="base" latinLnBrk="0" hangingPunct="1">
              <a:lnSpc>
                <a:spcPct val="100000"/>
              </a:lnSpc>
              <a:spcBef>
                <a:spcPct val="0"/>
              </a:spcBef>
              <a:spcAft>
                <a:spcPct val="0"/>
              </a:spcAft>
              <a:buClrTx/>
              <a:buSzTx/>
              <a:buFontTx/>
              <a:buNone/>
              <a:tabLst/>
              <a:defRPr/>
            </a:pPr>
            <a:r>
              <a:rPr kumimoji="0" lang="en-US" sz="1200" b="0" i="0" u="none" strike="noStrike" kern="0" cap="none" spc="-10" normalizeH="0" baseline="0" noProof="0">
                <a:ln>
                  <a:noFill/>
                </a:ln>
                <a:solidFill>
                  <a:srgbClr val="FFFFFF"/>
                </a:solidFill>
                <a:effectLst/>
                <a:uLnTx/>
                <a:uFillTx/>
                <a:latin typeface="72 Brand Book" panose="020B0404030603020204" pitchFamily="34" charset="0"/>
                <a:ea typeface="+mn-ea"/>
                <a:cs typeface="72" panose="020B0503030000000003" pitchFamily="34" charset="0"/>
              </a:rPr>
              <a:t>Analysis</a:t>
            </a:r>
          </a:p>
        </p:txBody>
      </p:sp>
      <p:sp>
        <p:nvSpPr>
          <p:cNvPr id="11" name="Rounded Rectangle 483">
            <a:hlinkClick r:id="rId4" action="ppaction://hlinksldjump"/>
            <a:extLst>
              <a:ext uri="{FF2B5EF4-FFF2-40B4-BE49-F238E27FC236}">
                <a16:creationId xmlns:a16="http://schemas.microsoft.com/office/drawing/2014/main" id="{7429D054-6456-3ED0-923F-87918A863071}"/>
              </a:ext>
            </a:extLst>
          </p:cNvPr>
          <p:cNvSpPr/>
          <p:nvPr/>
        </p:nvSpPr>
        <p:spPr>
          <a:xfrm>
            <a:off x="7880561" y="4038620"/>
            <a:ext cx="1737360" cy="368915"/>
          </a:xfrm>
          <a:prstGeom prst="roundRect">
            <a:avLst>
              <a:gd name="adj" fmla="val 16749"/>
            </a:avLst>
          </a:prstGeom>
          <a:gradFill>
            <a:gsLst>
              <a:gs pos="0">
                <a:srgbClr val="7858FF"/>
              </a:gs>
              <a:gs pos="100000">
                <a:srgbClr val="B894FF"/>
              </a:gs>
            </a:gsLst>
            <a:lin ang="2700000" scaled="1"/>
          </a:gradFill>
          <a:ln w="12700" cap="flat" cmpd="sng" algn="ctr">
            <a:noFill/>
            <a:prstDash val="solid"/>
            <a:headEnd type="none" w="med" len="med"/>
            <a:tailEnd type="none" w="med" len="med"/>
          </a:ln>
          <a:effectLst/>
        </p:spPr>
        <p:txBody>
          <a:bodyPr rot="0" spcFirstLastPara="0" vertOverflow="overflow" horzOverflow="overflow" vert="horz" wrap="none" lIns="182641" tIns="146114" rIns="182641" bIns="146114" numCol="1" spcCol="0" rtlCol="0" fromWordArt="0" anchor="ctr" anchorCtr="0" forceAA="0" compatLnSpc="1">
            <a:prstTxWarp prst="textNoShape">
              <a:avLst/>
            </a:prstTxWarp>
            <a:noAutofit/>
          </a:bodyPr>
          <a:lstStyle/>
          <a:p>
            <a:pPr marL="0" marR="0" lvl="0" indent="0" algn="ctr" defTabSz="931214" rtl="0" eaLnBrk="1" fontAlgn="base" latinLnBrk="0" hangingPunct="1">
              <a:lnSpc>
                <a:spcPct val="100000"/>
              </a:lnSpc>
              <a:spcBef>
                <a:spcPct val="0"/>
              </a:spcBef>
              <a:spcAft>
                <a:spcPct val="0"/>
              </a:spcAft>
              <a:buClrTx/>
              <a:buSzTx/>
              <a:buFontTx/>
              <a:buNone/>
              <a:tabLst/>
              <a:defRPr/>
            </a:pPr>
            <a:r>
              <a:rPr kumimoji="0" lang="en-US" sz="1200" b="0" i="0" u="none" strike="noStrike" kern="0" cap="none" spc="-10" normalizeH="0" baseline="0" noProof="0">
                <a:ln>
                  <a:noFill/>
                </a:ln>
                <a:solidFill>
                  <a:srgbClr val="FFFFFF"/>
                </a:solidFill>
                <a:effectLst/>
                <a:uLnTx/>
                <a:uFillTx/>
                <a:latin typeface="72 Brand Book" panose="020B0404030603020204" pitchFamily="34" charset="0"/>
                <a:ea typeface="+mn-ea"/>
                <a:cs typeface="72" panose="020B0503030000000003" pitchFamily="34" charset="0"/>
              </a:rPr>
              <a:t>Journal entry</a:t>
            </a:r>
          </a:p>
        </p:txBody>
      </p:sp>
      <p:sp>
        <p:nvSpPr>
          <p:cNvPr id="12" name="Rounded Rectangle 486">
            <a:hlinkClick r:id="rId5" action="ppaction://hlinksldjump"/>
            <a:extLst>
              <a:ext uri="{FF2B5EF4-FFF2-40B4-BE49-F238E27FC236}">
                <a16:creationId xmlns:a16="http://schemas.microsoft.com/office/drawing/2014/main" id="{06AD90EE-5EE4-2D74-7600-82A889D97746}"/>
              </a:ext>
            </a:extLst>
          </p:cNvPr>
          <p:cNvSpPr/>
          <p:nvPr/>
        </p:nvSpPr>
        <p:spPr>
          <a:xfrm>
            <a:off x="7880561" y="3538061"/>
            <a:ext cx="1737360" cy="368915"/>
          </a:xfrm>
          <a:prstGeom prst="roundRect">
            <a:avLst>
              <a:gd name="adj" fmla="val 16749"/>
            </a:avLst>
          </a:prstGeom>
          <a:gradFill>
            <a:gsLst>
              <a:gs pos="0">
                <a:srgbClr val="7858FF"/>
              </a:gs>
              <a:gs pos="100000">
                <a:srgbClr val="B894FF"/>
              </a:gs>
            </a:gsLst>
            <a:lin ang="2700000" scaled="1"/>
          </a:gradFill>
          <a:ln w="12700" cap="flat" cmpd="sng" algn="ctr">
            <a:noFill/>
            <a:prstDash val="solid"/>
            <a:headEnd type="none" w="med" len="med"/>
            <a:tailEnd type="none" w="med" len="med"/>
          </a:ln>
          <a:effectLst/>
        </p:spPr>
        <p:txBody>
          <a:bodyPr rot="0" spcFirstLastPara="0" vertOverflow="overflow" horzOverflow="overflow" vert="horz" wrap="none" lIns="182641" tIns="146114" rIns="182641" bIns="146114" numCol="1" spcCol="0" rtlCol="0" fromWordArt="0" anchor="ctr" anchorCtr="0" forceAA="0" compatLnSpc="1">
            <a:prstTxWarp prst="textNoShape">
              <a:avLst/>
            </a:prstTxWarp>
            <a:noAutofit/>
          </a:bodyPr>
          <a:lstStyle/>
          <a:p>
            <a:pPr marL="0" marR="0" lvl="0" indent="0" algn="ctr" defTabSz="931214" rtl="0" eaLnBrk="1" fontAlgn="base" latinLnBrk="0" hangingPunct="1">
              <a:lnSpc>
                <a:spcPct val="100000"/>
              </a:lnSpc>
              <a:spcBef>
                <a:spcPct val="0"/>
              </a:spcBef>
              <a:spcAft>
                <a:spcPct val="0"/>
              </a:spcAft>
              <a:buClrTx/>
              <a:buSzTx/>
              <a:buFontTx/>
              <a:buNone/>
              <a:tabLst/>
              <a:defRPr/>
            </a:pPr>
            <a:r>
              <a:rPr kumimoji="0" lang="en-US" sz="1200" b="0" i="0" u="none" strike="noStrike" kern="0" cap="none" spc="-10" normalizeH="0" baseline="0" noProof="0">
                <a:ln>
                  <a:noFill/>
                </a:ln>
                <a:solidFill>
                  <a:srgbClr val="FFFFFF"/>
                </a:solidFill>
                <a:effectLst/>
                <a:uLnTx/>
                <a:uFillTx/>
                <a:latin typeface="72 Brand Book" panose="020B0404030603020204" pitchFamily="34" charset="0"/>
                <a:ea typeface="+mn-ea"/>
                <a:cs typeface="72" panose="020B0503030000000003" pitchFamily="34" charset="0"/>
              </a:rPr>
              <a:t>Accounting accruals</a:t>
            </a:r>
          </a:p>
        </p:txBody>
      </p:sp>
      <p:sp>
        <p:nvSpPr>
          <p:cNvPr id="13" name="TextBox 12">
            <a:extLst>
              <a:ext uri="{FF2B5EF4-FFF2-40B4-BE49-F238E27FC236}">
                <a16:creationId xmlns:a16="http://schemas.microsoft.com/office/drawing/2014/main" id="{E8D26CF1-A22F-9F5E-1BF7-1061F5D8A04B}"/>
              </a:ext>
            </a:extLst>
          </p:cNvPr>
          <p:cNvSpPr txBox="1"/>
          <p:nvPr/>
        </p:nvSpPr>
        <p:spPr>
          <a:xfrm>
            <a:off x="6241151" y="2576841"/>
            <a:ext cx="1357675" cy="738664"/>
          </a:xfrm>
          <a:prstGeom prst="rect">
            <a:avLst/>
          </a:prstGeom>
          <a:noFill/>
          <a:ln w="28575">
            <a:noFill/>
          </a:ln>
        </p:spPr>
        <p:txBody>
          <a:bodyPr wrap="square" lIns="0" tIns="0" rIns="0" bIns="0" rtlCol="0" anchor="t" anchorCtr="0">
            <a:spAutoFit/>
          </a:bodyPr>
          <a:lstStyle/>
          <a:p>
            <a:pPr marL="0" marR="0" lvl="0" indent="0" algn="l" defTabSz="914400" rtl="0" eaLnBrk="1" fontAlgn="base" latinLnBrk="0" hangingPunct="1">
              <a:lnSpc>
                <a:spcPct val="100000"/>
              </a:lnSpc>
              <a:spcBef>
                <a:spcPct val="50000"/>
              </a:spcBef>
              <a:spcAft>
                <a:spcPct val="0"/>
              </a:spcAft>
              <a:buClr>
                <a:srgbClr val="000000"/>
              </a:buClr>
              <a:buSzPct val="100000"/>
              <a:buFontTx/>
              <a:buNone/>
              <a:tabLst/>
              <a:defRPr/>
            </a:pPr>
            <a:r>
              <a:rPr kumimoji="0" lang="en-US" sz="1600" b="0" i="0" u="none" strike="noStrike" kern="0" cap="none" spc="0" normalizeH="0" baseline="0" noProof="0">
                <a:ln>
                  <a:noFill/>
                </a:ln>
                <a:solidFill>
                  <a:srgbClr val="7858FF"/>
                </a:solidFill>
                <a:effectLst/>
                <a:uLnTx/>
                <a:uFillTx/>
                <a:latin typeface="72 Brand Medium"/>
                <a:ea typeface="72 Brand" pitchFamily="34" charset="-128"/>
                <a:cs typeface="72 Brand" pitchFamily="34" charset="-128"/>
              </a:rPr>
              <a:t>Financial </a:t>
            </a:r>
            <a:br>
              <a:rPr kumimoji="0" lang="en-US" sz="1600" b="0" i="0" u="none" strike="noStrike" kern="0" cap="none" spc="0" normalizeH="0" baseline="0" noProof="0">
                <a:ln>
                  <a:noFill/>
                </a:ln>
                <a:solidFill>
                  <a:srgbClr val="7858FF"/>
                </a:solidFill>
                <a:effectLst/>
                <a:uLnTx/>
                <a:uFillTx/>
                <a:latin typeface="72 Brand Medium"/>
                <a:ea typeface="72 Brand" pitchFamily="34" charset="-128"/>
                <a:cs typeface="72 Brand" pitchFamily="34" charset="-128"/>
              </a:rPr>
            </a:br>
            <a:r>
              <a:rPr kumimoji="0" lang="en-US" sz="1600" b="0" i="0" u="none" strike="noStrike" kern="0" cap="none" spc="0" normalizeH="0" baseline="0" noProof="0">
                <a:ln>
                  <a:noFill/>
                </a:ln>
                <a:solidFill>
                  <a:srgbClr val="7858FF"/>
                </a:solidFill>
                <a:effectLst/>
                <a:uLnTx/>
                <a:uFillTx/>
                <a:latin typeface="72 Brand Medium"/>
                <a:ea typeface="72 Brand" pitchFamily="34" charset="-128"/>
                <a:cs typeface="72 Brand" pitchFamily="34" charset="-128"/>
              </a:rPr>
              <a:t>Closing</a:t>
            </a:r>
            <a:br>
              <a:rPr kumimoji="0" lang="en-US" sz="1600" b="0" i="0" u="none" strike="noStrike" kern="0" cap="none" spc="0" normalizeH="0" baseline="0" noProof="0">
                <a:ln>
                  <a:noFill/>
                </a:ln>
                <a:solidFill>
                  <a:srgbClr val="7858FF"/>
                </a:solidFill>
                <a:effectLst/>
                <a:uLnTx/>
                <a:uFillTx/>
                <a:latin typeface="72 Brand Medium"/>
                <a:ea typeface="72 Brand" pitchFamily="34" charset="-128"/>
                <a:cs typeface="72 Brand" pitchFamily="34" charset="-128"/>
              </a:rPr>
            </a:br>
            <a:r>
              <a:rPr kumimoji="0" lang="en-US" sz="1600" b="0" i="0" u="none" strike="noStrike" kern="0" cap="none" spc="0" normalizeH="0" baseline="0" noProof="0">
                <a:ln>
                  <a:noFill/>
                </a:ln>
                <a:solidFill>
                  <a:srgbClr val="7858FF"/>
                </a:solidFill>
                <a:effectLst/>
                <a:uLnTx/>
                <a:uFillTx/>
                <a:latin typeface="72 Brand Medium"/>
                <a:ea typeface="72 Brand" pitchFamily="34" charset="-128"/>
                <a:cs typeface="72 Brand" pitchFamily="34" charset="-128"/>
              </a:rPr>
              <a:t>Assistant</a:t>
            </a:r>
          </a:p>
        </p:txBody>
      </p:sp>
      <p:sp>
        <p:nvSpPr>
          <p:cNvPr id="14" name="Right Brace 13">
            <a:extLst>
              <a:ext uri="{FF2B5EF4-FFF2-40B4-BE49-F238E27FC236}">
                <a16:creationId xmlns:a16="http://schemas.microsoft.com/office/drawing/2014/main" id="{D11B063C-0A48-A8A4-FFBB-564207771B1A}"/>
              </a:ext>
            </a:extLst>
          </p:cNvPr>
          <p:cNvSpPr/>
          <p:nvPr/>
        </p:nvSpPr>
        <p:spPr>
          <a:xfrm rot="10800000">
            <a:off x="7524319" y="2050160"/>
            <a:ext cx="299727" cy="3378706"/>
          </a:xfrm>
          <a:prstGeom prst="rightBrace">
            <a:avLst>
              <a:gd name="adj1" fmla="val 562783"/>
              <a:gd name="adj2" fmla="val 50819"/>
            </a:avLst>
          </a:prstGeom>
          <a:noFill/>
          <a:ln w="9525" algn="ctr">
            <a:solidFill>
              <a:srgbClr val="002A86"/>
            </a:solidFill>
            <a:prstDash val="dash"/>
            <a:miter lim="800000"/>
            <a:headEnd/>
            <a:tailEnd/>
          </a:ln>
        </p:spPr>
        <p:txBody>
          <a:bodyPr lIns="116192" tIns="92953" rIns="116192" bIns="92953" rtlCol="0" anchor="t"/>
          <a:lstStyle/>
          <a:p>
            <a:pPr marL="0" marR="0" lvl="0" indent="0" algn="l" defTabSz="581052" rtl="0" eaLnBrk="1" fontAlgn="base" latinLnBrk="0" hangingPunct="1">
              <a:lnSpc>
                <a:spcPct val="100000"/>
              </a:lnSpc>
              <a:spcBef>
                <a:spcPct val="50000"/>
              </a:spcBef>
              <a:spcAft>
                <a:spcPct val="0"/>
              </a:spcAft>
              <a:buClr>
                <a:srgbClr val="F0AB00"/>
              </a:buClr>
              <a:buSzPct val="80000"/>
              <a:buFontTx/>
              <a:buNone/>
              <a:tabLst/>
              <a:defRPr/>
            </a:pPr>
            <a:endParaRPr kumimoji="0" lang="en-US" sz="763" b="0" i="0" u="none" strike="noStrike" kern="0" cap="none" spc="0" normalizeH="0" baseline="0" noProof="0">
              <a:ln>
                <a:noFill/>
              </a:ln>
              <a:solidFill>
                <a:srgbClr val="000000"/>
              </a:solidFill>
              <a:effectLst/>
              <a:uLnTx/>
              <a:uFillTx/>
              <a:latin typeface="72 Brand" panose="020B0504030603020204" pitchFamily="34" charset="0"/>
              <a:ea typeface="+mn-ea"/>
              <a:cs typeface="+mn-cs"/>
            </a:endParaRPr>
          </a:p>
        </p:txBody>
      </p:sp>
      <p:pic>
        <p:nvPicPr>
          <p:cNvPr id="15" name="Graphic 14">
            <a:extLst>
              <a:ext uri="{FF2B5EF4-FFF2-40B4-BE49-F238E27FC236}">
                <a16:creationId xmlns:a16="http://schemas.microsoft.com/office/drawing/2014/main" id="{61C129AB-87E1-B0B4-4730-843859D7580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32158" y="2487739"/>
            <a:ext cx="284685" cy="284685"/>
          </a:xfrm>
          <a:prstGeom prst="rect">
            <a:avLst/>
          </a:prstGeom>
          <a:effectLst/>
        </p:spPr>
      </p:pic>
      <p:sp>
        <p:nvSpPr>
          <p:cNvPr id="16" name="Rounded Rectangle 36">
            <a:hlinkClick r:id="rId7" action="ppaction://hlinksldjump"/>
            <a:extLst>
              <a:ext uri="{FF2B5EF4-FFF2-40B4-BE49-F238E27FC236}">
                <a16:creationId xmlns:a16="http://schemas.microsoft.com/office/drawing/2014/main" id="{7F8B4AC4-FC53-3237-F618-4F55221E6D18}"/>
              </a:ext>
            </a:extLst>
          </p:cNvPr>
          <p:cNvSpPr/>
          <p:nvPr/>
        </p:nvSpPr>
        <p:spPr>
          <a:xfrm>
            <a:off x="7880561" y="2050161"/>
            <a:ext cx="1737360" cy="365760"/>
          </a:xfrm>
          <a:prstGeom prst="roundRect">
            <a:avLst>
              <a:gd name="adj" fmla="val 16749"/>
            </a:avLst>
          </a:prstGeom>
          <a:gradFill>
            <a:gsLst>
              <a:gs pos="0">
                <a:srgbClr val="7858FF"/>
              </a:gs>
              <a:gs pos="100000">
                <a:srgbClr val="B894FF"/>
              </a:gs>
            </a:gsLst>
            <a:lin ang="2700000" scaled="1"/>
          </a:gradFill>
          <a:ln w="12700" cap="flat" cmpd="sng" algn="ctr">
            <a:noFill/>
            <a:prstDash val="solid"/>
            <a:headEnd type="none" w="med" len="med"/>
            <a:tailEnd type="none" w="med" len="med"/>
          </a:ln>
          <a:effectLst/>
        </p:spPr>
        <p:txBody>
          <a:bodyPr rot="0" spcFirstLastPara="0" vertOverflow="overflow" horzOverflow="overflow" vert="horz" wrap="square" lIns="0" tIns="146114" rIns="0" bIns="146114" numCol="1" spcCol="0" rtlCol="0" fromWordArt="0" anchor="ctr" anchorCtr="0" forceAA="0" compatLnSpc="1">
            <a:prstTxWarp prst="textNoShape">
              <a:avLst/>
            </a:prstTxWarp>
            <a:noAutofit/>
          </a:bodyPr>
          <a:lstStyle/>
          <a:p>
            <a:pPr marL="0" marR="0" lvl="0" indent="0" algn="ctr" defTabSz="931214" rtl="0" eaLnBrk="1" fontAlgn="base" latinLnBrk="0" hangingPunct="1">
              <a:lnSpc>
                <a:spcPct val="100000"/>
              </a:lnSpc>
              <a:spcBef>
                <a:spcPct val="0"/>
              </a:spcBef>
              <a:spcAft>
                <a:spcPct val="0"/>
              </a:spcAft>
              <a:buClrTx/>
              <a:buSzTx/>
              <a:buFontTx/>
              <a:buNone/>
              <a:tabLst/>
              <a:defRPr/>
            </a:pPr>
            <a:r>
              <a:rPr kumimoji="0" lang="en-US" sz="1200" b="0" i="0" u="none" strike="noStrike" kern="0" cap="none" spc="-10" normalizeH="0" baseline="0" noProof="0">
                <a:ln>
                  <a:noFill/>
                </a:ln>
                <a:solidFill>
                  <a:srgbClr val="FFFFFF"/>
                </a:solidFill>
                <a:effectLst/>
                <a:uLnTx/>
                <a:uFillTx/>
                <a:latin typeface="72 Brand Book" panose="020B0404030603020204" pitchFamily="34" charset="0"/>
                <a:ea typeface="+mn-ea"/>
                <a:cs typeface="72" panose="020B0503030000000003" pitchFamily="34" charset="0"/>
              </a:rPr>
              <a:t>Analytical </a:t>
            </a:r>
            <a:br>
              <a:rPr kumimoji="0" lang="en-US" sz="1200" b="0" i="0" u="none" strike="noStrike" kern="0" cap="none" spc="-10" normalizeH="0" baseline="0" noProof="0">
                <a:ln>
                  <a:noFill/>
                </a:ln>
                <a:solidFill>
                  <a:srgbClr val="FFFFFF"/>
                </a:solidFill>
                <a:effectLst/>
                <a:uLnTx/>
                <a:uFillTx/>
                <a:latin typeface="72 Brand Book" panose="020B0404030603020204" pitchFamily="34" charset="0"/>
                <a:ea typeface="+mn-ea"/>
                <a:cs typeface="72" panose="020B0503030000000003" pitchFamily="34" charset="0"/>
              </a:rPr>
            </a:br>
            <a:r>
              <a:rPr kumimoji="0" lang="en-US" sz="1200" b="0" i="0" u="none" strike="noStrike" kern="0" cap="none" spc="-10" normalizeH="0" baseline="0" noProof="0">
                <a:ln>
                  <a:noFill/>
                </a:ln>
                <a:solidFill>
                  <a:srgbClr val="FFFFFF"/>
                </a:solidFill>
                <a:effectLst/>
                <a:uLnTx/>
                <a:uFillTx/>
                <a:latin typeface="72 Brand Book" panose="020B0404030603020204" pitchFamily="34" charset="0"/>
                <a:ea typeface="+mn-ea"/>
                <a:cs typeface="72" panose="020B0503030000000003" pitchFamily="34" charset="0"/>
              </a:rPr>
              <a:t>business insights</a:t>
            </a:r>
          </a:p>
        </p:txBody>
      </p:sp>
      <p:sp>
        <p:nvSpPr>
          <p:cNvPr id="20" name="Rounded Rectangle 40">
            <a:hlinkClick r:id="" action="ppaction://noaction"/>
            <a:extLst>
              <a:ext uri="{FF2B5EF4-FFF2-40B4-BE49-F238E27FC236}">
                <a16:creationId xmlns:a16="http://schemas.microsoft.com/office/drawing/2014/main" id="{99193EFF-10EF-44B9-0F0A-B06964DD5C0B}"/>
              </a:ext>
            </a:extLst>
          </p:cNvPr>
          <p:cNvSpPr/>
          <p:nvPr/>
        </p:nvSpPr>
        <p:spPr>
          <a:xfrm>
            <a:off x="7880561" y="4560492"/>
            <a:ext cx="1737360" cy="368915"/>
          </a:xfrm>
          <a:prstGeom prst="roundRect">
            <a:avLst>
              <a:gd name="adj" fmla="val 16749"/>
            </a:avLst>
          </a:prstGeom>
          <a:gradFill>
            <a:gsLst>
              <a:gs pos="0">
                <a:srgbClr val="7858FF"/>
              </a:gs>
              <a:gs pos="100000">
                <a:srgbClr val="B894FF"/>
              </a:gs>
            </a:gsLst>
            <a:lin ang="2700000" scaled="1"/>
          </a:gradFill>
          <a:ln w="12700" cap="flat" cmpd="sng" algn="ctr">
            <a:noFill/>
            <a:prstDash val="solid"/>
            <a:headEnd type="none" w="med" len="med"/>
            <a:tailEnd type="none" w="med" len="med"/>
          </a:ln>
          <a:effectLst/>
        </p:spPr>
        <p:txBody>
          <a:bodyPr rot="0" spcFirstLastPara="0" vertOverflow="overflow" horzOverflow="overflow" vert="horz" wrap="square" lIns="0" tIns="146114" rIns="0" bIns="146114" numCol="1" spcCol="0" rtlCol="0" fromWordArt="0" anchor="ctr" anchorCtr="0" forceAA="0" compatLnSpc="1">
            <a:prstTxWarp prst="textNoShape">
              <a:avLst/>
            </a:prstTxWarp>
            <a:noAutofit/>
          </a:bodyPr>
          <a:lstStyle/>
          <a:p>
            <a:pPr marL="0" marR="0" lvl="0" indent="0" algn="ctr" defTabSz="931214" rtl="0" eaLnBrk="1" fontAlgn="base" latinLnBrk="0" hangingPunct="1">
              <a:lnSpc>
                <a:spcPct val="100000"/>
              </a:lnSpc>
              <a:spcBef>
                <a:spcPct val="0"/>
              </a:spcBef>
              <a:spcAft>
                <a:spcPct val="0"/>
              </a:spcAft>
              <a:buClrTx/>
              <a:buSzTx/>
              <a:buFontTx/>
              <a:buNone/>
              <a:tabLst/>
              <a:defRPr/>
            </a:pPr>
            <a:r>
              <a:rPr kumimoji="0" lang="en-US" sz="1200" b="0" i="0" u="none" strike="noStrike" kern="0" cap="none" spc="-10" normalizeH="0" baseline="0" noProof="0">
                <a:ln>
                  <a:noFill/>
                </a:ln>
                <a:solidFill>
                  <a:srgbClr val="FFFFFF"/>
                </a:solidFill>
                <a:effectLst/>
                <a:uLnTx/>
                <a:uFillTx/>
                <a:latin typeface="72 Brand Book" panose="020B0404030603020204" pitchFamily="34" charset="0"/>
                <a:ea typeface="+mn-ea"/>
                <a:cs typeface="72" panose="020B0503030000000003" pitchFamily="34" charset="0"/>
              </a:rPr>
              <a:t>Intercompany matching and reconciliation</a:t>
            </a:r>
          </a:p>
        </p:txBody>
      </p:sp>
      <p:sp>
        <p:nvSpPr>
          <p:cNvPr id="40" name="Rounded Rectangle 41">
            <a:hlinkClick r:id="rId8" action="ppaction://hlinksldjump"/>
            <a:extLst>
              <a:ext uri="{FF2B5EF4-FFF2-40B4-BE49-F238E27FC236}">
                <a16:creationId xmlns:a16="http://schemas.microsoft.com/office/drawing/2014/main" id="{39BBDD94-7511-9E2E-E4AD-765CB43BCE1C}"/>
              </a:ext>
            </a:extLst>
          </p:cNvPr>
          <p:cNvSpPr/>
          <p:nvPr/>
        </p:nvSpPr>
        <p:spPr>
          <a:xfrm>
            <a:off x="7880561" y="3041990"/>
            <a:ext cx="1737360" cy="362365"/>
          </a:xfrm>
          <a:prstGeom prst="roundRect">
            <a:avLst>
              <a:gd name="adj" fmla="val 16749"/>
            </a:avLst>
          </a:prstGeom>
          <a:gradFill>
            <a:gsLst>
              <a:gs pos="0">
                <a:srgbClr val="7858FF"/>
              </a:gs>
              <a:gs pos="100000">
                <a:srgbClr val="B894FF"/>
              </a:gs>
            </a:gsLst>
            <a:lin ang="2700000" scaled="1"/>
          </a:gradFill>
          <a:ln w="12700" cap="flat" cmpd="sng" algn="ctr">
            <a:noFill/>
            <a:prstDash val="solid"/>
            <a:headEnd type="none" w="med" len="med"/>
            <a:tailEnd type="none" w="med" len="med"/>
          </a:ln>
          <a:effectLst/>
        </p:spPr>
        <p:txBody>
          <a:bodyPr rot="0" spcFirstLastPara="0" vertOverflow="overflow" horzOverflow="overflow" vert="horz" wrap="square" lIns="0" tIns="146114" rIns="0" bIns="146114" numCol="1" spcCol="0" rtlCol="0" fromWordArt="0" anchor="ctr" anchorCtr="0" forceAA="0" compatLnSpc="1">
            <a:prstTxWarp prst="textNoShape">
              <a:avLst/>
            </a:prstTxWarp>
            <a:noAutofit/>
          </a:bodyPr>
          <a:lstStyle/>
          <a:p>
            <a:pPr marL="0" marR="0" lvl="0" indent="0" algn="ctr" defTabSz="931214" rtl="0" eaLnBrk="1" fontAlgn="base" latinLnBrk="0" hangingPunct="1">
              <a:lnSpc>
                <a:spcPct val="100000"/>
              </a:lnSpc>
              <a:spcBef>
                <a:spcPct val="0"/>
              </a:spcBef>
              <a:spcAft>
                <a:spcPct val="0"/>
              </a:spcAft>
              <a:buClrTx/>
              <a:buSzTx/>
              <a:buFontTx/>
              <a:buNone/>
              <a:tabLst/>
              <a:defRPr/>
            </a:pPr>
            <a:r>
              <a:rPr kumimoji="0" lang="en-US" sz="1200" b="0" i="0" u="none" strike="noStrike" kern="0" cap="none" spc="-10" normalizeH="0" baseline="0" noProof="0">
                <a:ln>
                  <a:noFill/>
                </a:ln>
                <a:solidFill>
                  <a:srgbClr val="FFFFFF"/>
                </a:solidFill>
                <a:effectLst/>
                <a:uLnTx/>
                <a:uFillTx/>
                <a:latin typeface="72 Brand Book" panose="020B0404030603020204" pitchFamily="34" charset="0"/>
                <a:ea typeface="+mn-ea"/>
                <a:cs typeface="72" panose="020B0503030000000003" pitchFamily="34" charset="0"/>
              </a:rPr>
              <a:t>Receivables &amp; </a:t>
            </a:r>
            <a:br>
              <a:rPr kumimoji="0" lang="en-US" sz="1200" b="0" i="0" u="none" strike="noStrike" kern="0" cap="none" spc="-10" normalizeH="0" baseline="0" noProof="0">
                <a:ln>
                  <a:noFill/>
                </a:ln>
                <a:solidFill>
                  <a:srgbClr val="FFFFFF"/>
                </a:solidFill>
                <a:effectLst/>
                <a:uLnTx/>
                <a:uFillTx/>
                <a:latin typeface="72 Brand Book" panose="020B0404030603020204" pitchFamily="34" charset="0"/>
                <a:ea typeface="+mn-ea"/>
                <a:cs typeface="72" panose="020B0503030000000003" pitchFamily="34" charset="0"/>
              </a:rPr>
            </a:br>
            <a:r>
              <a:rPr kumimoji="0" lang="en-US" sz="1200" b="0" i="0" u="none" strike="noStrike" kern="0" cap="none" spc="-10" normalizeH="0" baseline="0" noProof="0">
                <a:ln>
                  <a:noFill/>
                </a:ln>
                <a:solidFill>
                  <a:srgbClr val="FFFFFF"/>
                </a:solidFill>
                <a:effectLst/>
                <a:uLnTx/>
                <a:uFillTx/>
                <a:latin typeface="72 Brand Book" panose="020B0404030603020204" pitchFamily="34" charset="0"/>
                <a:ea typeface="+mn-ea"/>
                <a:cs typeface="72" panose="020B0503030000000003" pitchFamily="34" charset="0"/>
              </a:rPr>
              <a:t>Payables Clearing</a:t>
            </a:r>
          </a:p>
        </p:txBody>
      </p:sp>
      <p:sp>
        <p:nvSpPr>
          <p:cNvPr id="41" name="TextBox 40">
            <a:extLst>
              <a:ext uri="{FF2B5EF4-FFF2-40B4-BE49-F238E27FC236}">
                <a16:creationId xmlns:a16="http://schemas.microsoft.com/office/drawing/2014/main" id="{D90A85CD-8369-C408-9E5D-2151959964C9}"/>
              </a:ext>
            </a:extLst>
          </p:cNvPr>
          <p:cNvSpPr txBox="1"/>
          <p:nvPr/>
        </p:nvSpPr>
        <p:spPr>
          <a:xfrm>
            <a:off x="7707884" y="1516380"/>
            <a:ext cx="1805890" cy="246221"/>
          </a:xfrm>
          <a:prstGeom prst="rect">
            <a:avLst/>
          </a:prstGeom>
          <a:noFill/>
          <a:ln w="28575">
            <a:noFill/>
          </a:ln>
        </p:spPr>
        <p:txBody>
          <a:bodyPr wrap="square" lIns="0" tIns="0" rIns="0" bIns="0" rtlCol="0" anchor="t" anchorCtr="0">
            <a:spAutoFit/>
          </a:bodyPr>
          <a:lstStyle/>
          <a:p>
            <a:pPr marL="0" marR="0" lvl="0" indent="0" algn="ctr" defTabSz="914400" rtl="0" eaLnBrk="1" fontAlgn="base" latinLnBrk="0" hangingPunct="1">
              <a:lnSpc>
                <a:spcPct val="100000"/>
              </a:lnSpc>
              <a:spcBef>
                <a:spcPct val="50000"/>
              </a:spcBef>
              <a:spcAft>
                <a:spcPct val="0"/>
              </a:spcAft>
              <a:buClr>
                <a:srgbClr val="000000"/>
              </a:buClr>
              <a:buSzPct val="100000"/>
              <a:buFontTx/>
              <a:buNone/>
              <a:tabLst/>
              <a:defRPr/>
            </a:pPr>
            <a:r>
              <a:rPr kumimoji="0" lang="en-US" sz="1600" b="0" i="0" u="none" strike="noStrike" kern="0" cap="none" spc="0" normalizeH="0" baseline="0" noProof="0">
                <a:ln>
                  <a:noFill/>
                </a:ln>
                <a:solidFill>
                  <a:srgbClr val="00144A"/>
                </a:solidFill>
                <a:effectLst/>
                <a:uLnTx/>
                <a:uFillTx/>
                <a:latin typeface="72 Brand Medium"/>
                <a:ea typeface="72 Brand" pitchFamily="34" charset="-128"/>
                <a:cs typeface="72 Brand" pitchFamily="34" charset="-128"/>
              </a:rPr>
              <a:t>Agents</a:t>
            </a:r>
          </a:p>
        </p:txBody>
      </p:sp>
      <p:sp>
        <p:nvSpPr>
          <p:cNvPr id="42" name="Rounded Rectangle 49">
            <a:hlinkClick r:id="" action="ppaction://noaction"/>
            <a:extLst>
              <a:ext uri="{FF2B5EF4-FFF2-40B4-BE49-F238E27FC236}">
                <a16:creationId xmlns:a16="http://schemas.microsoft.com/office/drawing/2014/main" id="{472335BD-E8B3-5C8B-7F94-C4F199ED39CF}"/>
              </a:ext>
            </a:extLst>
          </p:cNvPr>
          <p:cNvSpPr/>
          <p:nvPr/>
        </p:nvSpPr>
        <p:spPr>
          <a:xfrm>
            <a:off x="7880561" y="5059952"/>
            <a:ext cx="1737360" cy="368915"/>
          </a:xfrm>
          <a:prstGeom prst="roundRect">
            <a:avLst>
              <a:gd name="adj" fmla="val 16749"/>
            </a:avLst>
          </a:prstGeom>
          <a:gradFill>
            <a:gsLst>
              <a:gs pos="0">
                <a:srgbClr val="7858FF"/>
              </a:gs>
              <a:gs pos="100000">
                <a:srgbClr val="B894FF"/>
              </a:gs>
            </a:gsLst>
            <a:lin ang="2700000" scaled="1"/>
          </a:gradFill>
          <a:ln w="12700" cap="flat" cmpd="sng" algn="ctr">
            <a:noFill/>
            <a:prstDash val="solid"/>
            <a:headEnd type="none" w="med" len="med"/>
            <a:tailEnd type="none" w="med" len="med"/>
          </a:ln>
          <a:effectLst/>
        </p:spPr>
        <p:txBody>
          <a:bodyPr rot="0" spcFirstLastPara="0" vertOverflow="overflow" horzOverflow="overflow" vert="horz" wrap="none" lIns="182641" tIns="146114" rIns="182641" bIns="146114" numCol="1" spcCol="0" rtlCol="0" fromWordArt="0" anchor="ctr" anchorCtr="0" forceAA="0" compatLnSpc="1">
            <a:prstTxWarp prst="textNoShape">
              <a:avLst/>
            </a:prstTxWarp>
            <a:noAutofit/>
          </a:bodyPr>
          <a:lstStyle/>
          <a:p>
            <a:pPr marL="0" marR="0" lvl="0" indent="0" algn="ctr" defTabSz="931214" rtl="0" eaLnBrk="1" fontAlgn="base" latinLnBrk="0" hangingPunct="1">
              <a:lnSpc>
                <a:spcPct val="100000"/>
              </a:lnSpc>
              <a:spcBef>
                <a:spcPct val="0"/>
              </a:spcBef>
              <a:spcAft>
                <a:spcPct val="0"/>
              </a:spcAft>
              <a:buClrTx/>
              <a:buSzTx/>
              <a:buFontTx/>
              <a:buNone/>
              <a:tabLst/>
              <a:defRPr/>
            </a:pPr>
            <a:r>
              <a:rPr kumimoji="0" lang="en-US" sz="1200" b="0" i="0" u="none" strike="noStrike" kern="0" cap="none" spc="-10" normalizeH="0" baseline="0" noProof="0">
                <a:ln>
                  <a:noFill/>
                </a:ln>
                <a:solidFill>
                  <a:srgbClr val="FFFFFF"/>
                </a:solidFill>
                <a:effectLst/>
                <a:uLnTx/>
                <a:uFillTx/>
                <a:latin typeface="72 Brand Book" panose="020B0404030603020204" pitchFamily="34" charset="0"/>
                <a:ea typeface="+mn-ea"/>
                <a:cs typeface="72" panose="020B0503030000000003" pitchFamily="34" charset="0"/>
              </a:rPr>
              <a:t>Asset Accounting </a:t>
            </a:r>
            <a:br>
              <a:rPr kumimoji="0" lang="en-US" sz="1200" b="0" i="0" u="none" strike="noStrike" kern="0" cap="none" spc="-10" normalizeH="0" baseline="0" noProof="0">
                <a:ln>
                  <a:noFill/>
                </a:ln>
                <a:solidFill>
                  <a:srgbClr val="FFFFFF"/>
                </a:solidFill>
                <a:effectLst/>
                <a:uLnTx/>
                <a:uFillTx/>
                <a:latin typeface="72 Brand Book" panose="020B0404030603020204" pitchFamily="34" charset="0"/>
                <a:ea typeface="+mn-ea"/>
                <a:cs typeface="72" panose="020B0503030000000003" pitchFamily="34" charset="0"/>
              </a:rPr>
            </a:br>
            <a:r>
              <a:rPr kumimoji="0" lang="en-US" sz="1200" b="0" i="0" u="none" strike="noStrike" kern="0" cap="none" spc="-10" normalizeH="0" baseline="0" noProof="0">
                <a:ln>
                  <a:noFill/>
                </a:ln>
                <a:solidFill>
                  <a:srgbClr val="FFFFFF"/>
                </a:solidFill>
                <a:effectLst/>
                <a:uLnTx/>
                <a:uFillTx/>
                <a:latin typeface="72 Brand Book" panose="020B0404030603020204" pitchFamily="34" charset="0"/>
                <a:ea typeface="+mn-ea"/>
                <a:cs typeface="72" panose="020B0503030000000003" pitchFamily="34" charset="0"/>
              </a:rPr>
              <a:t>Anomaly detection</a:t>
            </a:r>
          </a:p>
        </p:txBody>
      </p:sp>
      <p:sp>
        <p:nvSpPr>
          <p:cNvPr id="43" name="Rectangle: Rounded Corners 14">
            <a:extLst>
              <a:ext uri="{FF2B5EF4-FFF2-40B4-BE49-F238E27FC236}">
                <a16:creationId xmlns:a16="http://schemas.microsoft.com/office/drawing/2014/main" id="{B97D6E47-11AC-FE1C-56E2-21F9C1B47E9C}"/>
              </a:ext>
            </a:extLst>
          </p:cNvPr>
          <p:cNvSpPr/>
          <p:nvPr/>
        </p:nvSpPr>
        <p:spPr bwMode="gray">
          <a:xfrm>
            <a:off x="5727386" y="1425796"/>
            <a:ext cx="6083957" cy="4859528"/>
          </a:xfrm>
          <a:prstGeom prst="roundRect">
            <a:avLst>
              <a:gd name="adj" fmla="val 6515"/>
            </a:avLst>
          </a:prstGeom>
          <a:noFill/>
          <a:ln w="6350" algn="ctr">
            <a:solidFill>
              <a:schemeClr val="accent6"/>
            </a:solid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800" b="0" i="0" u="none" strike="noStrike" kern="0" cap="none" spc="0" normalizeH="0" baseline="0" noProof="0">
              <a:ln>
                <a:noFill/>
              </a:ln>
              <a:solidFill>
                <a:srgbClr val="000000"/>
              </a:solidFill>
              <a:effectLst/>
              <a:uLnTx/>
              <a:uFillTx/>
              <a:latin typeface="72 Brand" panose="020B0504030603020204" pitchFamily="34" charset="0"/>
              <a:ea typeface="72 Brand" pitchFamily="34" charset="-128"/>
              <a:cs typeface="72 Brand" pitchFamily="34" charset="-128"/>
            </a:endParaRPr>
          </a:p>
        </p:txBody>
      </p:sp>
      <p:sp>
        <p:nvSpPr>
          <p:cNvPr id="44" name="Right Brace 43">
            <a:extLst>
              <a:ext uri="{FF2B5EF4-FFF2-40B4-BE49-F238E27FC236}">
                <a16:creationId xmlns:a16="http://schemas.microsoft.com/office/drawing/2014/main" id="{E78A3506-22AD-6F95-9598-23465DF8A261}"/>
              </a:ext>
            </a:extLst>
          </p:cNvPr>
          <p:cNvSpPr/>
          <p:nvPr/>
        </p:nvSpPr>
        <p:spPr>
          <a:xfrm rot="16200000">
            <a:off x="8634910" y="1006386"/>
            <a:ext cx="228662" cy="1737359"/>
          </a:xfrm>
          <a:prstGeom prst="rightBrace">
            <a:avLst>
              <a:gd name="adj1" fmla="val 52497"/>
              <a:gd name="adj2" fmla="val 46453"/>
            </a:avLst>
          </a:prstGeom>
          <a:noFill/>
          <a:ln w="9525" algn="ctr">
            <a:solidFill>
              <a:srgbClr val="002A86"/>
            </a:solidFill>
            <a:prstDash val="dash"/>
            <a:miter lim="800000"/>
            <a:headEnd/>
            <a:tailEnd/>
          </a:ln>
        </p:spPr>
        <p:txBody>
          <a:bodyPr lIns="116192" tIns="92953" rIns="116192" bIns="92953" rtlCol="0" anchor="t"/>
          <a:lstStyle/>
          <a:p>
            <a:pPr marL="0" marR="0" lvl="0" indent="0" algn="l" defTabSz="581052" rtl="0" eaLnBrk="1" fontAlgn="base" latinLnBrk="0" hangingPunct="1">
              <a:lnSpc>
                <a:spcPct val="100000"/>
              </a:lnSpc>
              <a:spcBef>
                <a:spcPct val="50000"/>
              </a:spcBef>
              <a:spcAft>
                <a:spcPct val="0"/>
              </a:spcAft>
              <a:buClr>
                <a:srgbClr val="F0AB00"/>
              </a:buClr>
              <a:buSzPct val="80000"/>
              <a:buFontTx/>
              <a:buNone/>
              <a:tabLst/>
              <a:defRPr/>
            </a:pPr>
            <a:endParaRPr kumimoji="0" lang="en-US" sz="763" b="0" i="0" u="none" strike="noStrike" kern="0" cap="none" spc="0" normalizeH="0" baseline="0" noProof="0">
              <a:ln>
                <a:noFill/>
              </a:ln>
              <a:solidFill>
                <a:srgbClr val="000000"/>
              </a:solidFill>
              <a:effectLst/>
              <a:uLnTx/>
              <a:uFillTx/>
              <a:latin typeface="72 Brand" panose="020B0504030603020204" pitchFamily="34" charset="0"/>
              <a:ea typeface="+mn-ea"/>
              <a:cs typeface="+mn-cs"/>
            </a:endParaRPr>
          </a:p>
        </p:txBody>
      </p:sp>
      <p:pic>
        <p:nvPicPr>
          <p:cNvPr id="45" name="Picture 44">
            <a:extLst>
              <a:ext uri="{FF2B5EF4-FFF2-40B4-BE49-F238E27FC236}">
                <a16:creationId xmlns:a16="http://schemas.microsoft.com/office/drawing/2014/main" id="{11EB2CB1-AF07-5BFF-C172-BB8E200345D7}"/>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9708223" y="2050161"/>
            <a:ext cx="2103120" cy="3405047"/>
          </a:xfrm>
          <a:prstGeom prst="rect">
            <a:avLst/>
          </a:prstGeom>
        </p:spPr>
      </p:pic>
      <p:sp>
        <p:nvSpPr>
          <p:cNvPr id="46" name="TextBox 45">
            <a:extLst>
              <a:ext uri="{FF2B5EF4-FFF2-40B4-BE49-F238E27FC236}">
                <a16:creationId xmlns:a16="http://schemas.microsoft.com/office/drawing/2014/main" id="{D674E56F-2571-15F4-7A9B-BB3D6F81FF00}"/>
              </a:ext>
            </a:extLst>
          </p:cNvPr>
          <p:cNvSpPr txBox="1"/>
          <p:nvPr/>
        </p:nvSpPr>
        <p:spPr>
          <a:xfrm>
            <a:off x="9731993" y="1516380"/>
            <a:ext cx="1805890" cy="246221"/>
          </a:xfrm>
          <a:prstGeom prst="rect">
            <a:avLst/>
          </a:prstGeom>
          <a:noFill/>
          <a:ln w="28575">
            <a:noFill/>
          </a:ln>
        </p:spPr>
        <p:txBody>
          <a:bodyPr wrap="square" lIns="0" tIns="0" rIns="0" bIns="0" rtlCol="0" anchor="t" anchorCtr="0">
            <a:spAutoFit/>
          </a:bodyPr>
          <a:lstStyle/>
          <a:p>
            <a:pPr marL="0" marR="0" lvl="0" indent="0" algn="ctr" defTabSz="914400" rtl="0" eaLnBrk="1" fontAlgn="base" latinLnBrk="0" hangingPunct="1">
              <a:lnSpc>
                <a:spcPct val="100000"/>
              </a:lnSpc>
              <a:spcBef>
                <a:spcPct val="50000"/>
              </a:spcBef>
              <a:spcAft>
                <a:spcPct val="0"/>
              </a:spcAft>
              <a:buClr>
                <a:srgbClr val="000000"/>
              </a:buClr>
              <a:buSzPct val="100000"/>
              <a:buFontTx/>
              <a:buNone/>
              <a:tabLst/>
              <a:defRPr/>
            </a:pPr>
            <a:r>
              <a:rPr kumimoji="0" lang="en-US" sz="1600" b="0" i="0" u="none" strike="noStrike" kern="0" cap="none" spc="0" normalizeH="0" baseline="0" noProof="0">
                <a:ln>
                  <a:noFill/>
                </a:ln>
                <a:solidFill>
                  <a:srgbClr val="00144A"/>
                </a:solidFill>
                <a:effectLst/>
                <a:uLnTx/>
                <a:uFillTx/>
                <a:latin typeface="72 Brand Medium"/>
                <a:ea typeface="72 Brand" pitchFamily="34" charset="-128"/>
                <a:cs typeface="72 Brand" pitchFamily="34" charset="-128"/>
              </a:rPr>
              <a:t>Status cards</a:t>
            </a:r>
          </a:p>
        </p:txBody>
      </p:sp>
      <p:sp>
        <p:nvSpPr>
          <p:cNvPr id="47" name="Right Brace 46">
            <a:extLst>
              <a:ext uri="{FF2B5EF4-FFF2-40B4-BE49-F238E27FC236}">
                <a16:creationId xmlns:a16="http://schemas.microsoft.com/office/drawing/2014/main" id="{25759AED-BE8A-8DAB-7DF4-4BBBCB3DCA83}"/>
              </a:ext>
            </a:extLst>
          </p:cNvPr>
          <p:cNvSpPr/>
          <p:nvPr/>
        </p:nvSpPr>
        <p:spPr>
          <a:xfrm rot="16200000">
            <a:off x="10639474" y="858116"/>
            <a:ext cx="189690" cy="2052185"/>
          </a:xfrm>
          <a:prstGeom prst="rightBrace">
            <a:avLst>
              <a:gd name="adj1" fmla="val 52497"/>
              <a:gd name="adj2" fmla="val 46453"/>
            </a:avLst>
          </a:prstGeom>
          <a:noFill/>
          <a:ln w="9525" algn="ctr">
            <a:solidFill>
              <a:srgbClr val="002A86"/>
            </a:solidFill>
            <a:prstDash val="dash"/>
            <a:miter lim="800000"/>
            <a:headEnd/>
            <a:tailEnd/>
          </a:ln>
        </p:spPr>
        <p:txBody>
          <a:bodyPr lIns="116192" tIns="92953" rIns="116192" bIns="92953" rtlCol="0" anchor="t"/>
          <a:lstStyle/>
          <a:p>
            <a:pPr marL="0" marR="0" lvl="0" indent="0" algn="l" defTabSz="581052" rtl="0" eaLnBrk="1" fontAlgn="base" latinLnBrk="0" hangingPunct="1">
              <a:lnSpc>
                <a:spcPct val="100000"/>
              </a:lnSpc>
              <a:spcBef>
                <a:spcPct val="50000"/>
              </a:spcBef>
              <a:spcAft>
                <a:spcPct val="0"/>
              </a:spcAft>
              <a:buClr>
                <a:srgbClr val="F0AB00"/>
              </a:buClr>
              <a:buSzPct val="80000"/>
              <a:buFontTx/>
              <a:buNone/>
              <a:tabLst/>
              <a:defRPr/>
            </a:pPr>
            <a:endParaRPr kumimoji="0" lang="en-US" sz="763" b="0" i="0" u="none" strike="noStrike" kern="0" cap="none" spc="0" normalizeH="0" baseline="0" noProof="0">
              <a:ln>
                <a:noFill/>
              </a:ln>
              <a:solidFill>
                <a:srgbClr val="000000"/>
              </a:solidFill>
              <a:effectLst/>
              <a:uLnTx/>
              <a:uFillTx/>
              <a:latin typeface="72 Brand" panose="020B0504030603020204" pitchFamily="34" charset="0"/>
              <a:ea typeface="+mn-ea"/>
              <a:cs typeface="+mn-cs"/>
            </a:endParaRPr>
          </a:p>
        </p:txBody>
      </p:sp>
      <p:sp>
        <p:nvSpPr>
          <p:cNvPr id="51" name="TextBox 50">
            <a:extLst>
              <a:ext uri="{FF2B5EF4-FFF2-40B4-BE49-F238E27FC236}">
                <a16:creationId xmlns:a16="http://schemas.microsoft.com/office/drawing/2014/main" id="{1EB91BC8-4255-0B3C-6493-4E82453DCC2E}"/>
              </a:ext>
            </a:extLst>
          </p:cNvPr>
          <p:cNvSpPr txBox="1"/>
          <p:nvPr/>
        </p:nvSpPr>
        <p:spPr>
          <a:xfrm>
            <a:off x="11370735" y="165101"/>
            <a:ext cx="656166" cy="276999"/>
          </a:xfrm>
          <a:prstGeom prst="rect">
            <a:avLst/>
          </a:prstGeom>
          <a:noFill/>
        </p:spPr>
        <p:txBody>
          <a:bodyPr wrap="square" lIns="0" tIns="0" rIns="0" bIns="0" rtlCol="0">
            <a:spAutoFit/>
          </a:bodyPr>
          <a:lstStyle/>
          <a:p>
            <a:pPr marL="0" marR="0" lvl="0" indent="0" algn="l" defTabSz="1088776" rtl="0" eaLnBrk="1" fontAlgn="base" latinLnBrk="0" hangingPunct="1">
              <a:lnSpc>
                <a:spcPct val="100000"/>
              </a:lnSpc>
              <a:spcBef>
                <a:spcPct val="50000"/>
              </a:spcBef>
              <a:spcAft>
                <a:spcPct val="0"/>
              </a:spcAft>
              <a:buClr>
                <a:srgbClr val="000000"/>
              </a:buClr>
              <a:buSzPct val="100000"/>
              <a:buFontTx/>
              <a:buNone/>
              <a:tabLst/>
              <a:defRPr/>
            </a:pPr>
            <a:r>
              <a:rPr kumimoji="0" lang="en-US" sz="1800" b="0" i="0" u="none" strike="noStrike" kern="0" cap="none" spc="0" normalizeH="0" baseline="0" noProof="0">
                <a:ln>
                  <a:noFill/>
                </a:ln>
                <a:gradFill>
                  <a:gsLst>
                    <a:gs pos="0">
                      <a:srgbClr val="000000"/>
                    </a:gs>
                    <a:gs pos="100000">
                      <a:srgbClr val="000000"/>
                    </a:gs>
                  </a:gsLst>
                  <a:lin ang="5400000" scaled="1"/>
                </a:gradFill>
                <a:effectLst/>
                <a:uLnTx/>
                <a:uFillTx/>
                <a:latin typeface="72 Brand" panose="020B0504030603020204" pitchFamily="34" charset="0"/>
                <a:ea typeface="72 Brand" pitchFamily="34" charset="-128"/>
                <a:cs typeface="72 Brand" pitchFamily="34" charset="-128"/>
                <a:hlinkClick r:id="rId10"/>
              </a:rPr>
              <a:t>Blog</a:t>
            </a:r>
            <a:endParaRPr kumimoji="0" lang="en-US" sz="1800" b="0" i="0" u="none" strike="noStrike" kern="0" cap="none" spc="0" normalizeH="0" baseline="0" noProof="0">
              <a:ln>
                <a:noFill/>
              </a:ln>
              <a:gradFill>
                <a:gsLst>
                  <a:gs pos="0">
                    <a:srgbClr val="000000"/>
                  </a:gs>
                  <a:gs pos="100000">
                    <a:srgbClr val="000000"/>
                  </a:gs>
                </a:gsLst>
                <a:lin ang="5400000" scaled="1"/>
              </a:gradFill>
              <a:effectLst/>
              <a:uLnTx/>
              <a:uFillTx/>
              <a:latin typeface="72 Brand" panose="020B0504030603020204" pitchFamily="34" charset="0"/>
              <a:ea typeface="72 Brand" pitchFamily="34" charset="-128"/>
              <a:cs typeface="72 Brand" pitchFamily="34" charset="-128"/>
            </a:endParaRPr>
          </a:p>
        </p:txBody>
      </p:sp>
      <p:pic>
        <p:nvPicPr>
          <p:cNvPr id="22" name="Graphic 21">
            <a:extLst>
              <a:ext uri="{FF2B5EF4-FFF2-40B4-BE49-F238E27FC236}">
                <a16:creationId xmlns:a16="http://schemas.microsoft.com/office/drawing/2014/main" id="{BC730A08-9F76-BBEF-A328-A32BFAB8C5D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423836" y="4212108"/>
            <a:ext cx="147655" cy="147655"/>
          </a:xfrm>
          <a:prstGeom prst="rect">
            <a:avLst/>
          </a:prstGeom>
          <a:effectLst/>
        </p:spPr>
      </p:pic>
      <p:pic>
        <p:nvPicPr>
          <p:cNvPr id="23" name="Graphic 22">
            <a:extLst>
              <a:ext uri="{FF2B5EF4-FFF2-40B4-BE49-F238E27FC236}">
                <a16:creationId xmlns:a16="http://schemas.microsoft.com/office/drawing/2014/main" id="{958DADDB-C2DD-37CE-E4C4-8AF9378631A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444385" y="5250047"/>
            <a:ext cx="147655" cy="147655"/>
          </a:xfrm>
          <a:prstGeom prst="rect">
            <a:avLst/>
          </a:prstGeom>
          <a:effectLst/>
        </p:spPr>
      </p:pic>
      <p:pic>
        <p:nvPicPr>
          <p:cNvPr id="24" name="Graphic 23">
            <a:extLst>
              <a:ext uri="{FF2B5EF4-FFF2-40B4-BE49-F238E27FC236}">
                <a16:creationId xmlns:a16="http://schemas.microsoft.com/office/drawing/2014/main" id="{BC0527C5-44B6-9936-992B-ECDFB57C34A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470266" y="4599103"/>
            <a:ext cx="147655" cy="147655"/>
          </a:xfrm>
          <a:prstGeom prst="rect">
            <a:avLst/>
          </a:prstGeom>
          <a:effectLst/>
        </p:spPr>
      </p:pic>
      <p:sp>
        <p:nvSpPr>
          <p:cNvPr id="2" name="Rounded Rectangle 25">
            <a:extLst>
              <a:ext uri="{FF2B5EF4-FFF2-40B4-BE49-F238E27FC236}">
                <a16:creationId xmlns:a16="http://schemas.microsoft.com/office/drawing/2014/main" id="{A7AFC1F6-4C34-9081-6FA4-4DD5B78DA41D}"/>
              </a:ext>
            </a:extLst>
          </p:cNvPr>
          <p:cNvSpPr>
            <a:spLocks noChangeAspect="1"/>
          </p:cNvSpPr>
          <p:nvPr/>
        </p:nvSpPr>
        <p:spPr>
          <a:xfrm>
            <a:off x="381906" y="5339384"/>
            <a:ext cx="4469552" cy="1120656"/>
          </a:xfrm>
          <a:prstGeom prst="roundRect">
            <a:avLst>
              <a:gd name="adj" fmla="val 0"/>
            </a:avLst>
          </a:prstGeom>
          <a:gradFill>
            <a:gsLst>
              <a:gs pos="15000">
                <a:schemeClr val="accent1">
                  <a:lumMod val="86745"/>
                  <a:alpha val="8117"/>
                </a:schemeClr>
              </a:gs>
              <a:gs pos="58000">
                <a:srgbClr val="4626CC">
                  <a:alpha val="13242"/>
                </a:srgbClr>
              </a:gs>
              <a:gs pos="81000">
                <a:schemeClr val="accent4">
                  <a:alpha val="0"/>
                </a:schemeClr>
              </a:gs>
            </a:gsLst>
            <a:lin ang="2220000" scaled="0"/>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9ECE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D2CA0C90-1D7D-FBF3-34AD-77AF05A25016}"/>
              </a:ext>
            </a:extLst>
          </p:cNvPr>
          <p:cNvSpPr txBox="1"/>
          <p:nvPr/>
        </p:nvSpPr>
        <p:spPr>
          <a:xfrm>
            <a:off x="530697" y="5800576"/>
            <a:ext cx="1067329" cy="484748"/>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rPr>
              <a:t>productivity increase</a:t>
            </a:r>
            <a:br>
              <a:rPr kumimoji="0" lang="en-US" sz="105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rPr>
            </a:br>
            <a:r>
              <a:rPr kumimoji="0" lang="en-US" sz="105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rPr>
              <a:t> in GL &amp; closing</a:t>
            </a:r>
          </a:p>
        </p:txBody>
      </p:sp>
      <p:sp>
        <p:nvSpPr>
          <p:cNvPr id="4" name="TextBox 3">
            <a:extLst>
              <a:ext uri="{FF2B5EF4-FFF2-40B4-BE49-F238E27FC236}">
                <a16:creationId xmlns:a16="http://schemas.microsoft.com/office/drawing/2014/main" id="{47116752-1FFC-8E0E-9C08-747D3EB5974D}"/>
              </a:ext>
            </a:extLst>
          </p:cNvPr>
          <p:cNvSpPr txBox="1"/>
          <p:nvPr/>
        </p:nvSpPr>
        <p:spPr>
          <a:xfrm>
            <a:off x="1886022" y="5800576"/>
            <a:ext cx="889580" cy="323165"/>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rPr>
              <a:t>time reduction in closing cycle</a:t>
            </a:r>
          </a:p>
        </p:txBody>
      </p:sp>
      <p:sp>
        <p:nvSpPr>
          <p:cNvPr id="5" name="TextBox 4">
            <a:extLst>
              <a:ext uri="{FF2B5EF4-FFF2-40B4-BE49-F238E27FC236}">
                <a16:creationId xmlns:a16="http://schemas.microsoft.com/office/drawing/2014/main" id="{7DE87EE6-8310-AB30-D6C8-38296B53A94C}"/>
              </a:ext>
            </a:extLst>
          </p:cNvPr>
          <p:cNvSpPr txBox="1"/>
          <p:nvPr/>
        </p:nvSpPr>
        <p:spPr>
          <a:xfrm>
            <a:off x="3136842" y="5800576"/>
            <a:ext cx="999436" cy="323165"/>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rPr>
              <a:t>reporting accuracy</a:t>
            </a:r>
          </a:p>
        </p:txBody>
      </p:sp>
      <p:sp>
        <p:nvSpPr>
          <p:cNvPr id="6" name="TextBox 5">
            <a:extLst>
              <a:ext uri="{FF2B5EF4-FFF2-40B4-BE49-F238E27FC236}">
                <a16:creationId xmlns:a16="http://schemas.microsoft.com/office/drawing/2014/main" id="{9D1CCA3A-835D-884E-AFCA-665FFFC529CA}"/>
              </a:ext>
            </a:extLst>
          </p:cNvPr>
          <p:cNvSpPr txBox="1"/>
          <p:nvPr/>
        </p:nvSpPr>
        <p:spPr>
          <a:xfrm>
            <a:off x="710398" y="5482433"/>
            <a:ext cx="751809" cy="246221"/>
          </a:xfrm>
          <a:prstGeom prst="rect">
            <a:avLst/>
          </a:prstGeom>
          <a:noFill/>
        </p:spPr>
        <p:txBody>
          <a:bodyPr wrap="none" lIns="0" tIns="0" rIns="0" bIns="0">
            <a:spAutoFit/>
          </a:bodyPr>
          <a:lstStyle/>
          <a:p>
            <a:pPr marL="0" marR="0" lvl="0" indent="0" algn="ctr" defTabSz="1088776"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gradFill>
                  <a:gsLst>
                    <a:gs pos="20000">
                      <a:srgbClr val="1C0C6E"/>
                    </a:gs>
                    <a:gs pos="70000">
                      <a:srgbClr val="5D36FF"/>
                    </a:gs>
                    <a:gs pos="85000">
                      <a:srgbClr val="0070F2"/>
                    </a:gs>
                    <a:gs pos="94000">
                      <a:srgbClr val="1B90FF"/>
                    </a:gs>
                  </a:gsLst>
                  <a:lin ang="2220000" scaled="0"/>
                </a:gradFill>
                <a:effectLst/>
                <a:uLnTx/>
                <a:uFillTx/>
                <a:latin typeface="72 Brand"/>
                <a:ea typeface="+mn-ea"/>
                <a:cs typeface="+mn-cs"/>
              </a:rPr>
              <a:t>20-30%</a:t>
            </a:r>
          </a:p>
        </p:txBody>
      </p:sp>
      <p:sp>
        <p:nvSpPr>
          <p:cNvPr id="7" name="TextBox 6">
            <a:extLst>
              <a:ext uri="{FF2B5EF4-FFF2-40B4-BE49-F238E27FC236}">
                <a16:creationId xmlns:a16="http://schemas.microsoft.com/office/drawing/2014/main" id="{364659FF-092C-A73D-6455-F2EBDA23784A}"/>
              </a:ext>
            </a:extLst>
          </p:cNvPr>
          <p:cNvSpPr txBox="1"/>
          <p:nvPr/>
        </p:nvSpPr>
        <p:spPr>
          <a:xfrm>
            <a:off x="1909859" y="5482433"/>
            <a:ext cx="751809" cy="246221"/>
          </a:xfrm>
          <a:prstGeom prst="rect">
            <a:avLst/>
          </a:prstGeom>
          <a:noFill/>
        </p:spPr>
        <p:txBody>
          <a:bodyPr wrap="none" lIns="0" tIns="0" rIns="0" bIns="0">
            <a:spAutoFit/>
          </a:bodyPr>
          <a:lstStyle/>
          <a:p>
            <a:pPr marL="0" marR="0" lvl="0" indent="0" algn="ctr" defTabSz="1088776"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gradFill>
                  <a:gsLst>
                    <a:gs pos="20000">
                      <a:srgbClr val="1C0C6E"/>
                    </a:gs>
                    <a:gs pos="70000">
                      <a:srgbClr val="5D36FF"/>
                    </a:gs>
                    <a:gs pos="85000">
                      <a:srgbClr val="0070F2"/>
                    </a:gs>
                    <a:gs pos="94000">
                      <a:srgbClr val="1B90FF"/>
                    </a:gs>
                  </a:gsLst>
                  <a:lin ang="2220000" scaled="0"/>
                </a:gradFill>
                <a:effectLst/>
                <a:uLnTx/>
                <a:uFillTx/>
                <a:latin typeface="72 Brand"/>
                <a:ea typeface="+mn-ea"/>
                <a:cs typeface="+mn-cs"/>
              </a:rPr>
              <a:t>10-20%</a:t>
            </a:r>
          </a:p>
        </p:txBody>
      </p:sp>
      <p:sp>
        <p:nvSpPr>
          <p:cNvPr id="33" name="TextBox 32">
            <a:extLst>
              <a:ext uri="{FF2B5EF4-FFF2-40B4-BE49-F238E27FC236}">
                <a16:creationId xmlns:a16="http://schemas.microsoft.com/office/drawing/2014/main" id="{D6B9593D-D179-BF90-8C55-EBDECC31EAB8}"/>
              </a:ext>
            </a:extLst>
          </p:cNvPr>
          <p:cNvSpPr txBox="1"/>
          <p:nvPr/>
        </p:nvSpPr>
        <p:spPr>
          <a:xfrm>
            <a:off x="3147782" y="5497422"/>
            <a:ext cx="987451" cy="246221"/>
          </a:xfrm>
          <a:prstGeom prst="rect">
            <a:avLst/>
          </a:prstGeom>
          <a:noFill/>
        </p:spPr>
        <p:txBody>
          <a:bodyPr wrap="none" lIns="0" tIns="0" rIns="0" bIns="0">
            <a:spAutoFit/>
          </a:bodyPr>
          <a:lstStyle/>
          <a:p>
            <a:pPr marL="0" marR="0" lvl="0" indent="0" algn="ctr" defTabSz="1088776"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gradFill>
                  <a:gsLst>
                    <a:gs pos="20000">
                      <a:srgbClr val="1C0C6E"/>
                    </a:gs>
                    <a:gs pos="70000">
                      <a:srgbClr val="5D36FF"/>
                    </a:gs>
                    <a:gs pos="85000">
                      <a:srgbClr val="0070F2"/>
                    </a:gs>
                    <a:gs pos="94000">
                      <a:srgbClr val="1B90FF"/>
                    </a:gs>
                  </a:gsLst>
                  <a:lin ang="2220000" scaled="0"/>
                </a:gradFill>
                <a:effectLst/>
                <a:uLnTx/>
                <a:uFillTx/>
                <a:latin typeface="72 Brand"/>
                <a:ea typeface="+mn-ea"/>
                <a:cs typeface="+mn-cs"/>
              </a:rPr>
              <a:t>Enhanced</a:t>
            </a:r>
          </a:p>
        </p:txBody>
      </p:sp>
      <p:sp>
        <p:nvSpPr>
          <p:cNvPr id="36" name="TextBox 35">
            <a:extLst>
              <a:ext uri="{FF2B5EF4-FFF2-40B4-BE49-F238E27FC236}">
                <a16:creationId xmlns:a16="http://schemas.microsoft.com/office/drawing/2014/main" id="{42A755C2-185B-7479-4317-A0590B6B5A8A}"/>
              </a:ext>
            </a:extLst>
          </p:cNvPr>
          <p:cNvSpPr txBox="1"/>
          <p:nvPr/>
        </p:nvSpPr>
        <p:spPr>
          <a:xfrm>
            <a:off x="5911803" y="3614985"/>
            <a:ext cx="1508447" cy="1077218"/>
          </a:xfrm>
          <a:prstGeom prst="rect">
            <a:avLst/>
          </a:prstGeom>
        </p:spPr>
        <p:txBody>
          <a:bodyPr wrap="square" lIns="0" tIns="0" rIns="0" bIns="0" rtlCol="0">
            <a:spAutoFit/>
          </a:bodyPr>
          <a:lstStyle/>
          <a:p>
            <a:pPr marL="177747" marR="0" lvl="0" indent="-171399" algn="l" defTabSz="913304" rtl="0" eaLnBrk="1" fontAlgn="base" latinLnBrk="0" hangingPunct="1">
              <a:lnSpc>
                <a:spcPct val="100000"/>
              </a:lnSpc>
              <a:spcBef>
                <a:spcPts val="600"/>
              </a:spcBef>
              <a:spcAft>
                <a:spcPts val="0"/>
              </a:spcAft>
              <a:buClr>
                <a:srgbClr val="5D36FF"/>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rPr>
              <a:t>Faster close cycles</a:t>
            </a:r>
          </a:p>
          <a:p>
            <a:pPr marL="177747" marR="0" lvl="0" indent="-171399" algn="l" defTabSz="913304" rtl="0" eaLnBrk="1" fontAlgn="base" latinLnBrk="0" hangingPunct="1">
              <a:lnSpc>
                <a:spcPct val="100000"/>
              </a:lnSpc>
              <a:spcBef>
                <a:spcPts val="600"/>
              </a:spcBef>
              <a:spcAft>
                <a:spcPts val="0"/>
              </a:spcAft>
              <a:buClr>
                <a:srgbClr val="5D36FF"/>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rPr>
              <a:t>Improved accuracy and consistency</a:t>
            </a:r>
          </a:p>
          <a:p>
            <a:pPr marL="177747" marR="0" lvl="0" indent="-171399" algn="l" defTabSz="913304" rtl="0" eaLnBrk="1" fontAlgn="base" latinLnBrk="0" hangingPunct="1">
              <a:lnSpc>
                <a:spcPct val="100000"/>
              </a:lnSpc>
              <a:spcBef>
                <a:spcPts val="600"/>
              </a:spcBef>
              <a:spcAft>
                <a:spcPts val="0"/>
              </a:spcAft>
              <a:buClr>
                <a:srgbClr val="5D36FF"/>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rPr>
              <a:t>Greater finance team productivity</a:t>
            </a:r>
          </a:p>
        </p:txBody>
      </p:sp>
      <p:pic>
        <p:nvPicPr>
          <p:cNvPr id="61" name="Graphic 60">
            <a:extLst>
              <a:ext uri="{FF2B5EF4-FFF2-40B4-BE49-F238E27FC236}">
                <a16:creationId xmlns:a16="http://schemas.microsoft.com/office/drawing/2014/main" id="{C965516A-183E-8923-89C2-A098642BF0F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423694" y="3752684"/>
            <a:ext cx="147655" cy="147655"/>
          </a:xfrm>
          <a:prstGeom prst="rect">
            <a:avLst/>
          </a:prstGeom>
          <a:effectLst/>
        </p:spPr>
      </p:pic>
      <p:pic>
        <p:nvPicPr>
          <p:cNvPr id="62" name="Graphic 61">
            <a:extLst>
              <a:ext uri="{FF2B5EF4-FFF2-40B4-BE49-F238E27FC236}">
                <a16:creationId xmlns:a16="http://schemas.microsoft.com/office/drawing/2014/main" id="{F6D43B77-8A01-8D38-0625-65EE91F159E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439946" y="3230125"/>
            <a:ext cx="147655" cy="147655"/>
          </a:xfrm>
          <a:prstGeom prst="rect">
            <a:avLst/>
          </a:prstGeom>
          <a:effectLst/>
        </p:spPr>
      </p:pic>
      <p:pic>
        <p:nvPicPr>
          <p:cNvPr id="63" name="Graphic 62">
            <a:extLst>
              <a:ext uri="{FF2B5EF4-FFF2-40B4-BE49-F238E27FC236}">
                <a16:creationId xmlns:a16="http://schemas.microsoft.com/office/drawing/2014/main" id="{020778C4-9832-F462-D235-B01D0E83F30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439946" y="2744029"/>
            <a:ext cx="147655" cy="147655"/>
          </a:xfrm>
          <a:prstGeom prst="rect">
            <a:avLst/>
          </a:prstGeom>
          <a:effectLst/>
        </p:spPr>
      </p:pic>
      <p:pic>
        <p:nvPicPr>
          <p:cNvPr id="64" name="Graphic 63">
            <a:extLst>
              <a:ext uri="{FF2B5EF4-FFF2-40B4-BE49-F238E27FC236}">
                <a16:creationId xmlns:a16="http://schemas.microsoft.com/office/drawing/2014/main" id="{F3975A2E-0703-E211-7450-D7E7F0EC49C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423694" y="2230380"/>
            <a:ext cx="147655" cy="147655"/>
          </a:xfrm>
          <a:prstGeom prst="rect">
            <a:avLst/>
          </a:prstGeom>
          <a:effectLst/>
        </p:spPr>
      </p:pic>
      <p:sp>
        <p:nvSpPr>
          <p:cNvPr id="17" name="Rounded Rectangle 16">
            <a:extLst>
              <a:ext uri="{FF2B5EF4-FFF2-40B4-BE49-F238E27FC236}">
                <a16:creationId xmlns:a16="http://schemas.microsoft.com/office/drawing/2014/main" id="{A42828D1-E913-F888-E758-2D0AB676655F}"/>
              </a:ext>
            </a:extLst>
          </p:cNvPr>
          <p:cNvSpPr/>
          <p:nvPr/>
        </p:nvSpPr>
        <p:spPr bwMode="gray">
          <a:xfrm>
            <a:off x="7738711" y="1963554"/>
            <a:ext cx="1992429" cy="529388"/>
          </a:xfrm>
          <a:prstGeom prst="roundRect">
            <a:avLst/>
          </a:prstGeom>
          <a:noFill/>
          <a:ln w="38100" algn="ctr">
            <a:solidFill>
              <a:schemeClr val="accent5"/>
            </a:solidFill>
            <a:miter lim="800000"/>
            <a:headEnd/>
            <a:tailEnd/>
          </a:ln>
        </p:spPr>
        <p:txBody>
          <a:bodyPr lIns="182880" tIns="146304" rIns="182880" bIns="146304" rtlCol="0" anchor="t"/>
          <a:lstStyle/>
          <a:p>
            <a:pPr marR="0" algn="l" defTabSz="914400" eaLnBrk="1" fontAlgn="base" latinLnBrk="0" hangingPunct="1">
              <a:lnSpc>
                <a:spcPct val="100000"/>
              </a:lnSpc>
              <a:spcBef>
                <a:spcPct val="50000"/>
              </a:spcBef>
              <a:spcAft>
                <a:spcPct val="0"/>
              </a:spcAft>
              <a:buClr>
                <a:srgbClr val="F0AB00"/>
              </a:buClr>
              <a:buSzPct val="80000"/>
              <a:tabLst/>
            </a:pPr>
            <a:endParaRPr kumimoji="0" lang="en-US" sz="1200" b="0" i="0" u="none" strike="noStrike" kern="0" cap="none" spc="0" normalizeH="0" baseline="0" noProof="0">
              <a:ln>
                <a:noFill/>
              </a:ln>
              <a:effectLst/>
              <a:uLnTx/>
              <a:uFillTx/>
              <a:latin typeface="+mn-lt"/>
              <a:ea typeface="72 Brand" pitchFamily="34" charset="-128"/>
              <a:cs typeface="72 Brand" pitchFamily="34" charset="-128"/>
            </a:endParaRPr>
          </a:p>
        </p:txBody>
      </p:sp>
      <p:sp>
        <p:nvSpPr>
          <p:cNvPr id="18" name="Rounded Rectangle 17">
            <a:extLst>
              <a:ext uri="{FF2B5EF4-FFF2-40B4-BE49-F238E27FC236}">
                <a16:creationId xmlns:a16="http://schemas.microsoft.com/office/drawing/2014/main" id="{E8B62601-7834-D1BD-A5F4-ADBB98E8E31E}"/>
              </a:ext>
            </a:extLst>
          </p:cNvPr>
          <p:cNvSpPr/>
          <p:nvPr/>
        </p:nvSpPr>
        <p:spPr bwMode="gray">
          <a:xfrm>
            <a:off x="7756357" y="2953351"/>
            <a:ext cx="1992429" cy="492494"/>
          </a:xfrm>
          <a:prstGeom prst="roundRect">
            <a:avLst/>
          </a:prstGeom>
          <a:noFill/>
          <a:ln w="38100" algn="ctr">
            <a:solidFill>
              <a:schemeClr val="accent5"/>
            </a:solidFill>
            <a:miter lim="800000"/>
            <a:headEnd/>
            <a:tailEnd/>
          </a:ln>
        </p:spPr>
        <p:txBody>
          <a:bodyPr lIns="182880" tIns="146304" rIns="182880" bIns="146304" rtlCol="0" anchor="t"/>
          <a:lstStyle/>
          <a:p>
            <a:pPr marR="0" algn="l" defTabSz="914400" eaLnBrk="1" fontAlgn="base" latinLnBrk="0" hangingPunct="1">
              <a:lnSpc>
                <a:spcPct val="100000"/>
              </a:lnSpc>
              <a:spcBef>
                <a:spcPct val="50000"/>
              </a:spcBef>
              <a:spcAft>
                <a:spcPct val="0"/>
              </a:spcAft>
              <a:buClr>
                <a:srgbClr val="F0AB00"/>
              </a:buClr>
              <a:buSzPct val="80000"/>
              <a:tabLst/>
            </a:pPr>
            <a:endParaRPr kumimoji="0" lang="en-US" sz="1200" b="0" i="0" u="none" strike="noStrike" kern="0" cap="none" spc="0" normalizeH="0" baseline="0" noProof="0">
              <a:ln>
                <a:noFill/>
              </a:ln>
              <a:effectLst/>
              <a:uLnTx/>
              <a:uFillTx/>
              <a:latin typeface="+mn-lt"/>
              <a:ea typeface="72 Brand" pitchFamily="34" charset="-128"/>
              <a:cs typeface="72 Brand" pitchFamily="34" charset="-128"/>
            </a:endParaRPr>
          </a:p>
        </p:txBody>
      </p:sp>
      <p:sp>
        <p:nvSpPr>
          <p:cNvPr id="19" name="Rounded Rectangle 18">
            <a:extLst>
              <a:ext uri="{FF2B5EF4-FFF2-40B4-BE49-F238E27FC236}">
                <a16:creationId xmlns:a16="http://schemas.microsoft.com/office/drawing/2014/main" id="{FF8EC115-B47B-6254-50C9-CF6EB85504DF}"/>
              </a:ext>
            </a:extLst>
          </p:cNvPr>
          <p:cNvSpPr/>
          <p:nvPr/>
        </p:nvSpPr>
        <p:spPr bwMode="gray">
          <a:xfrm>
            <a:off x="7756357" y="3501990"/>
            <a:ext cx="1992429" cy="453993"/>
          </a:xfrm>
          <a:prstGeom prst="roundRect">
            <a:avLst/>
          </a:prstGeom>
          <a:noFill/>
          <a:ln w="38100" algn="ctr">
            <a:solidFill>
              <a:schemeClr val="accent5"/>
            </a:solidFill>
            <a:miter lim="800000"/>
            <a:headEnd/>
            <a:tailEnd/>
          </a:ln>
        </p:spPr>
        <p:txBody>
          <a:bodyPr lIns="182880" tIns="146304" rIns="182880" bIns="146304" rtlCol="0" anchor="t"/>
          <a:lstStyle/>
          <a:p>
            <a:pPr marR="0" algn="l" defTabSz="914400" eaLnBrk="1" fontAlgn="base" latinLnBrk="0" hangingPunct="1">
              <a:lnSpc>
                <a:spcPct val="100000"/>
              </a:lnSpc>
              <a:spcBef>
                <a:spcPct val="50000"/>
              </a:spcBef>
              <a:spcAft>
                <a:spcPct val="0"/>
              </a:spcAft>
              <a:buClr>
                <a:srgbClr val="F0AB00"/>
              </a:buClr>
              <a:buSzPct val="80000"/>
              <a:tabLst/>
            </a:pPr>
            <a:endParaRPr kumimoji="0" lang="en-US" sz="1200" b="0" i="0" u="none" strike="noStrike" kern="0" cap="none" spc="0" normalizeH="0" baseline="0" noProof="0">
              <a:ln>
                <a:noFill/>
              </a:ln>
              <a:effectLst/>
              <a:uLnTx/>
              <a:uFillTx/>
              <a:latin typeface="+mn-lt"/>
              <a:ea typeface="72 Brand" pitchFamily="34" charset="-128"/>
              <a:cs typeface="72 Brand" pitchFamily="34" charset="-128"/>
            </a:endParaRPr>
          </a:p>
        </p:txBody>
      </p:sp>
      <p:sp>
        <p:nvSpPr>
          <p:cNvPr id="21" name="Rounded Rectangle 20">
            <a:extLst>
              <a:ext uri="{FF2B5EF4-FFF2-40B4-BE49-F238E27FC236}">
                <a16:creationId xmlns:a16="http://schemas.microsoft.com/office/drawing/2014/main" id="{6AC8A0A8-594F-0127-2CA0-740957CB33F5}"/>
              </a:ext>
            </a:extLst>
          </p:cNvPr>
          <p:cNvSpPr/>
          <p:nvPr/>
        </p:nvSpPr>
        <p:spPr bwMode="gray">
          <a:xfrm>
            <a:off x="7756357" y="4031379"/>
            <a:ext cx="1992429" cy="434743"/>
          </a:xfrm>
          <a:prstGeom prst="roundRect">
            <a:avLst/>
          </a:prstGeom>
          <a:noFill/>
          <a:ln w="38100" algn="ctr">
            <a:solidFill>
              <a:schemeClr val="accent5"/>
            </a:solidFill>
            <a:miter lim="800000"/>
            <a:headEnd/>
            <a:tailEnd/>
          </a:ln>
        </p:spPr>
        <p:txBody>
          <a:bodyPr lIns="182880" tIns="146304" rIns="182880" bIns="146304" rtlCol="0" anchor="t"/>
          <a:lstStyle/>
          <a:p>
            <a:pPr marR="0" algn="l" defTabSz="914400" eaLnBrk="1" fontAlgn="base" latinLnBrk="0" hangingPunct="1">
              <a:lnSpc>
                <a:spcPct val="100000"/>
              </a:lnSpc>
              <a:spcBef>
                <a:spcPct val="50000"/>
              </a:spcBef>
              <a:spcAft>
                <a:spcPct val="0"/>
              </a:spcAft>
              <a:buClr>
                <a:srgbClr val="F0AB00"/>
              </a:buClr>
              <a:buSzPct val="80000"/>
              <a:tabLst/>
            </a:pPr>
            <a:endParaRPr kumimoji="0" lang="en-US" sz="1200" b="0" i="0" u="none" strike="noStrike" kern="0" cap="none" spc="0" normalizeH="0" baseline="0" noProof="0">
              <a:ln>
                <a:noFill/>
              </a:ln>
              <a:effectLst/>
              <a:uLnTx/>
              <a:uFillTx/>
              <a:latin typeface="+mn-lt"/>
              <a:ea typeface="72 Brand" pitchFamily="34" charset="-128"/>
              <a:cs typeface="72 Brand" pitchFamily="34" charset="-128"/>
            </a:endParaRPr>
          </a:p>
        </p:txBody>
      </p:sp>
      <p:sp>
        <p:nvSpPr>
          <p:cNvPr id="25" name="TextBox 24">
            <a:extLst>
              <a:ext uri="{FF2B5EF4-FFF2-40B4-BE49-F238E27FC236}">
                <a16:creationId xmlns:a16="http://schemas.microsoft.com/office/drawing/2014/main" id="{D983D063-9619-2B28-915F-C93F25388C88}"/>
              </a:ext>
            </a:extLst>
          </p:cNvPr>
          <p:cNvSpPr txBox="1"/>
          <p:nvPr/>
        </p:nvSpPr>
        <p:spPr>
          <a:xfrm>
            <a:off x="6949440" y="5582654"/>
            <a:ext cx="1443789" cy="553998"/>
          </a:xfrm>
          <a:prstGeom prst="rect">
            <a:avLst/>
          </a:prstGeom>
          <a:noFill/>
        </p:spPr>
        <p:txBody>
          <a:bodyPr wrap="square" lIns="0" tIns="0" rIns="0" bIns="0" rtlCol="0">
            <a:spAutoFit/>
          </a:bodyPr>
          <a:lstStyle/>
          <a:p>
            <a:pPr algn="ctr" fontAlgn="base">
              <a:spcBef>
                <a:spcPct val="50000"/>
              </a:spcBef>
              <a:spcAft>
                <a:spcPct val="0"/>
              </a:spcAft>
              <a:buClr>
                <a:schemeClr val="tx1"/>
              </a:buClr>
              <a:buSzPct val="100000"/>
            </a:pPr>
            <a:r>
              <a:rPr lang="en-US" sz="1800" b="1" kern="0">
                <a:solidFill>
                  <a:srgbClr val="F31DED"/>
                </a:solidFill>
                <a:latin typeface="72 Brand" panose="020B0504030603020204" pitchFamily="34" charset="0"/>
                <a:ea typeface="72 Brand" pitchFamily="34" charset="-128"/>
                <a:cs typeface="72 Brand" pitchFamily="34" charset="-128"/>
              </a:rPr>
              <a:t>Public Cloud Scope</a:t>
            </a:r>
          </a:p>
        </p:txBody>
      </p:sp>
      <p:sp>
        <p:nvSpPr>
          <p:cNvPr id="26" name="Rounded Rectangle 25">
            <a:extLst>
              <a:ext uri="{FF2B5EF4-FFF2-40B4-BE49-F238E27FC236}">
                <a16:creationId xmlns:a16="http://schemas.microsoft.com/office/drawing/2014/main" id="{CCDB2EC5-187E-ECF4-550F-E5D30A383FFA}"/>
              </a:ext>
            </a:extLst>
          </p:cNvPr>
          <p:cNvSpPr/>
          <p:nvPr/>
        </p:nvSpPr>
        <p:spPr bwMode="gray">
          <a:xfrm>
            <a:off x="7738711" y="1953927"/>
            <a:ext cx="1992429" cy="539015"/>
          </a:xfrm>
          <a:prstGeom prst="roundRect">
            <a:avLst/>
          </a:prstGeom>
          <a:noFill/>
          <a:ln w="38100" algn="ctr">
            <a:solidFill>
              <a:schemeClr val="accent5"/>
            </a:solidFill>
            <a:miter lim="800000"/>
            <a:headEnd/>
            <a:tailEnd/>
          </a:ln>
        </p:spPr>
        <p:txBody>
          <a:bodyPr lIns="182880" tIns="146304" rIns="182880" bIns="146304" rtlCol="0" anchor="t"/>
          <a:lstStyle/>
          <a:p>
            <a:pPr marR="0" algn="l" defTabSz="914400" eaLnBrk="1" fontAlgn="base" latinLnBrk="0" hangingPunct="1">
              <a:lnSpc>
                <a:spcPct val="100000"/>
              </a:lnSpc>
              <a:spcBef>
                <a:spcPct val="50000"/>
              </a:spcBef>
              <a:spcAft>
                <a:spcPct val="0"/>
              </a:spcAft>
              <a:buClr>
                <a:srgbClr val="F0AB00"/>
              </a:buClr>
              <a:buSzPct val="80000"/>
              <a:tabLst/>
            </a:pPr>
            <a:endParaRPr kumimoji="0" lang="en-US" sz="1200" b="0" i="0" u="none" strike="noStrike" kern="0" cap="none" spc="0" normalizeH="0" baseline="0" noProof="0">
              <a:ln>
                <a:noFill/>
              </a:ln>
              <a:effectLst/>
              <a:uLnTx/>
              <a:uFillTx/>
              <a:latin typeface="+mn-lt"/>
              <a:ea typeface="72 Brand" pitchFamily="34" charset="-128"/>
              <a:cs typeface="72 Brand" pitchFamily="34" charset="-128"/>
            </a:endParaRPr>
          </a:p>
        </p:txBody>
      </p:sp>
      <p:sp>
        <p:nvSpPr>
          <p:cNvPr id="27" name="Rounded Rectangle 26">
            <a:extLst>
              <a:ext uri="{FF2B5EF4-FFF2-40B4-BE49-F238E27FC236}">
                <a16:creationId xmlns:a16="http://schemas.microsoft.com/office/drawing/2014/main" id="{A9881794-093D-362B-C3C5-D3077A349CE1}"/>
              </a:ext>
            </a:extLst>
          </p:cNvPr>
          <p:cNvSpPr/>
          <p:nvPr/>
        </p:nvSpPr>
        <p:spPr bwMode="gray">
          <a:xfrm>
            <a:off x="6755331" y="5561797"/>
            <a:ext cx="1791904" cy="636872"/>
          </a:xfrm>
          <a:prstGeom prst="roundRect">
            <a:avLst/>
          </a:prstGeom>
          <a:noFill/>
          <a:ln w="38100" algn="ctr">
            <a:solidFill>
              <a:schemeClr val="accent5"/>
            </a:solidFill>
            <a:miter lim="800000"/>
            <a:headEnd/>
            <a:tailEnd/>
          </a:ln>
        </p:spPr>
        <p:txBody>
          <a:bodyPr lIns="182880" tIns="146304" rIns="182880" bIns="146304" rtlCol="0" anchor="t"/>
          <a:lstStyle/>
          <a:p>
            <a:pPr marR="0" algn="l" defTabSz="914400" eaLnBrk="1" fontAlgn="base" latinLnBrk="0" hangingPunct="1">
              <a:lnSpc>
                <a:spcPct val="100000"/>
              </a:lnSpc>
              <a:spcBef>
                <a:spcPct val="50000"/>
              </a:spcBef>
              <a:spcAft>
                <a:spcPct val="0"/>
              </a:spcAft>
              <a:buClr>
                <a:srgbClr val="F0AB00"/>
              </a:buClr>
              <a:buSzPct val="80000"/>
              <a:tabLst/>
            </a:pPr>
            <a:endParaRPr kumimoji="0" lang="en-US" sz="1200" b="0" i="0" u="none" strike="noStrike" kern="0" cap="none" spc="0" normalizeH="0" baseline="0" noProof="0">
              <a:ln>
                <a:noFill/>
              </a:ln>
              <a:effectLst/>
              <a:uLnTx/>
              <a:uFillTx/>
              <a:latin typeface="+mn-lt"/>
              <a:ea typeface="72 Brand" pitchFamily="34" charset="-128"/>
              <a:cs typeface="72 Brand" pitchFamily="34" charset="-128"/>
            </a:endParaRPr>
          </a:p>
        </p:txBody>
      </p:sp>
    </p:spTree>
    <p:extLst>
      <p:ext uri="{BB962C8B-B14F-4D97-AF65-F5344CB8AC3E}">
        <p14:creationId xmlns:p14="http://schemas.microsoft.com/office/powerpoint/2010/main" val="27426314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10B15-1B22-6461-3600-C785665A2A0F}"/>
            </a:ext>
          </a:extLst>
        </p:cNvPr>
        <p:cNvGrpSpPr/>
        <p:nvPr/>
      </p:nvGrpSpPr>
      <p:grpSpPr>
        <a:xfrm>
          <a:off x="0" y="0"/>
          <a:ext cx="0" cy="0"/>
          <a:chOff x="0" y="0"/>
          <a:chExt cx="0" cy="0"/>
        </a:xfrm>
      </p:grpSpPr>
      <p:sp>
        <p:nvSpPr>
          <p:cNvPr id="123" name="Rectangle: Rounded Corners 24">
            <a:extLst>
              <a:ext uri="{FF2B5EF4-FFF2-40B4-BE49-F238E27FC236}">
                <a16:creationId xmlns:a16="http://schemas.microsoft.com/office/drawing/2014/main" id="{ABDBAA6A-8125-933D-045B-57CCB59DA9B5}"/>
              </a:ext>
            </a:extLst>
          </p:cNvPr>
          <p:cNvSpPr/>
          <p:nvPr/>
        </p:nvSpPr>
        <p:spPr bwMode="gray">
          <a:xfrm rot="16200000">
            <a:off x="3959546" y="-1987710"/>
            <a:ext cx="3873549" cy="10205990"/>
          </a:xfrm>
          <a:prstGeom prst="rect">
            <a:avLst/>
          </a:prstGeom>
          <a:gradFill flip="none" rotWithShape="1">
            <a:gsLst>
              <a:gs pos="0">
                <a:srgbClr val="6835FE">
                  <a:alpha val="5000"/>
                </a:srgbClr>
              </a:gs>
              <a:gs pos="100000">
                <a:srgbClr val="9F0FD3">
                  <a:alpha val="5000"/>
                </a:srgbClr>
              </a:gs>
            </a:gsLst>
            <a:lin ang="13500000" scaled="1"/>
            <a:tileRect/>
          </a:gradFill>
          <a:ln w="9601" cap="flat" cmpd="sng" algn="ctr">
            <a:gradFill flip="none" rotWithShape="1">
              <a:gsLst>
                <a:gs pos="0">
                  <a:srgbClr val="6835FE"/>
                </a:gs>
                <a:gs pos="100000">
                  <a:srgbClr val="9983F6">
                    <a:alpha val="56902"/>
                  </a:srgbClr>
                </a:gs>
              </a:gsLst>
              <a:lin ang="18900000" scaled="1"/>
              <a:tileRect/>
            </a:gradFill>
            <a:prstDash val="solid"/>
            <a:miter lim="800000"/>
            <a:headEnd type="none" w="med" len="med"/>
            <a:tailEnd type="none" w="med" len="med"/>
          </a:ln>
          <a:effectLst/>
        </p:spPr>
        <p:txBody>
          <a:bodyPr rot="0" spcFirstLastPara="0" vertOverflow="overflow" horzOverflow="overflow" vert="horz" wrap="square" lIns="182832" tIns="72000" rIns="182832" bIns="146266" numCol="1" spcCol="0" rtlCol="0" fromWordArt="0" anchor="t" anchorCtr="0" forceAA="0" compatLnSpc="1">
            <a:prstTxWarp prst="textNoShape">
              <a:avLst/>
            </a:prstTxWarp>
            <a:noAutofit/>
          </a:bodyPr>
          <a:lstStyle/>
          <a:p>
            <a:pPr marL="0" marR="0" lvl="0" indent="0" algn="ctr" defTabSz="914126" rtl="0" eaLnBrk="1" fontAlgn="base" latinLnBrk="0" hangingPunct="1">
              <a:lnSpc>
                <a:spcPct val="100000"/>
              </a:lnSpc>
              <a:spcBef>
                <a:spcPts val="0"/>
              </a:spcBef>
              <a:spcAft>
                <a:spcPts val="400"/>
              </a:spcAft>
              <a:buClr>
                <a:srgbClr val="F0AB00"/>
              </a:buClr>
              <a:buSzPct val="80000"/>
              <a:buFontTx/>
              <a:buNone/>
              <a:tabLst/>
              <a:defRPr/>
            </a:pPr>
            <a:endParaRPr kumimoji="0" lang="en-US" sz="1400" b="1" i="0" u="none" strike="noStrike" kern="0" cap="none" spc="-20" normalizeH="0" baseline="0" noProof="0">
              <a:ln>
                <a:noFill/>
              </a:ln>
              <a:gradFill>
                <a:gsLst>
                  <a:gs pos="0">
                    <a:srgbClr val="0070F2"/>
                  </a:gs>
                  <a:gs pos="100000">
                    <a:srgbClr val="0070F2">
                      <a:lumMod val="75000"/>
                    </a:srgbClr>
                  </a:gs>
                </a:gsLst>
              </a:gradFill>
              <a:effectLst/>
              <a:uLnTx/>
              <a:uFillTx/>
              <a:latin typeface="72 Brand Medium"/>
              <a:ea typeface="+mn-ea"/>
              <a:cs typeface="72" panose="020B0503030000000003" pitchFamily="34" charset="0"/>
            </a:endParaRPr>
          </a:p>
        </p:txBody>
      </p:sp>
      <p:sp>
        <p:nvSpPr>
          <p:cNvPr id="4" name="Title 3">
            <a:extLst>
              <a:ext uri="{FF2B5EF4-FFF2-40B4-BE49-F238E27FC236}">
                <a16:creationId xmlns:a16="http://schemas.microsoft.com/office/drawing/2014/main" id="{195B30C8-4844-2B47-2C56-7BB3483F48F3}"/>
              </a:ext>
            </a:extLst>
          </p:cNvPr>
          <p:cNvSpPr>
            <a:spLocks noGrp="1"/>
          </p:cNvSpPr>
          <p:nvPr>
            <p:ph type="title"/>
          </p:nvPr>
        </p:nvSpPr>
        <p:spPr/>
        <p:txBody>
          <a:bodyPr/>
          <a:lstStyle/>
          <a:p>
            <a:pPr lvl="0">
              <a:defRPr/>
            </a:pPr>
            <a:r>
              <a:rPr lang="en-US" b="1">
                <a:solidFill>
                  <a:srgbClr val="000000"/>
                </a:solidFill>
              </a:rPr>
              <a:t>Current Financial Closing process pre-Financial Closing Assistant</a:t>
            </a:r>
            <a:endParaRPr lang="en-US">
              <a:solidFill>
                <a:srgbClr val="89D1FF"/>
              </a:solidFill>
            </a:endParaRPr>
          </a:p>
        </p:txBody>
      </p:sp>
      <p:sp>
        <p:nvSpPr>
          <p:cNvPr id="15" name="Rounded Rectangle">
            <a:extLst>
              <a:ext uri="{FF2B5EF4-FFF2-40B4-BE49-F238E27FC236}">
                <a16:creationId xmlns:a16="http://schemas.microsoft.com/office/drawing/2014/main" id="{9B8E9C42-C502-E634-D82F-B25863A53A02}"/>
              </a:ext>
            </a:extLst>
          </p:cNvPr>
          <p:cNvSpPr/>
          <p:nvPr/>
        </p:nvSpPr>
        <p:spPr>
          <a:xfrm>
            <a:off x="9580133" y="5182418"/>
            <a:ext cx="1419183" cy="218355"/>
          </a:xfrm>
          <a:prstGeom prst="roundRect">
            <a:avLst>
              <a:gd name="adj" fmla="val 43259"/>
            </a:avLst>
          </a:prstGeom>
          <a:solidFill>
            <a:srgbClr val="AE9BFF"/>
          </a:solidFill>
          <a:ln w="25400" algn="ctr">
            <a:noFill/>
            <a:miter lim="800000"/>
            <a:headEnd/>
            <a:tailEnd/>
          </a:ln>
        </p:spPr>
        <p:txBody>
          <a:bodyPr lIns="0" tIns="146266" rIns="0" bIns="146266" rtlCol="0" anchor="ctr" anchorCtr="0"/>
          <a:lstStyle/>
          <a:p>
            <a:pPr marL="0" marR="0" lvl="0" indent="0" algn="ctr" defTabSz="914126" rtl="0" eaLnBrk="1" fontAlgn="base" latinLnBrk="0" hangingPunct="1">
              <a:lnSpc>
                <a:spcPct val="100000"/>
              </a:lnSpc>
              <a:spcBef>
                <a:spcPct val="50000"/>
              </a:spcBef>
              <a:spcAft>
                <a:spcPct val="0"/>
              </a:spcAft>
              <a:buClr>
                <a:srgbClr val="F0AB00"/>
              </a:buClr>
              <a:buSzPct val="80000"/>
              <a:buFontTx/>
              <a:buNone/>
              <a:tabLst/>
              <a:defRPr/>
            </a:pPr>
            <a:r>
              <a:rPr kumimoji="0" lang="en-US" sz="900" b="0" i="0" u="none" strike="noStrike" kern="1200" cap="none" spc="0" normalizeH="0" baseline="0" noProof="0">
                <a:ln>
                  <a:noFill/>
                </a:ln>
                <a:solidFill>
                  <a:srgbClr val="00144A"/>
                </a:solidFill>
                <a:effectLst/>
                <a:uLnTx/>
                <a:uFillTx/>
                <a:latin typeface="Arial"/>
                <a:ea typeface="+mn-ea"/>
                <a:cs typeface="72" panose="020B0503030000000003" pitchFamily="34" charset="0"/>
              </a:rPr>
              <a:t>Existing Capability</a:t>
            </a:r>
          </a:p>
        </p:txBody>
      </p:sp>
      <p:grpSp>
        <p:nvGrpSpPr>
          <p:cNvPr id="112" name="Group 111">
            <a:extLst>
              <a:ext uri="{FF2B5EF4-FFF2-40B4-BE49-F238E27FC236}">
                <a16:creationId xmlns:a16="http://schemas.microsoft.com/office/drawing/2014/main" id="{10BF7577-8839-A687-1F62-DA200378BF4B}"/>
              </a:ext>
            </a:extLst>
          </p:cNvPr>
          <p:cNvGrpSpPr/>
          <p:nvPr/>
        </p:nvGrpSpPr>
        <p:grpSpPr>
          <a:xfrm>
            <a:off x="3396329" y="1601933"/>
            <a:ext cx="2476500" cy="270760"/>
            <a:chOff x="3392121" y="1247701"/>
            <a:chExt cx="2476500" cy="270760"/>
          </a:xfrm>
        </p:grpSpPr>
        <p:sp>
          <p:nvSpPr>
            <p:cNvPr id="5" name="Arrow: Chevron 4">
              <a:extLst>
                <a:ext uri="{FF2B5EF4-FFF2-40B4-BE49-F238E27FC236}">
                  <a16:creationId xmlns:a16="http://schemas.microsoft.com/office/drawing/2014/main" id="{4F7CAC22-3767-FEA8-E49C-D2C931AF5C13}"/>
                </a:ext>
              </a:extLst>
            </p:cNvPr>
            <p:cNvSpPr/>
            <p:nvPr/>
          </p:nvSpPr>
          <p:spPr bwMode="gray">
            <a:xfrm>
              <a:off x="3392121" y="1247701"/>
              <a:ext cx="2476500" cy="270760"/>
            </a:xfrm>
            <a:prstGeom prst="chevron">
              <a:avLst/>
            </a:prstGeom>
            <a:solidFill>
              <a:srgbClr val="7858FF"/>
            </a:solidFill>
            <a:ln w="25400" algn="ctr">
              <a:noFill/>
              <a:miter lim="800000"/>
              <a:headEnd/>
              <a:tailEnd/>
            </a:ln>
          </p:spPr>
          <p:txBody>
            <a:bodyPr wrap="none" lIns="0" tIns="92977" rIns="0" bIns="92977" rtlCol="0" anchor="ctr"/>
            <a:lstStyle/>
            <a:p>
              <a:pPr marL="0" marR="0" lvl="0" indent="0" algn="ctr" defTabSz="581226" rtl="0" eaLnBrk="1" fontAlgn="base" latinLnBrk="0" hangingPunct="1">
                <a:lnSpc>
                  <a:spcPct val="100000"/>
                </a:lnSpc>
                <a:spcBef>
                  <a:spcPts val="0"/>
                </a:spcBef>
                <a:spcAft>
                  <a:spcPct val="0"/>
                </a:spcAft>
                <a:buClr>
                  <a:srgbClr val="F0AB00"/>
                </a:buClr>
                <a:buSzPct val="80000"/>
                <a:buFontTx/>
                <a:buNone/>
                <a:tabLst/>
                <a:defRPr/>
              </a:pPr>
              <a:endParaRPr kumimoji="0" lang="en-US" sz="1100" b="1" i="0" u="none" strike="noStrike" kern="0" cap="none" spc="0" normalizeH="0" baseline="0" noProof="0" err="1">
                <a:ln>
                  <a:noFill/>
                </a:ln>
                <a:solidFill>
                  <a:srgbClr val="FFFFFF"/>
                </a:solidFill>
                <a:effectLst/>
                <a:uLnTx/>
                <a:uFillTx/>
                <a:latin typeface="Arial"/>
                <a:ea typeface="+mn-ea"/>
                <a:cs typeface="+mn-cs"/>
              </a:endParaRPr>
            </a:p>
          </p:txBody>
        </p:sp>
        <p:sp>
          <p:nvSpPr>
            <p:cNvPr id="19" name="TextBox 18">
              <a:extLst>
                <a:ext uri="{FF2B5EF4-FFF2-40B4-BE49-F238E27FC236}">
                  <a16:creationId xmlns:a16="http://schemas.microsoft.com/office/drawing/2014/main" id="{1D826743-CBFE-DFE8-C500-EC864AEF6BFE}"/>
                </a:ext>
              </a:extLst>
            </p:cNvPr>
            <p:cNvSpPr txBox="1"/>
            <p:nvPr/>
          </p:nvSpPr>
          <p:spPr>
            <a:xfrm>
              <a:off x="4206509" y="1275115"/>
              <a:ext cx="847725" cy="215444"/>
            </a:xfrm>
            <a:prstGeom prst="rect">
              <a:avLst/>
            </a:prstGeom>
            <a:noFill/>
            <a:ln w="28575">
              <a:noFill/>
            </a:ln>
          </p:spPr>
          <p:txBody>
            <a:bodyPr wrap="square" lIns="0" tIns="0" rIns="0" bIns="0" rtlCol="0">
              <a:spAutoFit/>
            </a:bodyPr>
            <a:lstStyle/>
            <a:p>
              <a:pPr marL="0" marR="0" lvl="0" indent="0" algn="l" defTabSz="1088776" rtl="0" eaLnBrk="1" fontAlgn="base" latinLnBrk="0" hangingPunct="1">
                <a:lnSpc>
                  <a:spcPct val="100000"/>
                </a:lnSpc>
                <a:spcBef>
                  <a:spcPct val="50000"/>
                </a:spcBef>
                <a:spcAft>
                  <a:spcPct val="0"/>
                </a:spcAft>
                <a:buClr>
                  <a:srgbClr val="000000"/>
                </a:buClr>
                <a:buSzPct val="100000"/>
                <a:buFontTx/>
                <a:buNone/>
                <a:tabLst/>
                <a:defRPr/>
              </a:pPr>
              <a:r>
                <a:rPr kumimoji="0" lang="en-US" sz="1400" b="0" i="0" u="none" strike="noStrike" kern="0" cap="none" spc="0" normalizeH="0" baseline="0" noProof="0">
                  <a:ln>
                    <a:noFill/>
                  </a:ln>
                  <a:solidFill>
                    <a:srgbClr val="FFFFFF"/>
                  </a:solidFill>
                  <a:effectLst/>
                  <a:uLnTx/>
                  <a:uFillTx/>
                  <a:latin typeface="72 Brand" panose="020B0504030603020204" pitchFamily="34" charset="0"/>
                  <a:ea typeface="72 Brand" pitchFamily="34" charset="-128"/>
                  <a:cs typeface="72 Brand" pitchFamily="34" charset="-128"/>
                </a:rPr>
                <a:t>PERFORM</a:t>
              </a:r>
            </a:p>
          </p:txBody>
        </p:sp>
      </p:grpSp>
      <p:grpSp>
        <p:nvGrpSpPr>
          <p:cNvPr id="114" name="Group 113">
            <a:extLst>
              <a:ext uri="{FF2B5EF4-FFF2-40B4-BE49-F238E27FC236}">
                <a16:creationId xmlns:a16="http://schemas.microsoft.com/office/drawing/2014/main" id="{90908DDA-24BD-C535-D63D-43A77285F9B6}"/>
              </a:ext>
            </a:extLst>
          </p:cNvPr>
          <p:cNvGrpSpPr/>
          <p:nvPr/>
        </p:nvGrpSpPr>
        <p:grpSpPr>
          <a:xfrm>
            <a:off x="8218681" y="1600153"/>
            <a:ext cx="2478024" cy="274320"/>
            <a:chOff x="8263789" y="1245921"/>
            <a:chExt cx="2478024" cy="274320"/>
          </a:xfrm>
        </p:grpSpPr>
        <p:sp>
          <p:nvSpPr>
            <p:cNvPr id="17" name="Arrow: Chevron 16">
              <a:extLst>
                <a:ext uri="{FF2B5EF4-FFF2-40B4-BE49-F238E27FC236}">
                  <a16:creationId xmlns:a16="http://schemas.microsoft.com/office/drawing/2014/main" id="{78F6CAFE-ECD0-3E76-CA52-87A1DE083CF5}"/>
                </a:ext>
              </a:extLst>
            </p:cNvPr>
            <p:cNvSpPr/>
            <p:nvPr/>
          </p:nvSpPr>
          <p:spPr bwMode="gray">
            <a:xfrm>
              <a:off x="8263789" y="1245921"/>
              <a:ext cx="2478024" cy="274320"/>
            </a:xfrm>
            <a:prstGeom prst="chevron">
              <a:avLst/>
            </a:prstGeom>
            <a:solidFill>
              <a:srgbClr val="7858FF"/>
            </a:solidFill>
            <a:ln w="25400" algn="ctr">
              <a:noFill/>
              <a:miter lim="800000"/>
              <a:headEnd/>
              <a:tailEnd/>
            </a:ln>
          </p:spPr>
          <p:txBody>
            <a:bodyPr wrap="none" lIns="0" tIns="92977" rIns="0" bIns="92977" rtlCol="0" anchor="ctr"/>
            <a:lstStyle/>
            <a:p>
              <a:pPr marL="0" marR="0" lvl="0" indent="0" algn="ctr" defTabSz="581226" rtl="0" eaLnBrk="1" fontAlgn="base" latinLnBrk="0" hangingPunct="1">
                <a:lnSpc>
                  <a:spcPct val="100000"/>
                </a:lnSpc>
                <a:spcBef>
                  <a:spcPts val="0"/>
                </a:spcBef>
                <a:spcAft>
                  <a:spcPct val="0"/>
                </a:spcAft>
                <a:buClr>
                  <a:srgbClr val="F0AB00"/>
                </a:buClr>
                <a:buSzPct val="80000"/>
                <a:buFontTx/>
                <a:buNone/>
                <a:tabLst/>
                <a:defRPr/>
              </a:pPr>
              <a:endParaRPr kumimoji="0" lang="en-US" sz="1100" b="1" i="0" u="none" strike="noStrike" kern="0" cap="none" spc="0" normalizeH="0" baseline="0" noProof="0" err="1">
                <a:ln>
                  <a:noFill/>
                </a:ln>
                <a:solidFill>
                  <a:srgbClr val="FFFFFF"/>
                </a:solidFill>
                <a:effectLst/>
                <a:uLnTx/>
                <a:uFillTx/>
                <a:latin typeface="Arial"/>
                <a:ea typeface="+mn-ea"/>
                <a:cs typeface="+mn-cs"/>
              </a:endParaRPr>
            </a:p>
          </p:txBody>
        </p:sp>
        <p:sp>
          <p:nvSpPr>
            <p:cNvPr id="20" name="TextBox 19">
              <a:extLst>
                <a:ext uri="{FF2B5EF4-FFF2-40B4-BE49-F238E27FC236}">
                  <a16:creationId xmlns:a16="http://schemas.microsoft.com/office/drawing/2014/main" id="{04DD4D46-9D85-033D-E7BA-A94702C9BDAB}"/>
                </a:ext>
              </a:extLst>
            </p:cNvPr>
            <p:cNvSpPr txBox="1"/>
            <p:nvPr/>
          </p:nvSpPr>
          <p:spPr>
            <a:xfrm>
              <a:off x="9078939" y="1275115"/>
              <a:ext cx="847725" cy="215444"/>
            </a:xfrm>
            <a:prstGeom prst="rect">
              <a:avLst/>
            </a:prstGeom>
            <a:noFill/>
            <a:ln w="28575">
              <a:noFill/>
            </a:ln>
          </p:spPr>
          <p:txBody>
            <a:bodyPr wrap="square" lIns="0" tIns="0" rIns="0" bIns="0" rtlCol="0">
              <a:spAutoFit/>
            </a:bodyPr>
            <a:lstStyle/>
            <a:p>
              <a:pPr marL="0" marR="0" lvl="0" indent="0" algn="l" defTabSz="1088776" rtl="0" eaLnBrk="1" fontAlgn="base" latinLnBrk="0" hangingPunct="1">
                <a:lnSpc>
                  <a:spcPct val="100000"/>
                </a:lnSpc>
                <a:spcBef>
                  <a:spcPct val="50000"/>
                </a:spcBef>
                <a:spcAft>
                  <a:spcPct val="0"/>
                </a:spcAft>
                <a:buClr>
                  <a:srgbClr val="000000"/>
                </a:buClr>
                <a:buSzPct val="100000"/>
                <a:buFontTx/>
                <a:buNone/>
                <a:tabLst/>
                <a:defRPr/>
              </a:pPr>
              <a:r>
                <a:rPr kumimoji="0" lang="en-US" sz="1400" b="0" i="0" u="none" strike="noStrike" kern="0" cap="none" spc="0" normalizeH="0" baseline="0" noProof="0">
                  <a:ln>
                    <a:noFill/>
                  </a:ln>
                  <a:solidFill>
                    <a:srgbClr val="FFFFFF"/>
                  </a:solidFill>
                  <a:effectLst/>
                  <a:uLnTx/>
                  <a:uFillTx/>
                  <a:latin typeface="72 Brand" panose="020B0504030603020204" pitchFamily="34" charset="0"/>
                  <a:ea typeface="72 Brand" pitchFamily="34" charset="-128"/>
                  <a:cs typeface="72 Brand" pitchFamily="34" charset="-128"/>
                </a:rPr>
                <a:t>REPORT</a:t>
              </a:r>
            </a:p>
          </p:txBody>
        </p:sp>
      </p:grpSp>
      <p:grpSp>
        <p:nvGrpSpPr>
          <p:cNvPr id="111" name="Group 110">
            <a:extLst>
              <a:ext uri="{FF2B5EF4-FFF2-40B4-BE49-F238E27FC236}">
                <a16:creationId xmlns:a16="http://schemas.microsoft.com/office/drawing/2014/main" id="{A92944BA-D661-1927-AE9C-854E389EC941}"/>
              </a:ext>
            </a:extLst>
          </p:cNvPr>
          <p:cNvGrpSpPr/>
          <p:nvPr/>
        </p:nvGrpSpPr>
        <p:grpSpPr>
          <a:xfrm>
            <a:off x="984391" y="1599909"/>
            <a:ext cx="2478024" cy="274320"/>
            <a:chOff x="338138" y="1245677"/>
            <a:chExt cx="2478024" cy="274320"/>
          </a:xfrm>
        </p:grpSpPr>
        <p:sp>
          <p:nvSpPr>
            <p:cNvPr id="3" name="Arrow: Pentagon 2">
              <a:extLst>
                <a:ext uri="{FF2B5EF4-FFF2-40B4-BE49-F238E27FC236}">
                  <a16:creationId xmlns:a16="http://schemas.microsoft.com/office/drawing/2014/main" id="{7D7E6AA5-F746-8403-B329-D0744323B279}"/>
                </a:ext>
              </a:extLst>
            </p:cNvPr>
            <p:cNvSpPr/>
            <p:nvPr/>
          </p:nvSpPr>
          <p:spPr bwMode="gray">
            <a:xfrm>
              <a:off x="338138" y="1245677"/>
              <a:ext cx="2478024" cy="274320"/>
            </a:xfrm>
            <a:prstGeom prst="homePlate">
              <a:avLst/>
            </a:prstGeom>
            <a:solidFill>
              <a:srgbClr val="7858FF"/>
            </a:solidFill>
            <a:ln w="25400" algn="ctr">
              <a:noFill/>
              <a:miter lim="800000"/>
              <a:headEnd/>
              <a:tailEnd/>
            </a:ln>
          </p:spPr>
          <p:txBody>
            <a:bodyPr wrap="none" lIns="0" tIns="92977" rIns="0" bIns="92977" rtlCol="0" anchor="ctr"/>
            <a:lstStyle/>
            <a:p>
              <a:pPr marL="0" marR="0" lvl="0" indent="0" algn="ctr" defTabSz="581226" rtl="0" eaLnBrk="1" fontAlgn="base" latinLnBrk="0" hangingPunct="1">
                <a:lnSpc>
                  <a:spcPct val="100000"/>
                </a:lnSpc>
                <a:spcBef>
                  <a:spcPts val="0"/>
                </a:spcBef>
                <a:spcAft>
                  <a:spcPct val="0"/>
                </a:spcAft>
                <a:buClr>
                  <a:srgbClr val="F0AB00"/>
                </a:buClr>
                <a:buSzPct val="80000"/>
                <a:buFontTx/>
                <a:buNone/>
                <a:tabLst/>
                <a:defRPr/>
              </a:pPr>
              <a:endParaRPr kumimoji="0" lang="en-US" sz="1100" b="1" i="0" u="none" strike="noStrike" kern="0" cap="none" spc="0" normalizeH="0" baseline="0" noProof="0" err="1">
                <a:ln>
                  <a:noFill/>
                </a:ln>
                <a:solidFill>
                  <a:srgbClr val="FFFFFF"/>
                </a:solidFill>
                <a:effectLst/>
                <a:uLnTx/>
                <a:uFillTx/>
                <a:latin typeface="Arial"/>
                <a:ea typeface="+mn-ea"/>
                <a:cs typeface="+mn-cs"/>
              </a:endParaRPr>
            </a:p>
          </p:txBody>
        </p:sp>
        <p:sp>
          <p:nvSpPr>
            <p:cNvPr id="18" name="TextBox 17">
              <a:extLst>
                <a:ext uri="{FF2B5EF4-FFF2-40B4-BE49-F238E27FC236}">
                  <a16:creationId xmlns:a16="http://schemas.microsoft.com/office/drawing/2014/main" id="{ECD6F837-1FE3-E278-3D8E-EEED8E81211D}"/>
                </a:ext>
              </a:extLst>
            </p:cNvPr>
            <p:cNvSpPr txBox="1"/>
            <p:nvPr/>
          </p:nvSpPr>
          <p:spPr>
            <a:xfrm>
              <a:off x="1153288" y="1275115"/>
              <a:ext cx="847725" cy="215444"/>
            </a:xfrm>
            <a:prstGeom prst="rect">
              <a:avLst/>
            </a:prstGeom>
            <a:noFill/>
            <a:ln w="28575">
              <a:noFill/>
            </a:ln>
          </p:spPr>
          <p:txBody>
            <a:bodyPr wrap="square" lIns="0" tIns="0" rIns="0" bIns="0" rtlCol="0">
              <a:spAutoFit/>
            </a:bodyPr>
            <a:lstStyle/>
            <a:p>
              <a:pPr marL="0" marR="0" lvl="0" indent="0" algn="l" defTabSz="1088776" rtl="0" eaLnBrk="1" fontAlgn="base" latinLnBrk="0" hangingPunct="1">
                <a:lnSpc>
                  <a:spcPct val="100000"/>
                </a:lnSpc>
                <a:spcBef>
                  <a:spcPct val="50000"/>
                </a:spcBef>
                <a:spcAft>
                  <a:spcPct val="0"/>
                </a:spcAft>
                <a:buClr>
                  <a:srgbClr val="000000"/>
                </a:buClr>
                <a:buSzPct val="100000"/>
                <a:buFontTx/>
                <a:buNone/>
                <a:tabLst/>
                <a:defRPr/>
              </a:pPr>
              <a:r>
                <a:rPr kumimoji="0" lang="en-US" sz="1400" b="0" i="0" u="none" strike="noStrike" kern="0" cap="none" spc="0" normalizeH="0" baseline="0" noProof="0">
                  <a:ln>
                    <a:noFill/>
                  </a:ln>
                  <a:solidFill>
                    <a:srgbClr val="FFFFFF"/>
                  </a:solidFill>
                  <a:effectLst/>
                  <a:uLnTx/>
                  <a:uFillTx/>
                  <a:latin typeface="72 Brand" panose="020B0504030603020204" pitchFamily="34" charset="0"/>
                  <a:ea typeface="72 Brand" pitchFamily="34" charset="-128"/>
                  <a:cs typeface="72 Brand" pitchFamily="34" charset="-128"/>
                </a:rPr>
                <a:t>PREPARE</a:t>
              </a:r>
            </a:p>
          </p:txBody>
        </p:sp>
      </p:grpSp>
      <p:grpSp>
        <p:nvGrpSpPr>
          <p:cNvPr id="113" name="Group 112">
            <a:extLst>
              <a:ext uri="{FF2B5EF4-FFF2-40B4-BE49-F238E27FC236}">
                <a16:creationId xmlns:a16="http://schemas.microsoft.com/office/drawing/2014/main" id="{9392228B-9B78-2313-AFDD-559FBE96C238}"/>
              </a:ext>
            </a:extLst>
          </p:cNvPr>
          <p:cNvGrpSpPr/>
          <p:nvPr/>
        </p:nvGrpSpPr>
        <p:grpSpPr>
          <a:xfrm>
            <a:off x="5806743" y="1600153"/>
            <a:ext cx="2478024" cy="274320"/>
            <a:chOff x="5757611" y="1245921"/>
            <a:chExt cx="2478024" cy="274320"/>
          </a:xfrm>
        </p:grpSpPr>
        <p:sp>
          <p:nvSpPr>
            <p:cNvPr id="7" name="Arrow: Chevron 6">
              <a:extLst>
                <a:ext uri="{FF2B5EF4-FFF2-40B4-BE49-F238E27FC236}">
                  <a16:creationId xmlns:a16="http://schemas.microsoft.com/office/drawing/2014/main" id="{18DB0A6C-7417-D239-9913-F9182EE5FD21}"/>
                </a:ext>
              </a:extLst>
            </p:cNvPr>
            <p:cNvSpPr/>
            <p:nvPr/>
          </p:nvSpPr>
          <p:spPr bwMode="gray">
            <a:xfrm>
              <a:off x="5757611" y="1245921"/>
              <a:ext cx="2478024" cy="274320"/>
            </a:xfrm>
            <a:prstGeom prst="chevron">
              <a:avLst/>
            </a:prstGeom>
            <a:solidFill>
              <a:srgbClr val="7858FF"/>
            </a:solidFill>
            <a:ln w="25400" algn="ctr">
              <a:noFill/>
              <a:miter lim="800000"/>
              <a:headEnd/>
              <a:tailEnd/>
            </a:ln>
          </p:spPr>
          <p:txBody>
            <a:bodyPr wrap="none" lIns="0" tIns="92977" rIns="0" bIns="92977" rtlCol="0" anchor="ctr"/>
            <a:lstStyle/>
            <a:p>
              <a:pPr marL="0" marR="0" lvl="0" indent="0" algn="ctr" defTabSz="581226" rtl="0" eaLnBrk="1" fontAlgn="base" latinLnBrk="0" hangingPunct="1">
                <a:lnSpc>
                  <a:spcPct val="100000"/>
                </a:lnSpc>
                <a:spcBef>
                  <a:spcPts val="0"/>
                </a:spcBef>
                <a:spcAft>
                  <a:spcPct val="0"/>
                </a:spcAft>
                <a:buClr>
                  <a:srgbClr val="F0AB00"/>
                </a:buClr>
                <a:buSzPct val="80000"/>
                <a:buFontTx/>
                <a:buNone/>
                <a:tabLst/>
                <a:defRPr/>
              </a:pPr>
              <a:endParaRPr kumimoji="0" lang="en-US" sz="1100" b="1" i="0" u="none" strike="noStrike" kern="0" cap="none" spc="0" normalizeH="0" baseline="0" noProof="0" err="1">
                <a:ln>
                  <a:noFill/>
                </a:ln>
                <a:solidFill>
                  <a:srgbClr val="FFFFFF"/>
                </a:solidFill>
                <a:effectLst/>
                <a:uLnTx/>
                <a:uFillTx/>
                <a:latin typeface="Arial"/>
                <a:ea typeface="+mn-ea"/>
                <a:cs typeface="+mn-cs"/>
              </a:endParaRPr>
            </a:p>
          </p:txBody>
        </p:sp>
        <p:sp>
          <p:nvSpPr>
            <p:cNvPr id="21" name="TextBox 20">
              <a:extLst>
                <a:ext uri="{FF2B5EF4-FFF2-40B4-BE49-F238E27FC236}">
                  <a16:creationId xmlns:a16="http://schemas.microsoft.com/office/drawing/2014/main" id="{9DE4A093-D552-F587-32F0-15C1D2D70F5F}"/>
                </a:ext>
              </a:extLst>
            </p:cNvPr>
            <p:cNvSpPr txBox="1"/>
            <p:nvPr/>
          </p:nvSpPr>
          <p:spPr>
            <a:xfrm>
              <a:off x="6572761" y="1275115"/>
              <a:ext cx="847725" cy="215444"/>
            </a:xfrm>
            <a:prstGeom prst="rect">
              <a:avLst/>
            </a:prstGeom>
            <a:noFill/>
            <a:ln w="28575">
              <a:noFill/>
            </a:ln>
          </p:spPr>
          <p:txBody>
            <a:bodyPr wrap="square" lIns="0" tIns="0" rIns="0" bIns="0" rtlCol="0">
              <a:spAutoFit/>
            </a:bodyPr>
            <a:lstStyle/>
            <a:p>
              <a:pPr marL="0" marR="0" lvl="0" indent="0" algn="l" defTabSz="1088776" rtl="0" eaLnBrk="1" fontAlgn="base" latinLnBrk="0" hangingPunct="1">
                <a:lnSpc>
                  <a:spcPct val="100000"/>
                </a:lnSpc>
                <a:spcBef>
                  <a:spcPct val="50000"/>
                </a:spcBef>
                <a:spcAft>
                  <a:spcPct val="0"/>
                </a:spcAft>
                <a:buClr>
                  <a:srgbClr val="000000"/>
                </a:buClr>
                <a:buSzPct val="100000"/>
                <a:buFontTx/>
                <a:buNone/>
                <a:tabLst/>
                <a:defRPr/>
              </a:pPr>
              <a:r>
                <a:rPr kumimoji="0" lang="en-US" sz="1400" b="0" i="0" u="none" strike="noStrike" kern="0" cap="none" spc="0" normalizeH="0" baseline="0" noProof="0">
                  <a:ln>
                    <a:noFill/>
                  </a:ln>
                  <a:solidFill>
                    <a:srgbClr val="FFFFFF"/>
                  </a:solidFill>
                  <a:effectLst/>
                  <a:uLnTx/>
                  <a:uFillTx/>
                  <a:latin typeface="72 Brand" panose="020B0504030603020204" pitchFamily="34" charset="0"/>
                  <a:ea typeface="72 Brand" pitchFamily="34" charset="-128"/>
                  <a:cs typeface="72 Brand" pitchFamily="34" charset="-128"/>
                </a:rPr>
                <a:t>VALUATE</a:t>
              </a:r>
            </a:p>
          </p:txBody>
        </p:sp>
      </p:grpSp>
      <p:pic>
        <p:nvPicPr>
          <p:cNvPr id="43" name="Graphic 42" descr="Single gear with solid fill">
            <a:extLst>
              <a:ext uri="{FF2B5EF4-FFF2-40B4-BE49-F238E27FC236}">
                <a16:creationId xmlns:a16="http://schemas.microsoft.com/office/drawing/2014/main" id="{6FB37210-45CA-8ED6-3609-04DE6174742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85462" y="5100997"/>
            <a:ext cx="358634" cy="358634"/>
          </a:xfrm>
          <a:prstGeom prst="rect">
            <a:avLst/>
          </a:prstGeom>
        </p:spPr>
      </p:pic>
      <p:sp>
        <p:nvSpPr>
          <p:cNvPr id="51" name="TextBox 50">
            <a:extLst>
              <a:ext uri="{FF2B5EF4-FFF2-40B4-BE49-F238E27FC236}">
                <a16:creationId xmlns:a16="http://schemas.microsoft.com/office/drawing/2014/main" id="{E5E69687-BF08-2883-BE88-688FD031B0CD}"/>
              </a:ext>
            </a:extLst>
          </p:cNvPr>
          <p:cNvSpPr txBox="1"/>
          <p:nvPr/>
        </p:nvSpPr>
        <p:spPr>
          <a:xfrm>
            <a:off x="8811912" y="5142910"/>
            <a:ext cx="607422" cy="246221"/>
          </a:xfrm>
          <a:prstGeom prst="rect">
            <a:avLst/>
          </a:prstGeom>
          <a:noFill/>
          <a:ln w="28575">
            <a:noFill/>
          </a:ln>
        </p:spPr>
        <p:txBody>
          <a:bodyPr wrap="square" lIns="0" tIns="0" rIns="0" bIns="0" rtlCol="0">
            <a:spAutoFit/>
          </a:bodyPr>
          <a:lstStyle/>
          <a:p>
            <a:pPr marL="0" marR="0" lvl="0" indent="0" algn="l" defTabSz="1088449" rtl="0" eaLnBrk="1" fontAlgn="base" latinLnBrk="0" hangingPunct="1">
              <a:lnSpc>
                <a:spcPct val="100000"/>
              </a:lnSpc>
              <a:spcBef>
                <a:spcPct val="50000"/>
              </a:spcBef>
              <a:spcAft>
                <a:spcPct val="0"/>
              </a:spcAft>
              <a:buClr>
                <a:srgbClr val="000000"/>
              </a:buClr>
              <a:buSzPct val="100000"/>
              <a:buFontTx/>
              <a:buNone/>
              <a:tabLst/>
              <a:defRPr/>
            </a:pPr>
            <a:r>
              <a:rPr kumimoji="0" lang="en-US" sz="800" b="0" i="0" u="none" strike="noStrike" kern="0" cap="none" spc="0" normalizeH="0" baseline="0" noProof="0">
                <a:ln>
                  <a:noFill/>
                </a:ln>
                <a:solidFill>
                  <a:srgbClr val="000000">
                    <a:lumMod val="95000"/>
                    <a:lumOff val="5000"/>
                  </a:srgbClr>
                </a:solidFill>
                <a:effectLst/>
                <a:uLnTx/>
                <a:uFillTx/>
                <a:latin typeface="72 Brand" panose="020B0504030603020204" pitchFamily="34" charset="0"/>
                <a:ea typeface="72 Brand" pitchFamily="34" charset="-128"/>
                <a:cs typeface="72 Brand" pitchFamily="34" charset="-128"/>
              </a:rPr>
              <a:t>ERP</a:t>
            </a:r>
            <a:br>
              <a:rPr kumimoji="0" lang="en-US" sz="800" b="0" i="0" u="none" strike="noStrike" kern="0" cap="none" spc="0" normalizeH="0" baseline="0" noProof="0">
                <a:ln>
                  <a:noFill/>
                </a:ln>
                <a:solidFill>
                  <a:srgbClr val="000000">
                    <a:lumMod val="95000"/>
                    <a:lumOff val="5000"/>
                  </a:srgbClr>
                </a:solidFill>
                <a:effectLst/>
                <a:uLnTx/>
                <a:uFillTx/>
                <a:latin typeface="72 Brand" panose="020B0504030603020204" pitchFamily="34" charset="0"/>
                <a:ea typeface="72 Brand" pitchFamily="34" charset="-128"/>
                <a:cs typeface="72 Brand" pitchFamily="34" charset="-128"/>
              </a:rPr>
            </a:br>
            <a:r>
              <a:rPr kumimoji="0" lang="en-US" sz="800" b="0" i="0" u="none" strike="noStrike" kern="0" cap="none" spc="0" normalizeH="0" baseline="0" noProof="0">
                <a:ln>
                  <a:noFill/>
                </a:ln>
                <a:solidFill>
                  <a:srgbClr val="000000">
                    <a:lumMod val="95000"/>
                    <a:lumOff val="5000"/>
                  </a:srgbClr>
                </a:solidFill>
                <a:effectLst/>
                <a:uLnTx/>
                <a:uFillTx/>
                <a:latin typeface="72 Brand" panose="020B0504030603020204" pitchFamily="34" charset="0"/>
                <a:ea typeface="72 Brand" pitchFamily="34" charset="-128"/>
                <a:cs typeface="72 Brand" pitchFamily="34" charset="-128"/>
              </a:rPr>
              <a:t>Automation</a:t>
            </a:r>
          </a:p>
        </p:txBody>
      </p:sp>
      <p:pic>
        <p:nvPicPr>
          <p:cNvPr id="53" name="Graphic 52" descr="User with solid fill">
            <a:extLst>
              <a:ext uri="{FF2B5EF4-FFF2-40B4-BE49-F238E27FC236}">
                <a16:creationId xmlns:a16="http://schemas.microsoft.com/office/drawing/2014/main" id="{E1A0025D-160A-9600-5BD5-880958037BC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45420" y="5115287"/>
            <a:ext cx="302061" cy="302061"/>
          </a:xfrm>
          <a:prstGeom prst="rect">
            <a:avLst/>
          </a:prstGeom>
        </p:spPr>
      </p:pic>
      <p:sp>
        <p:nvSpPr>
          <p:cNvPr id="54" name="TextBox 53">
            <a:extLst>
              <a:ext uri="{FF2B5EF4-FFF2-40B4-BE49-F238E27FC236}">
                <a16:creationId xmlns:a16="http://schemas.microsoft.com/office/drawing/2014/main" id="{10DB6CCB-2BF0-583A-40AA-8D3A15C16857}"/>
              </a:ext>
            </a:extLst>
          </p:cNvPr>
          <p:cNvSpPr txBox="1"/>
          <p:nvPr/>
        </p:nvSpPr>
        <p:spPr>
          <a:xfrm>
            <a:off x="7710224" y="5144441"/>
            <a:ext cx="607422" cy="246221"/>
          </a:xfrm>
          <a:prstGeom prst="rect">
            <a:avLst/>
          </a:prstGeom>
          <a:noFill/>
          <a:ln w="28575">
            <a:noFill/>
          </a:ln>
        </p:spPr>
        <p:txBody>
          <a:bodyPr wrap="square" lIns="0" tIns="0" rIns="0" bIns="0" rtlCol="0">
            <a:spAutoFit/>
          </a:bodyPr>
          <a:lstStyle/>
          <a:p>
            <a:pPr marL="0" marR="0" lvl="0" indent="0" algn="l" defTabSz="1088449" rtl="0" eaLnBrk="1" fontAlgn="base" latinLnBrk="0" hangingPunct="1">
              <a:lnSpc>
                <a:spcPct val="100000"/>
              </a:lnSpc>
              <a:spcBef>
                <a:spcPct val="50000"/>
              </a:spcBef>
              <a:spcAft>
                <a:spcPct val="0"/>
              </a:spcAft>
              <a:buClr>
                <a:srgbClr val="000000"/>
              </a:buClr>
              <a:buSzPct val="100000"/>
              <a:buFontTx/>
              <a:buNone/>
              <a:tabLst/>
              <a:defRPr/>
            </a:pPr>
            <a:r>
              <a:rPr kumimoji="0" lang="en-US" sz="800" b="0" i="0" u="none" strike="noStrike" kern="0" cap="none" spc="0" normalizeH="0" baseline="0" noProof="0">
                <a:ln>
                  <a:noFill/>
                </a:ln>
                <a:solidFill>
                  <a:srgbClr val="000000">
                    <a:lumMod val="95000"/>
                    <a:lumOff val="5000"/>
                  </a:srgbClr>
                </a:solidFill>
                <a:effectLst/>
                <a:uLnTx/>
                <a:uFillTx/>
                <a:latin typeface="72 Brand" panose="020B0504030603020204" pitchFamily="34" charset="0"/>
                <a:ea typeface="72 Brand" pitchFamily="34" charset="-128"/>
                <a:cs typeface="72 Brand" pitchFamily="34" charset="-128"/>
              </a:rPr>
              <a:t>Manual Activity</a:t>
            </a:r>
          </a:p>
        </p:txBody>
      </p:sp>
      <p:sp>
        <p:nvSpPr>
          <p:cNvPr id="45" name="Rounded Rectangle">
            <a:extLst>
              <a:ext uri="{FF2B5EF4-FFF2-40B4-BE49-F238E27FC236}">
                <a16:creationId xmlns:a16="http://schemas.microsoft.com/office/drawing/2014/main" id="{ACD28038-450E-4C7A-DA77-8C268F3B692F}"/>
              </a:ext>
            </a:extLst>
          </p:cNvPr>
          <p:cNvSpPr/>
          <p:nvPr/>
        </p:nvSpPr>
        <p:spPr>
          <a:xfrm>
            <a:off x="3681365" y="3162230"/>
            <a:ext cx="1667727" cy="643986"/>
          </a:xfrm>
          <a:prstGeom prst="rect">
            <a:avLst/>
          </a:prstGeom>
          <a:solidFill>
            <a:srgbClr val="AE9BFF"/>
          </a:solidFill>
          <a:ln w="25400" algn="ctr">
            <a:noFill/>
            <a:miter lim="800000"/>
            <a:headEnd/>
            <a:tailEnd/>
          </a:ln>
        </p:spPr>
        <p:txBody>
          <a:bodyPr lIns="0" tIns="146266" rIns="0" bIns="146266" rtlCol="0" anchor="ctr" anchorCtr="0"/>
          <a:lstStyle/>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Perform </a:t>
            </a:r>
          </a:p>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Depreciation </a:t>
            </a:r>
          </a:p>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and other Valuation runs</a:t>
            </a:r>
          </a:p>
        </p:txBody>
      </p:sp>
      <p:cxnSp>
        <p:nvCxnSpPr>
          <p:cNvPr id="46" name="Connector: Elbow 4">
            <a:extLst>
              <a:ext uri="{FF2B5EF4-FFF2-40B4-BE49-F238E27FC236}">
                <a16:creationId xmlns:a16="http://schemas.microsoft.com/office/drawing/2014/main" id="{F00AA4D2-EE33-12B4-2440-32A42EB186AF}"/>
              </a:ext>
            </a:extLst>
          </p:cNvPr>
          <p:cNvCxnSpPr>
            <a:cxnSpLocks/>
          </p:cNvCxnSpPr>
          <p:nvPr/>
        </p:nvCxnSpPr>
        <p:spPr>
          <a:xfrm>
            <a:off x="4515228" y="2713609"/>
            <a:ext cx="0" cy="457200"/>
          </a:xfrm>
          <a:prstGeom prst="straightConnector1">
            <a:avLst/>
          </a:prstGeom>
          <a:ln w="31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7" name="Rounded Rectangle">
            <a:extLst>
              <a:ext uri="{FF2B5EF4-FFF2-40B4-BE49-F238E27FC236}">
                <a16:creationId xmlns:a16="http://schemas.microsoft.com/office/drawing/2014/main" id="{54A1448C-90E3-EB95-D54E-6BD38E0D5419}"/>
              </a:ext>
            </a:extLst>
          </p:cNvPr>
          <p:cNvSpPr/>
          <p:nvPr/>
        </p:nvSpPr>
        <p:spPr>
          <a:xfrm>
            <a:off x="3678085" y="2069623"/>
            <a:ext cx="1674287" cy="643986"/>
          </a:xfrm>
          <a:prstGeom prst="rect">
            <a:avLst/>
          </a:prstGeom>
          <a:solidFill>
            <a:srgbClr val="AE9BFF"/>
          </a:solidFill>
          <a:ln w="25400" algn="ctr">
            <a:noFill/>
            <a:miter lim="800000"/>
            <a:headEnd/>
            <a:tailEnd/>
          </a:ln>
        </p:spPr>
        <p:txBody>
          <a:bodyPr lIns="0" tIns="146266" rIns="0" bIns="146266" rtlCol="0" anchor="ctr" anchorCtr="0"/>
          <a:lstStyle/>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Perform Foreign </a:t>
            </a:r>
          </a:p>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Currency Remeasurement Run</a:t>
            </a:r>
          </a:p>
        </p:txBody>
      </p:sp>
      <p:pic>
        <p:nvPicPr>
          <p:cNvPr id="48" name="Graphic 47" descr="User with solid fill">
            <a:extLst>
              <a:ext uri="{FF2B5EF4-FFF2-40B4-BE49-F238E27FC236}">
                <a16:creationId xmlns:a16="http://schemas.microsoft.com/office/drawing/2014/main" id="{468576FA-DF2A-6304-E2D2-BB0CA25F690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45046" y="2040600"/>
            <a:ext cx="302061" cy="302061"/>
          </a:xfrm>
          <a:prstGeom prst="rect">
            <a:avLst/>
          </a:prstGeom>
        </p:spPr>
      </p:pic>
      <p:cxnSp>
        <p:nvCxnSpPr>
          <p:cNvPr id="49" name="Connector: Elbow 4">
            <a:extLst>
              <a:ext uri="{FF2B5EF4-FFF2-40B4-BE49-F238E27FC236}">
                <a16:creationId xmlns:a16="http://schemas.microsoft.com/office/drawing/2014/main" id="{CD84CD58-0D02-8434-A232-18FAFA7673EA}"/>
              </a:ext>
            </a:extLst>
          </p:cNvPr>
          <p:cNvCxnSpPr>
            <a:cxnSpLocks/>
          </p:cNvCxnSpPr>
          <p:nvPr/>
        </p:nvCxnSpPr>
        <p:spPr>
          <a:xfrm flipV="1">
            <a:off x="5345112" y="4601971"/>
            <a:ext cx="259354" cy="2236"/>
          </a:xfrm>
          <a:prstGeom prst="straightConnector1">
            <a:avLst/>
          </a:prstGeom>
          <a:ln w="31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2" name="Connector: Elbow 4">
            <a:extLst>
              <a:ext uri="{FF2B5EF4-FFF2-40B4-BE49-F238E27FC236}">
                <a16:creationId xmlns:a16="http://schemas.microsoft.com/office/drawing/2014/main" id="{EB00CFE3-2B2E-9A49-10B8-8963627DA55C}"/>
              </a:ext>
            </a:extLst>
          </p:cNvPr>
          <p:cNvCxnSpPr>
            <a:cxnSpLocks/>
          </p:cNvCxnSpPr>
          <p:nvPr/>
        </p:nvCxnSpPr>
        <p:spPr>
          <a:xfrm flipV="1">
            <a:off x="5611725" y="2024008"/>
            <a:ext cx="0" cy="2577987"/>
          </a:xfrm>
          <a:prstGeom prst="straightConnector1">
            <a:avLst/>
          </a:prstGeom>
          <a:ln w="31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pic>
        <p:nvPicPr>
          <p:cNvPr id="80" name="Graphic 79" descr="Single gear with solid fill">
            <a:extLst>
              <a:ext uri="{FF2B5EF4-FFF2-40B4-BE49-F238E27FC236}">
                <a16:creationId xmlns:a16="http://schemas.microsoft.com/office/drawing/2014/main" id="{F69E58F5-E121-A010-9AD5-74BA969731F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670194" y="2040600"/>
            <a:ext cx="358634" cy="358634"/>
          </a:xfrm>
          <a:prstGeom prst="rect">
            <a:avLst/>
          </a:prstGeom>
        </p:spPr>
      </p:pic>
      <p:sp>
        <p:nvSpPr>
          <p:cNvPr id="83" name="Rounded Rectangle">
            <a:extLst>
              <a:ext uri="{FF2B5EF4-FFF2-40B4-BE49-F238E27FC236}">
                <a16:creationId xmlns:a16="http://schemas.microsoft.com/office/drawing/2014/main" id="{E84F5130-84D6-137C-6401-9482D9D31F6E}"/>
              </a:ext>
            </a:extLst>
          </p:cNvPr>
          <p:cNvSpPr/>
          <p:nvPr/>
        </p:nvSpPr>
        <p:spPr>
          <a:xfrm>
            <a:off x="3678085" y="4284191"/>
            <a:ext cx="1674286" cy="640080"/>
          </a:xfrm>
          <a:prstGeom prst="rect">
            <a:avLst/>
          </a:prstGeom>
          <a:solidFill>
            <a:srgbClr val="AE9BFF"/>
          </a:solidFill>
          <a:ln w="25400" algn="ctr">
            <a:noFill/>
            <a:miter lim="800000"/>
            <a:headEnd/>
            <a:tailEnd/>
          </a:ln>
        </p:spPr>
        <p:txBody>
          <a:bodyPr lIns="0" tIns="146266" rIns="0" bIns="146266" rtlCol="0" anchor="ctr" anchorCtr="0"/>
          <a:lstStyle/>
          <a:p>
            <a:pPr marL="0" marR="0" lvl="0" indent="0" algn="ctr" defTabSz="914126" rtl="0" eaLnBrk="1" fontAlgn="base" latinLnBrk="0" hangingPunct="1">
              <a:lnSpc>
                <a:spcPct val="100000"/>
              </a:lnSpc>
              <a:spcBef>
                <a:spcPct val="5000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Perform Accounts Payables/Accounts Receivables runs</a:t>
            </a:r>
          </a:p>
        </p:txBody>
      </p:sp>
      <p:cxnSp>
        <p:nvCxnSpPr>
          <p:cNvPr id="86" name="Connector: Elbow 4">
            <a:extLst>
              <a:ext uri="{FF2B5EF4-FFF2-40B4-BE49-F238E27FC236}">
                <a16:creationId xmlns:a16="http://schemas.microsoft.com/office/drawing/2014/main" id="{0C27FE5F-DE2B-AAB2-C283-57B1572918F5}"/>
              </a:ext>
            </a:extLst>
          </p:cNvPr>
          <p:cNvCxnSpPr>
            <a:cxnSpLocks/>
          </p:cNvCxnSpPr>
          <p:nvPr/>
        </p:nvCxnSpPr>
        <p:spPr>
          <a:xfrm flipH="1">
            <a:off x="4513586" y="3806216"/>
            <a:ext cx="1643" cy="477975"/>
          </a:xfrm>
          <a:prstGeom prst="straightConnector1">
            <a:avLst/>
          </a:prstGeom>
          <a:ln w="31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pic>
        <p:nvPicPr>
          <p:cNvPr id="14" name="Graphic 13" descr="User with solid fill">
            <a:extLst>
              <a:ext uri="{FF2B5EF4-FFF2-40B4-BE49-F238E27FC236}">
                <a16:creationId xmlns:a16="http://schemas.microsoft.com/office/drawing/2014/main" id="{0630D88F-7394-4A77-0B9D-C5EFC229284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45046" y="3151889"/>
            <a:ext cx="302061" cy="302061"/>
          </a:xfrm>
          <a:prstGeom prst="rect">
            <a:avLst/>
          </a:prstGeom>
        </p:spPr>
      </p:pic>
      <p:pic>
        <p:nvPicPr>
          <p:cNvPr id="16" name="Graphic 15" descr="Single gear with solid fill">
            <a:extLst>
              <a:ext uri="{FF2B5EF4-FFF2-40B4-BE49-F238E27FC236}">
                <a16:creationId xmlns:a16="http://schemas.microsoft.com/office/drawing/2014/main" id="{F75A3A0B-EA3A-C4BF-E049-7CD1F801BA1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651090" y="3134873"/>
            <a:ext cx="358634" cy="358634"/>
          </a:xfrm>
          <a:prstGeom prst="rect">
            <a:avLst/>
          </a:prstGeom>
        </p:spPr>
      </p:pic>
      <p:pic>
        <p:nvPicPr>
          <p:cNvPr id="22" name="Graphic 21" descr="User with solid fill">
            <a:extLst>
              <a:ext uri="{FF2B5EF4-FFF2-40B4-BE49-F238E27FC236}">
                <a16:creationId xmlns:a16="http://schemas.microsoft.com/office/drawing/2014/main" id="{E0E1B4EE-2892-E8F1-1A4F-1A8ED50F827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57592" y="4283923"/>
            <a:ext cx="302061" cy="302061"/>
          </a:xfrm>
          <a:prstGeom prst="rect">
            <a:avLst/>
          </a:prstGeom>
        </p:spPr>
      </p:pic>
      <p:pic>
        <p:nvPicPr>
          <p:cNvPr id="25" name="Graphic 24" descr="Single gear with solid fill">
            <a:extLst>
              <a:ext uri="{FF2B5EF4-FFF2-40B4-BE49-F238E27FC236}">
                <a16:creationId xmlns:a16="http://schemas.microsoft.com/office/drawing/2014/main" id="{8B20C3D3-25D5-96F8-08AC-4D6E5DF7E1B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651090" y="4271910"/>
            <a:ext cx="358634" cy="358634"/>
          </a:xfrm>
          <a:prstGeom prst="rect">
            <a:avLst/>
          </a:prstGeom>
        </p:spPr>
      </p:pic>
      <p:sp>
        <p:nvSpPr>
          <p:cNvPr id="62" name="Rounded Rectangle">
            <a:extLst>
              <a:ext uri="{FF2B5EF4-FFF2-40B4-BE49-F238E27FC236}">
                <a16:creationId xmlns:a16="http://schemas.microsoft.com/office/drawing/2014/main" id="{2E753EAA-45E7-C3A7-E3C0-051DF7BE7AA2}"/>
              </a:ext>
            </a:extLst>
          </p:cNvPr>
          <p:cNvSpPr/>
          <p:nvPr/>
        </p:nvSpPr>
        <p:spPr>
          <a:xfrm>
            <a:off x="6115154" y="3162230"/>
            <a:ext cx="1673352" cy="643986"/>
          </a:xfrm>
          <a:prstGeom prst="rect">
            <a:avLst/>
          </a:prstGeom>
          <a:solidFill>
            <a:srgbClr val="AE9BFF"/>
          </a:solidFill>
          <a:ln w="25400" algn="ctr">
            <a:noFill/>
            <a:miter lim="800000"/>
            <a:headEnd/>
            <a:tailEnd/>
          </a:ln>
        </p:spPr>
        <p:txBody>
          <a:bodyPr lIns="0" tIns="146266" rIns="0" bIns="146266" rtlCol="0" anchor="ctr" anchorCtr="0"/>
          <a:lstStyle/>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Post Reserves </a:t>
            </a:r>
          </a:p>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and Transfers</a:t>
            </a:r>
          </a:p>
        </p:txBody>
      </p:sp>
      <p:cxnSp>
        <p:nvCxnSpPr>
          <p:cNvPr id="63" name="Connector: Elbow 4">
            <a:extLst>
              <a:ext uri="{FF2B5EF4-FFF2-40B4-BE49-F238E27FC236}">
                <a16:creationId xmlns:a16="http://schemas.microsoft.com/office/drawing/2014/main" id="{F6B60274-FDE4-924A-607D-AE2EE918AF2D}"/>
              </a:ext>
            </a:extLst>
          </p:cNvPr>
          <p:cNvCxnSpPr>
            <a:cxnSpLocks/>
          </p:cNvCxnSpPr>
          <p:nvPr/>
        </p:nvCxnSpPr>
        <p:spPr>
          <a:xfrm>
            <a:off x="6951830" y="2713609"/>
            <a:ext cx="0" cy="457200"/>
          </a:xfrm>
          <a:prstGeom prst="straightConnector1">
            <a:avLst/>
          </a:prstGeom>
          <a:ln w="31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64" name="Rounded Rectangle">
            <a:extLst>
              <a:ext uri="{FF2B5EF4-FFF2-40B4-BE49-F238E27FC236}">
                <a16:creationId xmlns:a16="http://schemas.microsoft.com/office/drawing/2014/main" id="{F9B9B84F-E33B-19DE-8DC5-489166C6736F}"/>
              </a:ext>
            </a:extLst>
          </p:cNvPr>
          <p:cNvSpPr/>
          <p:nvPr/>
        </p:nvSpPr>
        <p:spPr>
          <a:xfrm>
            <a:off x="6115154" y="2069623"/>
            <a:ext cx="1673352" cy="643986"/>
          </a:xfrm>
          <a:prstGeom prst="rect">
            <a:avLst/>
          </a:prstGeom>
          <a:solidFill>
            <a:srgbClr val="AE9BFF"/>
          </a:solidFill>
          <a:ln w="25400" algn="ctr">
            <a:noFill/>
            <a:miter lim="800000"/>
            <a:headEnd/>
            <a:tailEnd/>
          </a:ln>
        </p:spPr>
        <p:txBody>
          <a:bodyPr lIns="0" tIns="146266" rIns="0" bIns="146266" rtlCol="0" anchor="ctr" anchorCtr="0"/>
          <a:lstStyle/>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Post Accruals </a:t>
            </a:r>
          </a:p>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and Valuations</a:t>
            </a:r>
          </a:p>
        </p:txBody>
      </p:sp>
      <p:pic>
        <p:nvPicPr>
          <p:cNvPr id="65" name="Graphic 64" descr="User with solid fill">
            <a:extLst>
              <a:ext uri="{FF2B5EF4-FFF2-40B4-BE49-F238E27FC236}">
                <a16:creationId xmlns:a16="http://schemas.microsoft.com/office/drawing/2014/main" id="{BA85B2ED-3FCD-9BEE-AC9B-7AEEC354C10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472035" y="2093940"/>
            <a:ext cx="302061" cy="302061"/>
          </a:xfrm>
          <a:prstGeom prst="rect">
            <a:avLst/>
          </a:prstGeom>
        </p:spPr>
      </p:pic>
      <p:pic>
        <p:nvPicPr>
          <p:cNvPr id="67" name="Graphic 66" descr="User with solid fill">
            <a:extLst>
              <a:ext uri="{FF2B5EF4-FFF2-40B4-BE49-F238E27FC236}">
                <a16:creationId xmlns:a16="http://schemas.microsoft.com/office/drawing/2014/main" id="{096D612D-BE87-3A82-4BB6-30760FF71F9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484488" y="3181830"/>
            <a:ext cx="302061" cy="302061"/>
          </a:xfrm>
          <a:prstGeom prst="rect">
            <a:avLst/>
          </a:prstGeom>
        </p:spPr>
      </p:pic>
      <p:pic>
        <p:nvPicPr>
          <p:cNvPr id="24" name="Graphic 23" descr="Single gear with solid fill">
            <a:extLst>
              <a:ext uri="{FF2B5EF4-FFF2-40B4-BE49-F238E27FC236}">
                <a16:creationId xmlns:a16="http://schemas.microsoft.com/office/drawing/2014/main" id="{69340249-87DD-0FE5-6C6C-B70A5DE1F9E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135997" y="2093940"/>
            <a:ext cx="358634" cy="358634"/>
          </a:xfrm>
          <a:prstGeom prst="rect">
            <a:avLst/>
          </a:prstGeom>
        </p:spPr>
      </p:pic>
      <p:sp>
        <p:nvSpPr>
          <p:cNvPr id="57" name="Rounded Rectangle">
            <a:extLst>
              <a:ext uri="{FF2B5EF4-FFF2-40B4-BE49-F238E27FC236}">
                <a16:creationId xmlns:a16="http://schemas.microsoft.com/office/drawing/2014/main" id="{B6B21AB7-77ED-6DD4-B586-4AC4DE2F1F08}"/>
              </a:ext>
            </a:extLst>
          </p:cNvPr>
          <p:cNvSpPr/>
          <p:nvPr/>
        </p:nvSpPr>
        <p:spPr>
          <a:xfrm>
            <a:off x="6115154" y="4284191"/>
            <a:ext cx="1673352" cy="643986"/>
          </a:xfrm>
          <a:prstGeom prst="rect">
            <a:avLst/>
          </a:prstGeom>
          <a:solidFill>
            <a:srgbClr val="AE9BFF"/>
          </a:solidFill>
          <a:ln w="25400" algn="ctr">
            <a:noFill/>
            <a:miter lim="800000"/>
            <a:headEnd/>
            <a:tailEnd/>
          </a:ln>
        </p:spPr>
        <p:txBody>
          <a:bodyPr lIns="0" tIns="146266" rIns="0" bIns="146266" rtlCol="0" anchor="ctr" anchorCtr="0"/>
          <a:lstStyle/>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Intercompany </a:t>
            </a:r>
          </a:p>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Matching </a:t>
            </a:r>
          </a:p>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and Reconciliation</a:t>
            </a:r>
          </a:p>
        </p:txBody>
      </p:sp>
      <p:pic>
        <p:nvPicPr>
          <p:cNvPr id="58" name="Graphic 57" descr="User with solid fill">
            <a:extLst>
              <a:ext uri="{FF2B5EF4-FFF2-40B4-BE49-F238E27FC236}">
                <a16:creationId xmlns:a16="http://schemas.microsoft.com/office/drawing/2014/main" id="{E3A10498-8057-9E3D-90C9-D50E9267B9D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509523" y="4289529"/>
            <a:ext cx="302061" cy="302061"/>
          </a:xfrm>
          <a:prstGeom prst="rect">
            <a:avLst/>
          </a:prstGeom>
        </p:spPr>
      </p:pic>
      <p:pic>
        <p:nvPicPr>
          <p:cNvPr id="59" name="Graphic 58" descr="Single gear with solid fill">
            <a:extLst>
              <a:ext uri="{FF2B5EF4-FFF2-40B4-BE49-F238E27FC236}">
                <a16:creationId xmlns:a16="http://schemas.microsoft.com/office/drawing/2014/main" id="{39AC3B9D-B87B-BD7D-F472-6E817915C1A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092076" y="4279502"/>
            <a:ext cx="358634" cy="358634"/>
          </a:xfrm>
          <a:prstGeom prst="rect">
            <a:avLst/>
          </a:prstGeom>
        </p:spPr>
      </p:pic>
      <p:cxnSp>
        <p:nvCxnSpPr>
          <p:cNvPr id="61" name="Connector: Elbow 4">
            <a:extLst>
              <a:ext uri="{FF2B5EF4-FFF2-40B4-BE49-F238E27FC236}">
                <a16:creationId xmlns:a16="http://schemas.microsoft.com/office/drawing/2014/main" id="{F0325C00-94C6-BA85-E869-D464BE0F4A03}"/>
              </a:ext>
            </a:extLst>
          </p:cNvPr>
          <p:cNvCxnSpPr>
            <a:cxnSpLocks/>
            <a:stCxn id="62" idx="2"/>
            <a:endCxn id="57" idx="0"/>
          </p:cNvCxnSpPr>
          <p:nvPr/>
        </p:nvCxnSpPr>
        <p:spPr>
          <a:xfrm>
            <a:off x="6951830" y="3806216"/>
            <a:ext cx="0" cy="477975"/>
          </a:xfrm>
          <a:prstGeom prst="straightConnector1">
            <a:avLst/>
          </a:prstGeom>
          <a:ln w="31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0" name="Connector: Elbow 4">
            <a:extLst>
              <a:ext uri="{FF2B5EF4-FFF2-40B4-BE49-F238E27FC236}">
                <a16:creationId xmlns:a16="http://schemas.microsoft.com/office/drawing/2014/main" id="{46274688-9933-5D24-06CB-E6FCA6628AB8}"/>
              </a:ext>
            </a:extLst>
          </p:cNvPr>
          <p:cNvCxnSpPr>
            <a:cxnSpLocks/>
          </p:cNvCxnSpPr>
          <p:nvPr/>
        </p:nvCxnSpPr>
        <p:spPr>
          <a:xfrm flipV="1">
            <a:off x="7774096" y="4601995"/>
            <a:ext cx="259354" cy="2236"/>
          </a:xfrm>
          <a:prstGeom prst="straightConnector1">
            <a:avLst/>
          </a:prstGeom>
          <a:ln w="31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2" name="Connector: Elbow 4">
            <a:extLst>
              <a:ext uri="{FF2B5EF4-FFF2-40B4-BE49-F238E27FC236}">
                <a16:creationId xmlns:a16="http://schemas.microsoft.com/office/drawing/2014/main" id="{319AAF3D-47C9-6BF2-C907-E596267162F4}"/>
              </a:ext>
            </a:extLst>
          </p:cNvPr>
          <p:cNvCxnSpPr>
            <a:cxnSpLocks/>
          </p:cNvCxnSpPr>
          <p:nvPr/>
        </p:nvCxnSpPr>
        <p:spPr>
          <a:xfrm flipV="1">
            <a:off x="8033450" y="2024008"/>
            <a:ext cx="0" cy="2578608"/>
          </a:xfrm>
          <a:prstGeom prst="straightConnector1">
            <a:avLst/>
          </a:prstGeom>
          <a:ln w="31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69" name="Rounded Rectangle">
            <a:extLst>
              <a:ext uri="{FF2B5EF4-FFF2-40B4-BE49-F238E27FC236}">
                <a16:creationId xmlns:a16="http://schemas.microsoft.com/office/drawing/2014/main" id="{F0C6E131-1854-39BB-2FAC-006F270ADFD9}"/>
              </a:ext>
            </a:extLst>
          </p:cNvPr>
          <p:cNvSpPr/>
          <p:nvPr/>
        </p:nvSpPr>
        <p:spPr>
          <a:xfrm>
            <a:off x="8494959" y="3162230"/>
            <a:ext cx="1673352" cy="643986"/>
          </a:xfrm>
          <a:prstGeom prst="rect">
            <a:avLst/>
          </a:prstGeom>
          <a:solidFill>
            <a:srgbClr val="AE9BFF"/>
          </a:solidFill>
          <a:ln w="25400" algn="ctr">
            <a:noFill/>
            <a:miter lim="800000"/>
            <a:headEnd/>
            <a:tailEnd/>
          </a:ln>
        </p:spPr>
        <p:txBody>
          <a:bodyPr lIns="0" tIns="146266" rIns="0" bIns="146266" rtlCol="0" anchor="ctr" anchorCtr="0"/>
          <a:lstStyle/>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Create Asset </a:t>
            </a:r>
          </a:p>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History Report</a:t>
            </a:r>
          </a:p>
        </p:txBody>
      </p:sp>
      <p:cxnSp>
        <p:nvCxnSpPr>
          <p:cNvPr id="70" name="Connector: Elbow 4">
            <a:extLst>
              <a:ext uri="{FF2B5EF4-FFF2-40B4-BE49-F238E27FC236}">
                <a16:creationId xmlns:a16="http://schemas.microsoft.com/office/drawing/2014/main" id="{60F0AD1E-2E8C-6B73-218C-CD8A16B48681}"/>
              </a:ext>
            </a:extLst>
          </p:cNvPr>
          <p:cNvCxnSpPr>
            <a:cxnSpLocks/>
          </p:cNvCxnSpPr>
          <p:nvPr/>
        </p:nvCxnSpPr>
        <p:spPr>
          <a:xfrm>
            <a:off x="9331635" y="2713609"/>
            <a:ext cx="0" cy="457200"/>
          </a:xfrm>
          <a:prstGeom prst="straightConnector1">
            <a:avLst/>
          </a:prstGeom>
          <a:ln w="31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1" name="Rounded Rectangle">
            <a:extLst>
              <a:ext uri="{FF2B5EF4-FFF2-40B4-BE49-F238E27FC236}">
                <a16:creationId xmlns:a16="http://schemas.microsoft.com/office/drawing/2014/main" id="{ED836D5C-6864-47B8-0276-E0A8ABED5B6E}"/>
              </a:ext>
            </a:extLst>
          </p:cNvPr>
          <p:cNvSpPr/>
          <p:nvPr/>
        </p:nvSpPr>
        <p:spPr>
          <a:xfrm>
            <a:off x="8494959" y="2069623"/>
            <a:ext cx="1673352" cy="643986"/>
          </a:xfrm>
          <a:prstGeom prst="rect">
            <a:avLst/>
          </a:prstGeom>
          <a:solidFill>
            <a:srgbClr val="AE9BFF"/>
          </a:solidFill>
          <a:ln w="25400" algn="ctr">
            <a:noFill/>
            <a:miter lim="800000"/>
            <a:headEnd/>
            <a:tailEnd/>
          </a:ln>
        </p:spPr>
        <p:txBody>
          <a:bodyPr lIns="0" tIns="146266" rIns="0" bIns="146266" rtlCol="0" anchor="ctr" anchorCtr="0"/>
          <a:lstStyle/>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Create Audit </a:t>
            </a:r>
          </a:p>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Balance Trail</a:t>
            </a:r>
          </a:p>
        </p:txBody>
      </p:sp>
      <p:pic>
        <p:nvPicPr>
          <p:cNvPr id="72" name="Graphic 71" descr="User with solid fill">
            <a:extLst>
              <a:ext uri="{FF2B5EF4-FFF2-40B4-BE49-F238E27FC236}">
                <a16:creationId xmlns:a16="http://schemas.microsoft.com/office/drawing/2014/main" id="{B8B499A7-8302-F282-A2BA-37683B6DE05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836467" y="2093940"/>
            <a:ext cx="302061" cy="302061"/>
          </a:xfrm>
          <a:prstGeom prst="rect">
            <a:avLst/>
          </a:prstGeom>
        </p:spPr>
      </p:pic>
      <p:sp>
        <p:nvSpPr>
          <p:cNvPr id="75" name="Rounded Rectangle">
            <a:extLst>
              <a:ext uri="{FF2B5EF4-FFF2-40B4-BE49-F238E27FC236}">
                <a16:creationId xmlns:a16="http://schemas.microsoft.com/office/drawing/2014/main" id="{5E7835D0-3423-1716-CF16-F1C22C385D61}"/>
              </a:ext>
            </a:extLst>
          </p:cNvPr>
          <p:cNvSpPr/>
          <p:nvPr/>
        </p:nvSpPr>
        <p:spPr>
          <a:xfrm>
            <a:off x="8494959" y="4284191"/>
            <a:ext cx="1673352" cy="643986"/>
          </a:xfrm>
          <a:prstGeom prst="rect">
            <a:avLst/>
          </a:prstGeom>
          <a:solidFill>
            <a:srgbClr val="AE9BFF"/>
          </a:solidFill>
          <a:ln w="25400" algn="ctr">
            <a:noFill/>
            <a:miter lim="800000"/>
            <a:headEnd/>
            <a:tailEnd/>
          </a:ln>
        </p:spPr>
        <p:txBody>
          <a:bodyPr lIns="0" tIns="146266" rIns="0" bIns="146266" rtlCol="0" anchor="ctr" anchorCtr="0"/>
          <a:lstStyle/>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Create </a:t>
            </a:r>
          </a:p>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Financial Statements</a:t>
            </a:r>
          </a:p>
        </p:txBody>
      </p:sp>
      <p:pic>
        <p:nvPicPr>
          <p:cNvPr id="77" name="Graphic 76" descr="User with solid fill">
            <a:extLst>
              <a:ext uri="{FF2B5EF4-FFF2-40B4-BE49-F238E27FC236}">
                <a16:creationId xmlns:a16="http://schemas.microsoft.com/office/drawing/2014/main" id="{0BFC8CB9-6A1F-3CAB-FCBD-989DC335209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836466" y="4279363"/>
            <a:ext cx="302061" cy="302061"/>
          </a:xfrm>
          <a:prstGeom prst="rect">
            <a:avLst/>
          </a:prstGeom>
        </p:spPr>
      </p:pic>
      <p:pic>
        <p:nvPicPr>
          <p:cNvPr id="27" name="Graphic 26" descr="Single gear with solid fill">
            <a:extLst>
              <a:ext uri="{FF2B5EF4-FFF2-40B4-BE49-F238E27FC236}">
                <a16:creationId xmlns:a16="http://schemas.microsoft.com/office/drawing/2014/main" id="{6D0DED63-66B5-95C2-41A8-035B153D6FA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490650" y="4243361"/>
            <a:ext cx="358634" cy="358634"/>
          </a:xfrm>
          <a:prstGeom prst="rect">
            <a:avLst/>
          </a:prstGeom>
        </p:spPr>
      </p:pic>
      <p:cxnSp>
        <p:nvCxnSpPr>
          <p:cNvPr id="28" name="Connector: Elbow 4">
            <a:extLst>
              <a:ext uri="{FF2B5EF4-FFF2-40B4-BE49-F238E27FC236}">
                <a16:creationId xmlns:a16="http://schemas.microsoft.com/office/drawing/2014/main" id="{DDF2A34F-4B3B-A8C8-6931-F6B672136BBE}"/>
              </a:ext>
            </a:extLst>
          </p:cNvPr>
          <p:cNvCxnSpPr>
            <a:cxnSpLocks/>
            <a:stCxn id="69" idx="2"/>
            <a:endCxn id="75" idx="0"/>
          </p:cNvCxnSpPr>
          <p:nvPr/>
        </p:nvCxnSpPr>
        <p:spPr>
          <a:xfrm>
            <a:off x="9331635" y="3806216"/>
            <a:ext cx="0" cy="477975"/>
          </a:xfrm>
          <a:prstGeom prst="straightConnector1">
            <a:avLst/>
          </a:prstGeom>
          <a:ln w="31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94" name="Connector: Elbow 4">
            <a:extLst>
              <a:ext uri="{FF2B5EF4-FFF2-40B4-BE49-F238E27FC236}">
                <a16:creationId xmlns:a16="http://schemas.microsoft.com/office/drawing/2014/main" id="{57D2DC63-833A-4C3B-C44C-90C64A228933}"/>
              </a:ext>
            </a:extLst>
          </p:cNvPr>
          <p:cNvCxnSpPr>
            <a:cxnSpLocks/>
          </p:cNvCxnSpPr>
          <p:nvPr/>
        </p:nvCxnSpPr>
        <p:spPr>
          <a:xfrm flipV="1">
            <a:off x="10151451" y="4601995"/>
            <a:ext cx="259354" cy="2236"/>
          </a:xfrm>
          <a:prstGeom prst="straightConnector1">
            <a:avLst/>
          </a:prstGeom>
          <a:ln w="31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95" name="Connector: Elbow 4">
            <a:extLst>
              <a:ext uri="{FF2B5EF4-FFF2-40B4-BE49-F238E27FC236}">
                <a16:creationId xmlns:a16="http://schemas.microsoft.com/office/drawing/2014/main" id="{DA592F73-7A66-903B-D5DC-929B50CA30D7}"/>
              </a:ext>
            </a:extLst>
          </p:cNvPr>
          <p:cNvCxnSpPr>
            <a:cxnSpLocks/>
          </p:cNvCxnSpPr>
          <p:nvPr/>
        </p:nvCxnSpPr>
        <p:spPr>
          <a:xfrm flipV="1">
            <a:off x="10410805" y="2024008"/>
            <a:ext cx="0" cy="2578608"/>
          </a:xfrm>
          <a:prstGeom prst="straightConnector1">
            <a:avLst/>
          </a:prstGeom>
          <a:ln w="31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3" name="Rounded Rectangle">
            <a:extLst>
              <a:ext uri="{FF2B5EF4-FFF2-40B4-BE49-F238E27FC236}">
                <a16:creationId xmlns:a16="http://schemas.microsoft.com/office/drawing/2014/main" id="{AB35B8AA-7B8F-2B61-722A-CB130AAC1679}"/>
              </a:ext>
            </a:extLst>
          </p:cNvPr>
          <p:cNvSpPr/>
          <p:nvPr/>
        </p:nvSpPr>
        <p:spPr>
          <a:xfrm>
            <a:off x="1261438" y="3096560"/>
            <a:ext cx="1673352" cy="643986"/>
          </a:xfrm>
          <a:prstGeom prst="rect">
            <a:avLst/>
          </a:prstGeom>
          <a:solidFill>
            <a:srgbClr val="AE9BFF"/>
          </a:solidFill>
          <a:ln w="25400" algn="ctr">
            <a:noFill/>
            <a:miter lim="800000"/>
            <a:headEnd/>
            <a:tailEnd/>
          </a:ln>
        </p:spPr>
        <p:txBody>
          <a:bodyPr lIns="0" tIns="146266" rIns="0" bIns="146266" rtlCol="0" anchor="ctr" anchorCtr="0"/>
          <a:lstStyle/>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Send Balance </a:t>
            </a:r>
          </a:p>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Confirmations to </a:t>
            </a:r>
          </a:p>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Suppliers &amp; Customers</a:t>
            </a:r>
          </a:p>
        </p:txBody>
      </p:sp>
      <p:cxnSp>
        <p:nvCxnSpPr>
          <p:cNvPr id="26" name="Connector: Elbow 4">
            <a:extLst>
              <a:ext uri="{FF2B5EF4-FFF2-40B4-BE49-F238E27FC236}">
                <a16:creationId xmlns:a16="http://schemas.microsoft.com/office/drawing/2014/main" id="{C50D3D40-4011-F6C0-EC56-EA1719CADB09}"/>
              </a:ext>
            </a:extLst>
          </p:cNvPr>
          <p:cNvCxnSpPr>
            <a:cxnSpLocks/>
          </p:cNvCxnSpPr>
          <p:nvPr/>
        </p:nvCxnSpPr>
        <p:spPr>
          <a:xfrm>
            <a:off x="2098114" y="2713609"/>
            <a:ext cx="0" cy="457200"/>
          </a:xfrm>
          <a:prstGeom prst="straightConnector1">
            <a:avLst/>
          </a:prstGeom>
          <a:ln w="31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9" name="Rounded Rectangle">
            <a:extLst>
              <a:ext uri="{FF2B5EF4-FFF2-40B4-BE49-F238E27FC236}">
                <a16:creationId xmlns:a16="http://schemas.microsoft.com/office/drawing/2014/main" id="{F3CEB4ED-F835-D1ED-E16D-F0DC6E1A614B}"/>
              </a:ext>
            </a:extLst>
          </p:cNvPr>
          <p:cNvSpPr/>
          <p:nvPr/>
        </p:nvSpPr>
        <p:spPr>
          <a:xfrm>
            <a:off x="1261438" y="2069623"/>
            <a:ext cx="1673352" cy="643986"/>
          </a:xfrm>
          <a:prstGeom prst="rect">
            <a:avLst/>
          </a:prstGeom>
          <a:solidFill>
            <a:srgbClr val="AE9BFF"/>
          </a:solidFill>
          <a:ln w="25400" algn="ctr">
            <a:noFill/>
            <a:miter lim="800000"/>
            <a:headEnd/>
            <a:tailEnd/>
          </a:ln>
        </p:spPr>
        <p:txBody>
          <a:bodyPr lIns="0" tIns="146266" rIns="0" bIns="146266" rtlCol="0" anchor="ctr" anchorCtr="0"/>
          <a:lstStyle/>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Perform </a:t>
            </a:r>
          </a:p>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Physical Inventory</a:t>
            </a:r>
          </a:p>
        </p:txBody>
      </p:sp>
      <p:pic>
        <p:nvPicPr>
          <p:cNvPr id="34" name="Graphic 33" descr="User with solid fill">
            <a:extLst>
              <a:ext uri="{FF2B5EF4-FFF2-40B4-BE49-F238E27FC236}">
                <a16:creationId xmlns:a16="http://schemas.microsoft.com/office/drawing/2014/main" id="{9C7E81D1-8FD9-537B-B791-DEBCABCBB14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624540" y="2093940"/>
            <a:ext cx="302061" cy="302061"/>
          </a:xfrm>
          <a:prstGeom prst="rect">
            <a:avLst/>
          </a:prstGeom>
        </p:spPr>
      </p:pic>
      <p:pic>
        <p:nvPicPr>
          <p:cNvPr id="36" name="Graphic 35" descr="User with solid fill">
            <a:extLst>
              <a:ext uri="{FF2B5EF4-FFF2-40B4-BE49-F238E27FC236}">
                <a16:creationId xmlns:a16="http://schemas.microsoft.com/office/drawing/2014/main" id="{35F3B914-7CB3-0B99-9F04-E163CEF8318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633707" y="3097489"/>
            <a:ext cx="302061" cy="302061"/>
          </a:xfrm>
          <a:prstGeom prst="rect">
            <a:avLst/>
          </a:prstGeom>
        </p:spPr>
      </p:pic>
      <p:sp>
        <p:nvSpPr>
          <p:cNvPr id="40" name="Rounded Rectangle">
            <a:extLst>
              <a:ext uri="{FF2B5EF4-FFF2-40B4-BE49-F238E27FC236}">
                <a16:creationId xmlns:a16="http://schemas.microsoft.com/office/drawing/2014/main" id="{B331643E-C669-ED86-5E5E-3BA875C2308C}"/>
              </a:ext>
            </a:extLst>
          </p:cNvPr>
          <p:cNvSpPr/>
          <p:nvPr/>
        </p:nvSpPr>
        <p:spPr>
          <a:xfrm>
            <a:off x="1261438" y="4218521"/>
            <a:ext cx="1673352" cy="643986"/>
          </a:xfrm>
          <a:prstGeom prst="rect">
            <a:avLst/>
          </a:prstGeom>
          <a:solidFill>
            <a:srgbClr val="AE9BFF"/>
          </a:solidFill>
          <a:ln w="25400" algn="ctr">
            <a:noFill/>
            <a:miter lim="800000"/>
            <a:headEnd/>
            <a:tailEnd/>
          </a:ln>
        </p:spPr>
        <p:txBody>
          <a:bodyPr lIns="0" tIns="146266" rIns="0" bIns="146266" rtlCol="0" anchor="ctr" anchorCtr="0"/>
          <a:lstStyle/>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Run Other </a:t>
            </a:r>
          </a:p>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Period Closing Preparations</a:t>
            </a:r>
          </a:p>
        </p:txBody>
      </p:sp>
      <p:pic>
        <p:nvPicPr>
          <p:cNvPr id="44" name="Graphic 43" descr="User with solid fill">
            <a:extLst>
              <a:ext uri="{FF2B5EF4-FFF2-40B4-BE49-F238E27FC236}">
                <a16:creationId xmlns:a16="http://schemas.microsoft.com/office/drawing/2014/main" id="{06481FAB-266E-6F66-65F5-B0ED85FC5BC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626729" y="4204498"/>
            <a:ext cx="302061" cy="302061"/>
          </a:xfrm>
          <a:prstGeom prst="rect">
            <a:avLst/>
          </a:prstGeom>
        </p:spPr>
      </p:pic>
      <p:cxnSp>
        <p:nvCxnSpPr>
          <p:cNvPr id="2" name="Connector: Elbow 4">
            <a:extLst>
              <a:ext uri="{FF2B5EF4-FFF2-40B4-BE49-F238E27FC236}">
                <a16:creationId xmlns:a16="http://schemas.microsoft.com/office/drawing/2014/main" id="{8EB8DE1A-E705-E2E2-4D9F-3C8029658190}"/>
              </a:ext>
            </a:extLst>
          </p:cNvPr>
          <p:cNvCxnSpPr>
            <a:cxnSpLocks/>
          </p:cNvCxnSpPr>
          <p:nvPr/>
        </p:nvCxnSpPr>
        <p:spPr>
          <a:xfrm>
            <a:off x="2098114" y="3747298"/>
            <a:ext cx="0" cy="457200"/>
          </a:xfrm>
          <a:prstGeom prst="straightConnector1">
            <a:avLst/>
          </a:prstGeom>
          <a:ln w="31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pic>
        <p:nvPicPr>
          <p:cNvPr id="55" name="Graphic 54" descr="Single gear with solid fill">
            <a:extLst>
              <a:ext uri="{FF2B5EF4-FFF2-40B4-BE49-F238E27FC236}">
                <a16:creationId xmlns:a16="http://schemas.microsoft.com/office/drawing/2014/main" id="{FFC2A223-E8F6-3BE9-31A3-50CE0C3CBE1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260833" y="4198231"/>
            <a:ext cx="358634" cy="358634"/>
          </a:xfrm>
          <a:prstGeom prst="rect">
            <a:avLst/>
          </a:prstGeom>
        </p:spPr>
      </p:pic>
      <p:cxnSp>
        <p:nvCxnSpPr>
          <p:cNvPr id="108" name="Connector: Elbow 4">
            <a:extLst>
              <a:ext uri="{FF2B5EF4-FFF2-40B4-BE49-F238E27FC236}">
                <a16:creationId xmlns:a16="http://schemas.microsoft.com/office/drawing/2014/main" id="{9A37D315-0199-880A-F4BD-CA990B6F55A6}"/>
              </a:ext>
            </a:extLst>
          </p:cNvPr>
          <p:cNvCxnSpPr>
            <a:cxnSpLocks/>
          </p:cNvCxnSpPr>
          <p:nvPr/>
        </p:nvCxnSpPr>
        <p:spPr>
          <a:xfrm flipV="1">
            <a:off x="2927508" y="4536325"/>
            <a:ext cx="259354" cy="2236"/>
          </a:xfrm>
          <a:prstGeom prst="straightConnector1">
            <a:avLst/>
          </a:prstGeom>
          <a:ln w="31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9" name="Connector: Elbow 4">
            <a:extLst>
              <a:ext uri="{FF2B5EF4-FFF2-40B4-BE49-F238E27FC236}">
                <a16:creationId xmlns:a16="http://schemas.microsoft.com/office/drawing/2014/main" id="{CCAAF854-4659-24A0-D194-53CD56D71CBA}"/>
              </a:ext>
            </a:extLst>
          </p:cNvPr>
          <p:cNvCxnSpPr>
            <a:cxnSpLocks/>
          </p:cNvCxnSpPr>
          <p:nvPr/>
        </p:nvCxnSpPr>
        <p:spPr>
          <a:xfrm flipV="1">
            <a:off x="3186862" y="1958338"/>
            <a:ext cx="0" cy="2578608"/>
          </a:xfrm>
          <a:prstGeom prst="straightConnector1">
            <a:avLst/>
          </a:prstGeom>
          <a:ln w="31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pic>
        <p:nvPicPr>
          <p:cNvPr id="6" name="Graphic 5" descr="Single gear with solid fill">
            <a:extLst>
              <a:ext uri="{FF2B5EF4-FFF2-40B4-BE49-F238E27FC236}">
                <a16:creationId xmlns:a16="http://schemas.microsoft.com/office/drawing/2014/main" id="{F9ECAC87-C035-A67F-0404-C9AB7E80E4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77395" y="3162230"/>
            <a:ext cx="358634" cy="358634"/>
          </a:xfrm>
          <a:prstGeom prst="rect">
            <a:avLst/>
          </a:prstGeom>
        </p:spPr>
      </p:pic>
    </p:spTree>
    <p:extLst>
      <p:ext uri="{BB962C8B-B14F-4D97-AF65-F5344CB8AC3E}">
        <p14:creationId xmlns:p14="http://schemas.microsoft.com/office/powerpoint/2010/main" val="34287961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254A3-E8DA-6D40-68B5-33D31AFF6A9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85B6D86-D9CB-2457-6650-2A6B430DBF17}"/>
              </a:ext>
            </a:extLst>
          </p:cNvPr>
          <p:cNvSpPr>
            <a:spLocks noGrp="1"/>
          </p:cNvSpPr>
          <p:nvPr>
            <p:ph type="title"/>
          </p:nvPr>
        </p:nvSpPr>
        <p:spPr>
          <a:xfrm>
            <a:off x="541644" y="459309"/>
            <a:ext cx="11066331" cy="676980"/>
          </a:xfrm>
        </p:spPr>
        <p:txBody>
          <a:bodyPr/>
          <a:lstStyle/>
          <a:p>
            <a:pPr lvl="0">
              <a:defRPr/>
            </a:pPr>
            <a:r>
              <a:rPr lang="en-US" b="1">
                <a:solidFill>
                  <a:srgbClr val="000000"/>
                </a:solidFill>
              </a:rPr>
              <a:t>Autonomous Financial Closing process with the Financial Closing Assistant</a:t>
            </a:r>
            <a:br>
              <a:rPr lang="en-US" b="1">
                <a:solidFill>
                  <a:srgbClr val="000000"/>
                </a:solidFill>
              </a:rPr>
            </a:br>
            <a:r>
              <a:rPr lang="en-US" sz="2000" b="1" i="1">
                <a:solidFill>
                  <a:srgbClr val="000000"/>
                </a:solidFill>
              </a:rPr>
              <a:t>The Agentic Team Close</a:t>
            </a:r>
            <a:endParaRPr lang="en-US">
              <a:solidFill>
                <a:srgbClr val="89D1FF"/>
              </a:solidFill>
            </a:endParaRPr>
          </a:p>
        </p:txBody>
      </p:sp>
      <p:sp>
        <p:nvSpPr>
          <p:cNvPr id="33" name="Rectangle: Rounded Corners 24">
            <a:extLst>
              <a:ext uri="{FF2B5EF4-FFF2-40B4-BE49-F238E27FC236}">
                <a16:creationId xmlns:a16="http://schemas.microsoft.com/office/drawing/2014/main" id="{21F963D6-9C5C-9503-F34F-39542D71C7D0}"/>
              </a:ext>
            </a:extLst>
          </p:cNvPr>
          <p:cNvSpPr/>
          <p:nvPr/>
        </p:nvSpPr>
        <p:spPr bwMode="gray">
          <a:xfrm rot="16200000">
            <a:off x="2729525" y="-1022724"/>
            <a:ext cx="5527089" cy="10205990"/>
          </a:xfrm>
          <a:prstGeom prst="rect">
            <a:avLst/>
          </a:prstGeom>
          <a:gradFill flip="none" rotWithShape="1">
            <a:gsLst>
              <a:gs pos="0">
                <a:srgbClr val="6835FE">
                  <a:alpha val="5000"/>
                </a:srgbClr>
              </a:gs>
              <a:gs pos="100000">
                <a:srgbClr val="9F0FD3">
                  <a:alpha val="5000"/>
                </a:srgbClr>
              </a:gs>
            </a:gsLst>
            <a:lin ang="13500000" scaled="1"/>
            <a:tileRect/>
          </a:gradFill>
          <a:ln w="9601" cap="flat" cmpd="sng" algn="ctr">
            <a:gradFill flip="none" rotWithShape="1">
              <a:gsLst>
                <a:gs pos="0">
                  <a:srgbClr val="6835FE"/>
                </a:gs>
                <a:gs pos="100000">
                  <a:srgbClr val="9983F6">
                    <a:alpha val="56902"/>
                  </a:srgbClr>
                </a:gs>
              </a:gsLst>
              <a:lin ang="18900000" scaled="1"/>
              <a:tileRect/>
            </a:gradFill>
            <a:prstDash val="solid"/>
            <a:miter lim="800000"/>
            <a:headEnd type="none" w="med" len="med"/>
            <a:tailEnd type="none" w="med" len="med"/>
          </a:ln>
          <a:effectLst/>
        </p:spPr>
        <p:txBody>
          <a:bodyPr rot="0" spcFirstLastPara="0" vertOverflow="overflow" horzOverflow="overflow" vert="horz" wrap="square" lIns="182832" tIns="72000" rIns="182832" bIns="146266" numCol="1" spcCol="0" rtlCol="0" fromWordArt="0" anchor="t" anchorCtr="0" forceAA="0" compatLnSpc="1">
            <a:prstTxWarp prst="textNoShape">
              <a:avLst/>
            </a:prstTxWarp>
            <a:noAutofit/>
          </a:bodyPr>
          <a:lstStyle/>
          <a:p>
            <a:pPr marL="0" marR="0" lvl="0" indent="0" algn="ctr" defTabSz="914126" rtl="0" eaLnBrk="1" fontAlgn="base" latinLnBrk="0" hangingPunct="1">
              <a:lnSpc>
                <a:spcPct val="100000"/>
              </a:lnSpc>
              <a:spcBef>
                <a:spcPts val="0"/>
              </a:spcBef>
              <a:spcAft>
                <a:spcPts val="400"/>
              </a:spcAft>
              <a:buClr>
                <a:srgbClr val="F0AB00"/>
              </a:buClr>
              <a:buSzPct val="80000"/>
              <a:buFontTx/>
              <a:buNone/>
              <a:tabLst/>
              <a:defRPr/>
            </a:pPr>
            <a:endParaRPr kumimoji="0" lang="en-US" sz="1400" b="1" i="0" u="none" strike="noStrike" kern="0" cap="none" spc="-20" normalizeH="0" baseline="0" noProof="0">
              <a:ln>
                <a:noFill/>
              </a:ln>
              <a:gradFill>
                <a:gsLst>
                  <a:gs pos="0">
                    <a:srgbClr val="0070F2"/>
                  </a:gs>
                  <a:gs pos="100000">
                    <a:srgbClr val="0070F2">
                      <a:lumMod val="75000"/>
                    </a:srgbClr>
                  </a:gs>
                </a:gsLst>
              </a:gradFill>
              <a:effectLst/>
              <a:uLnTx/>
              <a:uFillTx/>
              <a:latin typeface="72 Brand Medium"/>
              <a:ea typeface="+mn-ea"/>
              <a:cs typeface="72" panose="020B0503030000000003" pitchFamily="34" charset="0"/>
            </a:endParaRPr>
          </a:p>
        </p:txBody>
      </p:sp>
      <p:grpSp>
        <p:nvGrpSpPr>
          <p:cNvPr id="37" name="Group 36">
            <a:extLst>
              <a:ext uri="{FF2B5EF4-FFF2-40B4-BE49-F238E27FC236}">
                <a16:creationId xmlns:a16="http://schemas.microsoft.com/office/drawing/2014/main" id="{C2DB40F3-A48D-50AF-955F-8508CB3DEEFC}"/>
              </a:ext>
            </a:extLst>
          </p:cNvPr>
          <p:cNvGrpSpPr/>
          <p:nvPr/>
        </p:nvGrpSpPr>
        <p:grpSpPr>
          <a:xfrm>
            <a:off x="2993078" y="1755084"/>
            <a:ext cx="2476500" cy="270760"/>
            <a:chOff x="3392121" y="1247701"/>
            <a:chExt cx="2476500" cy="270760"/>
          </a:xfrm>
        </p:grpSpPr>
        <p:sp>
          <p:nvSpPr>
            <p:cNvPr id="41" name="Arrow: Chevron 40">
              <a:extLst>
                <a:ext uri="{FF2B5EF4-FFF2-40B4-BE49-F238E27FC236}">
                  <a16:creationId xmlns:a16="http://schemas.microsoft.com/office/drawing/2014/main" id="{85E0B684-DC91-0943-E450-46D578CF3F35}"/>
                </a:ext>
              </a:extLst>
            </p:cNvPr>
            <p:cNvSpPr/>
            <p:nvPr/>
          </p:nvSpPr>
          <p:spPr bwMode="gray">
            <a:xfrm>
              <a:off x="3392121" y="1247701"/>
              <a:ext cx="2476500" cy="270760"/>
            </a:xfrm>
            <a:prstGeom prst="chevron">
              <a:avLst/>
            </a:prstGeom>
            <a:solidFill>
              <a:srgbClr val="7858FF"/>
            </a:solidFill>
            <a:ln w="25400" algn="ctr">
              <a:noFill/>
              <a:miter lim="800000"/>
              <a:headEnd/>
              <a:tailEnd/>
            </a:ln>
          </p:spPr>
          <p:txBody>
            <a:bodyPr wrap="none" lIns="0" tIns="92977" rIns="0" bIns="92977" rtlCol="0" anchor="ctr"/>
            <a:lstStyle/>
            <a:p>
              <a:pPr marL="0" marR="0" lvl="0" indent="0" algn="ctr" defTabSz="581226" rtl="0" eaLnBrk="1" fontAlgn="base" latinLnBrk="0" hangingPunct="1">
                <a:lnSpc>
                  <a:spcPct val="100000"/>
                </a:lnSpc>
                <a:spcBef>
                  <a:spcPts val="0"/>
                </a:spcBef>
                <a:spcAft>
                  <a:spcPct val="0"/>
                </a:spcAft>
                <a:buClr>
                  <a:srgbClr val="F0AB00"/>
                </a:buClr>
                <a:buSzPct val="80000"/>
                <a:buFontTx/>
                <a:buNone/>
                <a:tabLst/>
                <a:defRPr/>
              </a:pPr>
              <a:endParaRPr kumimoji="0" lang="en-US" sz="1100" b="1" i="0" u="none" strike="noStrike" kern="0" cap="none" spc="0" normalizeH="0" baseline="0" noProof="0" err="1">
                <a:ln>
                  <a:noFill/>
                </a:ln>
                <a:solidFill>
                  <a:srgbClr val="FFFFFF"/>
                </a:solidFill>
                <a:effectLst/>
                <a:uLnTx/>
                <a:uFillTx/>
                <a:latin typeface="Arial"/>
                <a:ea typeface="+mn-ea"/>
                <a:cs typeface="+mn-cs"/>
              </a:endParaRPr>
            </a:p>
          </p:txBody>
        </p:sp>
        <p:sp>
          <p:nvSpPr>
            <p:cNvPr id="42" name="TextBox 41">
              <a:extLst>
                <a:ext uri="{FF2B5EF4-FFF2-40B4-BE49-F238E27FC236}">
                  <a16:creationId xmlns:a16="http://schemas.microsoft.com/office/drawing/2014/main" id="{E148290C-D17B-8B10-D34A-C3A8C1AE1BFF}"/>
                </a:ext>
              </a:extLst>
            </p:cNvPr>
            <p:cNvSpPr txBox="1"/>
            <p:nvPr/>
          </p:nvSpPr>
          <p:spPr>
            <a:xfrm>
              <a:off x="4206509" y="1275115"/>
              <a:ext cx="847725" cy="215444"/>
            </a:xfrm>
            <a:prstGeom prst="rect">
              <a:avLst/>
            </a:prstGeom>
            <a:noFill/>
            <a:ln w="28575">
              <a:noFill/>
            </a:ln>
          </p:spPr>
          <p:txBody>
            <a:bodyPr wrap="square" lIns="0" tIns="0" rIns="0" bIns="0" rtlCol="0">
              <a:spAutoFit/>
            </a:bodyPr>
            <a:lstStyle/>
            <a:p>
              <a:pPr marL="0" marR="0" lvl="0" indent="0" algn="l" defTabSz="1088776" rtl="0" eaLnBrk="1" fontAlgn="base" latinLnBrk="0" hangingPunct="1">
                <a:lnSpc>
                  <a:spcPct val="100000"/>
                </a:lnSpc>
                <a:spcBef>
                  <a:spcPct val="50000"/>
                </a:spcBef>
                <a:spcAft>
                  <a:spcPct val="0"/>
                </a:spcAft>
                <a:buClr>
                  <a:srgbClr val="000000"/>
                </a:buClr>
                <a:buSzPct val="100000"/>
                <a:buFontTx/>
                <a:buNone/>
                <a:tabLst/>
                <a:defRPr/>
              </a:pPr>
              <a:r>
                <a:rPr kumimoji="0" lang="en-US" sz="1400" b="0" i="0" u="none" strike="noStrike" kern="0" cap="none" spc="0" normalizeH="0" baseline="0" noProof="0">
                  <a:ln>
                    <a:noFill/>
                  </a:ln>
                  <a:solidFill>
                    <a:srgbClr val="FFFFFF"/>
                  </a:solidFill>
                  <a:effectLst/>
                  <a:uLnTx/>
                  <a:uFillTx/>
                  <a:latin typeface="72 Brand" panose="020B0504030603020204" pitchFamily="34" charset="0"/>
                  <a:ea typeface="72 Brand" pitchFamily="34" charset="-128"/>
                  <a:cs typeface="72 Brand" pitchFamily="34" charset="-128"/>
                </a:rPr>
                <a:t>PERFORM</a:t>
              </a:r>
            </a:p>
          </p:txBody>
        </p:sp>
      </p:grpSp>
      <p:grpSp>
        <p:nvGrpSpPr>
          <p:cNvPr id="56" name="Group 55">
            <a:extLst>
              <a:ext uri="{FF2B5EF4-FFF2-40B4-BE49-F238E27FC236}">
                <a16:creationId xmlns:a16="http://schemas.microsoft.com/office/drawing/2014/main" id="{F3495ED9-F321-4D2D-4CB9-1679B1AC96AE}"/>
              </a:ext>
            </a:extLst>
          </p:cNvPr>
          <p:cNvGrpSpPr/>
          <p:nvPr/>
        </p:nvGrpSpPr>
        <p:grpSpPr>
          <a:xfrm>
            <a:off x="7815430" y="1753304"/>
            <a:ext cx="2478024" cy="274320"/>
            <a:chOff x="8263789" y="1245921"/>
            <a:chExt cx="2478024" cy="274320"/>
          </a:xfrm>
        </p:grpSpPr>
        <p:sp>
          <p:nvSpPr>
            <p:cNvPr id="66" name="Arrow: Chevron 65">
              <a:extLst>
                <a:ext uri="{FF2B5EF4-FFF2-40B4-BE49-F238E27FC236}">
                  <a16:creationId xmlns:a16="http://schemas.microsoft.com/office/drawing/2014/main" id="{F56B1FFD-6C81-FE4A-CA0D-742BEBF9CB7B}"/>
                </a:ext>
              </a:extLst>
            </p:cNvPr>
            <p:cNvSpPr/>
            <p:nvPr/>
          </p:nvSpPr>
          <p:spPr bwMode="gray">
            <a:xfrm>
              <a:off x="8263789" y="1245921"/>
              <a:ext cx="2478024" cy="274320"/>
            </a:xfrm>
            <a:prstGeom prst="chevron">
              <a:avLst/>
            </a:prstGeom>
            <a:solidFill>
              <a:srgbClr val="7858FF"/>
            </a:solidFill>
            <a:ln w="25400" algn="ctr">
              <a:noFill/>
              <a:miter lim="800000"/>
              <a:headEnd/>
              <a:tailEnd/>
            </a:ln>
          </p:spPr>
          <p:txBody>
            <a:bodyPr wrap="none" lIns="0" tIns="92977" rIns="0" bIns="92977" rtlCol="0" anchor="ctr"/>
            <a:lstStyle/>
            <a:p>
              <a:pPr marL="0" marR="0" lvl="0" indent="0" algn="ctr" defTabSz="581226" rtl="0" eaLnBrk="1" fontAlgn="base" latinLnBrk="0" hangingPunct="1">
                <a:lnSpc>
                  <a:spcPct val="100000"/>
                </a:lnSpc>
                <a:spcBef>
                  <a:spcPts val="0"/>
                </a:spcBef>
                <a:spcAft>
                  <a:spcPct val="0"/>
                </a:spcAft>
                <a:buClr>
                  <a:srgbClr val="F0AB00"/>
                </a:buClr>
                <a:buSzPct val="80000"/>
                <a:buFontTx/>
                <a:buNone/>
                <a:tabLst/>
                <a:defRPr/>
              </a:pPr>
              <a:endParaRPr kumimoji="0" lang="en-US" sz="1100" b="1" i="0" u="none" strike="noStrike" kern="0" cap="none" spc="0" normalizeH="0" baseline="0" noProof="0" err="1">
                <a:ln>
                  <a:noFill/>
                </a:ln>
                <a:solidFill>
                  <a:srgbClr val="FFFFFF"/>
                </a:solidFill>
                <a:effectLst/>
                <a:uLnTx/>
                <a:uFillTx/>
                <a:latin typeface="Arial"/>
                <a:ea typeface="+mn-ea"/>
                <a:cs typeface="+mn-cs"/>
              </a:endParaRPr>
            </a:p>
          </p:txBody>
        </p:sp>
        <p:sp>
          <p:nvSpPr>
            <p:cNvPr id="68" name="TextBox 67">
              <a:extLst>
                <a:ext uri="{FF2B5EF4-FFF2-40B4-BE49-F238E27FC236}">
                  <a16:creationId xmlns:a16="http://schemas.microsoft.com/office/drawing/2014/main" id="{292DA77A-FF59-21C1-5D3D-3650F7B927E2}"/>
                </a:ext>
              </a:extLst>
            </p:cNvPr>
            <p:cNvSpPr txBox="1"/>
            <p:nvPr/>
          </p:nvSpPr>
          <p:spPr>
            <a:xfrm>
              <a:off x="9078939" y="1275115"/>
              <a:ext cx="847725" cy="215444"/>
            </a:xfrm>
            <a:prstGeom prst="rect">
              <a:avLst/>
            </a:prstGeom>
            <a:noFill/>
            <a:ln w="28575">
              <a:noFill/>
            </a:ln>
          </p:spPr>
          <p:txBody>
            <a:bodyPr wrap="square" lIns="0" tIns="0" rIns="0" bIns="0" rtlCol="0">
              <a:spAutoFit/>
            </a:bodyPr>
            <a:lstStyle/>
            <a:p>
              <a:pPr marL="0" marR="0" lvl="0" indent="0" algn="l" defTabSz="1088776" rtl="0" eaLnBrk="1" fontAlgn="base" latinLnBrk="0" hangingPunct="1">
                <a:lnSpc>
                  <a:spcPct val="100000"/>
                </a:lnSpc>
                <a:spcBef>
                  <a:spcPct val="50000"/>
                </a:spcBef>
                <a:spcAft>
                  <a:spcPct val="0"/>
                </a:spcAft>
                <a:buClr>
                  <a:srgbClr val="000000"/>
                </a:buClr>
                <a:buSzPct val="100000"/>
                <a:buFontTx/>
                <a:buNone/>
                <a:tabLst/>
                <a:defRPr/>
              </a:pPr>
              <a:r>
                <a:rPr kumimoji="0" lang="en-US" sz="1400" b="0" i="0" u="none" strike="noStrike" kern="0" cap="none" spc="0" normalizeH="0" baseline="0" noProof="0">
                  <a:ln>
                    <a:noFill/>
                  </a:ln>
                  <a:solidFill>
                    <a:srgbClr val="FFFFFF"/>
                  </a:solidFill>
                  <a:effectLst/>
                  <a:uLnTx/>
                  <a:uFillTx/>
                  <a:latin typeface="72 Brand" panose="020B0504030603020204" pitchFamily="34" charset="0"/>
                  <a:ea typeface="72 Brand" pitchFamily="34" charset="-128"/>
                  <a:cs typeface="72 Brand" pitchFamily="34" charset="-128"/>
                </a:rPr>
                <a:t>REPORT</a:t>
              </a:r>
            </a:p>
          </p:txBody>
        </p:sp>
      </p:grpSp>
      <p:grpSp>
        <p:nvGrpSpPr>
          <p:cNvPr id="76" name="Group 75">
            <a:extLst>
              <a:ext uri="{FF2B5EF4-FFF2-40B4-BE49-F238E27FC236}">
                <a16:creationId xmlns:a16="http://schemas.microsoft.com/office/drawing/2014/main" id="{1DE8B078-332E-9052-80A9-DE696788E8F3}"/>
              </a:ext>
            </a:extLst>
          </p:cNvPr>
          <p:cNvGrpSpPr/>
          <p:nvPr/>
        </p:nvGrpSpPr>
        <p:grpSpPr>
          <a:xfrm>
            <a:off x="581140" y="1753060"/>
            <a:ext cx="2478024" cy="274320"/>
            <a:chOff x="338138" y="1245677"/>
            <a:chExt cx="2478024" cy="274320"/>
          </a:xfrm>
        </p:grpSpPr>
        <p:sp>
          <p:nvSpPr>
            <p:cNvPr id="81" name="Arrow: Pentagon 80">
              <a:extLst>
                <a:ext uri="{FF2B5EF4-FFF2-40B4-BE49-F238E27FC236}">
                  <a16:creationId xmlns:a16="http://schemas.microsoft.com/office/drawing/2014/main" id="{21A00CEB-71EB-7A19-0CD9-3BAB16B44584}"/>
                </a:ext>
              </a:extLst>
            </p:cNvPr>
            <p:cNvSpPr/>
            <p:nvPr/>
          </p:nvSpPr>
          <p:spPr bwMode="gray">
            <a:xfrm>
              <a:off x="338138" y="1245677"/>
              <a:ext cx="2478024" cy="274320"/>
            </a:xfrm>
            <a:prstGeom prst="homePlate">
              <a:avLst/>
            </a:prstGeom>
            <a:solidFill>
              <a:srgbClr val="7858FF"/>
            </a:solidFill>
            <a:ln w="25400" algn="ctr">
              <a:noFill/>
              <a:miter lim="800000"/>
              <a:headEnd/>
              <a:tailEnd/>
            </a:ln>
          </p:spPr>
          <p:txBody>
            <a:bodyPr wrap="none" lIns="0" tIns="92977" rIns="0" bIns="92977" rtlCol="0" anchor="ctr"/>
            <a:lstStyle/>
            <a:p>
              <a:pPr marL="0" marR="0" lvl="0" indent="0" algn="ctr" defTabSz="581226" rtl="0" eaLnBrk="1" fontAlgn="base" latinLnBrk="0" hangingPunct="1">
                <a:lnSpc>
                  <a:spcPct val="100000"/>
                </a:lnSpc>
                <a:spcBef>
                  <a:spcPts val="0"/>
                </a:spcBef>
                <a:spcAft>
                  <a:spcPct val="0"/>
                </a:spcAft>
                <a:buClr>
                  <a:srgbClr val="F0AB00"/>
                </a:buClr>
                <a:buSzPct val="80000"/>
                <a:buFontTx/>
                <a:buNone/>
                <a:tabLst/>
                <a:defRPr/>
              </a:pPr>
              <a:endParaRPr kumimoji="0" lang="en-US" sz="1100" b="1" i="0" u="none" strike="noStrike" kern="0" cap="none" spc="0" normalizeH="0" baseline="0" noProof="0" err="1">
                <a:ln>
                  <a:noFill/>
                </a:ln>
                <a:solidFill>
                  <a:srgbClr val="FFFFFF"/>
                </a:solidFill>
                <a:effectLst/>
                <a:uLnTx/>
                <a:uFillTx/>
                <a:latin typeface="Arial"/>
                <a:ea typeface="+mn-ea"/>
                <a:cs typeface="+mn-cs"/>
              </a:endParaRPr>
            </a:p>
          </p:txBody>
        </p:sp>
        <p:sp>
          <p:nvSpPr>
            <p:cNvPr id="84" name="TextBox 83">
              <a:extLst>
                <a:ext uri="{FF2B5EF4-FFF2-40B4-BE49-F238E27FC236}">
                  <a16:creationId xmlns:a16="http://schemas.microsoft.com/office/drawing/2014/main" id="{C0F2745C-2223-AD83-D923-54529D3E42D0}"/>
                </a:ext>
              </a:extLst>
            </p:cNvPr>
            <p:cNvSpPr txBox="1"/>
            <p:nvPr/>
          </p:nvSpPr>
          <p:spPr>
            <a:xfrm>
              <a:off x="1153288" y="1275115"/>
              <a:ext cx="847725" cy="215444"/>
            </a:xfrm>
            <a:prstGeom prst="rect">
              <a:avLst/>
            </a:prstGeom>
            <a:noFill/>
            <a:ln w="28575">
              <a:noFill/>
            </a:ln>
          </p:spPr>
          <p:txBody>
            <a:bodyPr wrap="square" lIns="0" tIns="0" rIns="0" bIns="0" rtlCol="0">
              <a:spAutoFit/>
            </a:bodyPr>
            <a:lstStyle/>
            <a:p>
              <a:pPr marL="0" marR="0" lvl="0" indent="0" algn="l" defTabSz="1088776" rtl="0" eaLnBrk="1" fontAlgn="base" latinLnBrk="0" hangingPunct="1">
                <a:lnSpc>
                  <a:spcPct val="100000"/>
                </a:lnSpc>
                <a:spcBef>
                  <a:spcPct val="50000"/>
                </a:spcBef>
                <a:spcAft>
                  <a:spcPct val="0"/>
                </a:spcAft>
                <a:buClr>
                  <a:srgbClr val="000000"/>
                </a:buClr>
                <a:buSzPct val="100000"/>
                <a:buFontTx/>
                <a:buNone/>
                <a:tabLst/>
                <a:defRPr/>
              </a:pPr>
              <a:r>
                <a:rPr kumimoji="0" lang="en-US" sz="1400" b="0" i="0" u="none" strike="noStrike" kern="0" cap="none" spc="0" normalizeH="0" baseline="0" noProof="0">
                  <a:ln>
                    <a:noFill/>
                  </a:ln>
                  <a:solidFill>
                    <a:srgbClr val="FFFFFF"/>
                  </a:solidFill>
                  <a:effectLst/>
                  <a:uLnTx/>
                  <a:uFillTx/>
                  <a:latin typeface="72 Brand" panose="020B0504030603020204" pitchFamily="34" charset="0"/>
                  <a:ea typeface="72 Brand" pitchFamily="34" charset="-128"/>
                  <a:cs typeface="72 Brand" pitchFamily="34" charset="-128"/>
                </a:rPr>
                <a:t>PREPARE</a:t>
              </a:r>
            </a:p>
          </p:txBody>
        </p:sp>
      </p:grpSp>
      <p:grpSp>
        <p:nvGrpSpPr>
          <p:cNvPr id="87" name="Group 86">
            <a:extLst>
              <a:ext uri="{FF2B5EF4-FFF2-40B4-BE49-F238E27FC236}">
                <a16:creationId xmlns:a16="http://schemas.microsoft.com/office/drawing/2014/main" id="{D4A92257-5116-C1AA-D957-76823C8C95D0}"/>
              </a:ext>
            </a:extLst>
          </p:cNvPr>
          <p:cNvGrpSpPr/>
          <p:nvPr/>
        </p:nvGrpSpPr>
        <p:grpSpPr>
          <a:xfrm>
            <a:off x="5403492" y="1753304"/>
            <a:ext cx="2478024" cy="274320"/>
            <a:chOff x="5757611" y="1245921"/>
            <a:chExt cx="2478024" cy="274320"/>
          </a:xfrm>
        </p:grpSpPr>
        <p:sp>
          <p:nvSpPr>
            <p:cNvPr id="88" name="Arrow: Chevron 87">
              <a:extLst>
                <a:ext uri="{FF2B5EF4-FFF2-40B4-BE49-F238E27FC236}">
                  <a16:creationId xmlns:a16="http://schemas.microsoft.com/office/drawing/2014/main" id="{7EF5CA14-CF43-00A4-6A24-3CF1E8E52E91}"/>
                </a:ext>
              </a:extLst>
            </p:cNvPr>
            <p:cNvSpPr/>
            <p:nvPr/>
          </p:nvSpPr>
          <p:spPr bwMode="gray">
            <a:xfrm>
              <a:off x="5757611" y="1245921"/>
              <a:ext cx="2478024" cy="274320"/>
            </a:xfrm>
            <a:prstGeom prst="chevron">
              <a:avLst/>
            </a:prstGeom>
            <a:solidFill>
              <a:srgbClr val="7858FF"/>
            </a:solidFill>
            <a:ln w="25400" algn="ctr">
              <a:noFill/>
              <a:miter lim="800000"/>
              <a:headEnd/>
              <a:tailEnd/>
            </a:ln>
          </p:spPr>
          <p:txBody>
            <a:bodyPr wrap="none" lIns="0" tIns="92977" rIns="0" bIns="92977" rtlCol="0" anchor="ctr"/>
            <a:lstStyle/>
            <a:p>
              <a:pPr marL="0" marR="0" lvl="0" indent="0" algn="ctr" defTabSz="581226" rtl="0" eaLnBrk="1" fontAlgn="base" latinLnBrk="0" hangingPunct="1">
                <a:lnSpc>
                  <a:spcPct val="100000"/>
                </a:lnSpc>
                <a:spcBef>
                  <a:spcPts val="0"/>
                </a:spcBef>
                <a:spcAft>
                  <a:spcPct val="0"/>
                </a:spcAft>
                <a:buClr>
                  <a:srgbClr val="F0AB00"/>
                </a:buClr>
                <a:buSzPct val="80000"/>
                <a:buFontTx/>
                <a:buNone/>
                <a:tabLst/>
                <a:defRPr/>
              </a:pPr>
              <a:endParaRPr kumimoji="0" lang="en-US" sz="1100" b="1" i="0" u="none" strike="noStrike" kern="0" cap="none" spc="0" normalizeH="0" baseline="0" noProof="0" err="1">
                <a:ln>
                  <a:noFill/>
                </a:ln>
                <a:solidFill>
                  <a:srgbClr val="FFFFFF"/>
                </a:solidFill>
                <a:effectLst/>
                <a:uLnTx/>
                <a:uFillTx/>
                <a:latin typeface="Arial"/>
                <a:ea typeface="+mn-ea"/>
                <a:cs typeface="+mn-cs"/>
              </a:endParaRPr>
            </a:p>
          </p:txBody>
        </p:sp>
        <p:sp>
          <p:nvSpPr>
            <p:cNvPr id="89" name="TextBox 88">
              <a:extLst>
                <a:ext uri="{FF2B5EF4-FFF2-40B4-BE49-F238E27FC236}">
                  <a16:creationId xmlns:a16="http://schemas.microsoft.com/office/drawing/2014/main" id="{F2346DC7-445D-9613-B5C8-F88421209735}"/>
                </a:ext>
              </a:extLst>
            </p:cNvPr>
            <p:cNvSpPr txBox="1"/>
            <p:nvPr/>
          </p:nvSpPr>
          <p:spPr>
            <a:xfrm>
              <a:off x="6572761" y="1275115"/>
              <a:ext cx="847725" cy="215444"/>
            </a:xfrm>
            <a:prstGeom prst="rect">
              <a:avLst/>
            </a:prstGeom>
            <a:noFill/>
            <a:ln w="28575">
              <a:noFill/>
            </a:ln>
          </p:spPr>
          <p:txBody>
            <a:bodyPr wrap="square" lIns="0" tIns="0" rIns="0" bIns="0" rtlCol="0">
              <a:spAutoFit/>
            </a:bodyPr>
            <a:lstStyle/>
            <a:p>
              <a:pPr marL="0" marR="0" lvl="0" indent="0" algn="l" defTabSz="1088776" rtl="0" eaLnBrk="1" fontAlgn="base" latinLnBrk="0" hangingPunct="1">
                <a:lnSpc>
                  <a:spcPct val="100000"/>
                </a:lnSpc>
                <a:spcBef>
                  <a:spcPct val="50000"/>
                </a:spcBef>
                <a:spcAft>
                  <a:spcPct val="0"/>
                </a:spcAft>
                <a:buClr>
                  <a:srgbClr val="000000"/>
                </a:buClr>
                <a:buSzPct val="100000"/>
                <a:buFontTx/>
                <a:buNone/>
                <a:tabLst/>
                <a:defRPr/>
              </a:pPr>
              <a:r>
                <a:rPr kumimoji="0" lang="en-US" sz="1400" b="0" i="0" u="none" strike="noStrike" kern="0" cap="none" spc="0" normalizeH="0" baseline="0" noProof="0">
                  <a:ln>
                    <a:noFill/>
                  </a:ln>
                  <a:solidFill>
                    <a:srgbClr val="FFFFFF"/>
                  </a:solidFill>
                  <a:effectLst/>
                  <a:uLnTx/>
                  <a:uFillTx/>
                  <a:latin typeface="72 Brand" panose="020B0504030603020204" pitchFamily="34" charset="0"/>
                  <a:ea typeface="72 Brand" pitchFamily="34" charset="-128"/>
                  <a:cs typeface="72 Brand" pitchFamily="34" charset="-128"/>
                </a:rPr>
                <a:t>VALUATE</a:t>
              </a:r>
            </a:p>
          </p:txBody>
        </p:sp>
      </p:grpSp>
      <p:sp>
        <p:nvSpPr>
          <p:cNvPr id="97" name="Rounded Rectangle">
            <a:extLst>
              <a:ext uri="{FF2B5EF4-FFF2-40B4-BE49-F238E27FC236}">
                <a16:creationId xmlns:a16="http://schemas.microsoft.com/office/drawing/2014/main" id="{E683728B-AE4B-CEFA-9F0C-A6C302CDFB21}"/>
              </a:ext>
            </a:extLst>
          </p:cNvPr>
          <p:cNvSpPr/>
          <p:nvPr/>
        </p:nvSpPr>
        <p:spPr>
          <a:xfrm>
            <a:off x="3278114" y="3315381"/>
            <a:ext cx="1667727" cy="643986"/>
          </a:xfrm>
          <a:prstGeom prst="rect">
            <a:avLst/>
          </a:prstGeom>
          <a:solidFill>
            <a:srgbClr val="AE9BFF"/>
          </a:solidFill>
          <a:ln w="25400" algn="ctr">
            <a:noFill/>
            <a:miter lim="800000"/>
            <a:headEnd/>
            <a:tailEnd/>
          </a:ln>
        </p:spPr>
        <p:txBody>
          <a:bodyPr lIns="0" tIns="146266" rIns="0" bIns="146266" rtlCol="0" anchor="ctr" anchorCtr="0"/>
          <a:lstStyle/>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Perform </a:t>
            </a:r>
          </a:p>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Depreciation </a:t>
            </a:r>
          </a:p>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and other Valuation runs</a:t>
            </a:r>
          </a:p>
        </p:txBody>
      </p:sp>
      <p:cxnSp>
        <p:nvCxnSpPr>
          <p:cNvPr id="98" name="Connector: Elbow 4">
            <a:extLst>
              <a:ext uri="{FF2B5EF4-FFF2-40B4-BE49-F238E27FC236}">
                <a16:creationId xmlns:a16="http://schemas.microsoft.com/office/drawing/2014/main" id="{7A369BDA-BE85-FA88-F706-7C93748CFB01}"/>
              </a:ext>
            </a:extLst>
          </p:cNvPr>
          <p:cNvCxnSpPr>
            <a:cxnSpLocks/>
          </p:cNvCxnSpPr>
          <p:nvPr/>
        </p:nvCxnSpPr>
        <p:spPr>
          <a:xfrm>
            <a:off x="4111977" y="2866760"/>
            <a:ext cx="0" cy="457200"/>
          </a:xfrm>
          <a:prstGeom prst="straightConnector1">
            <a:avLst/>
          </a:prstGeom>
          <a:ln w="31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99" name="Rounded Rectangle">
            <a:extLst>
              <a:ext uri="{FF2B5EF4-FFF2-40B4-BE49-F238E27FC236}">
                <a16:creationId xmlns:a16="http://schemas.microsoft.com/office/drawing/2014/main" id="{607C0600-C2E9-0D0F-9EAA-6C2AAD10FDA7}"/>
              </a:ext>
            </a:extLst>
          </p:cNvPr>
          <p:cNvSpPr/>
          <p:nvPr/>
        </p:nvSpPr>
        <p:spPr>
          <a:xfrm>
            <a:off x="3274834" y="2222774"/>
            <a:ext cx="1674287" cy="643986"/>
          </a:xfrm>
          <a:prstGeom prst="rect">
            <a:avLst/>
          </a:prstGeom>
          <a:solidFill>
            <a:srgbClr val="AE9BFF"/>
          </a:solidFill>
          <a:ln w="25400" algn="ctr">
            <a:noFill/>
            <a:miter lim="800000"/>
            <a:headEnd/>
            <a:tailEnd/>
          </a:ln>
        </p:spPr>
        <p:txBody>
          <a:bodyPr lIns="0" tIns="146266" rIns="0" bIns="146266" rtlCol="0" anchor="ctr" anchorCtr="0"/>
          <a:lstStyle/>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Perform Foreign </a:t>
            </a:r>
          </a:p>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Currency Remeasurement Run</a:t>
            </a:r>
          </a:p>
        </p:txBody>
      </p:sp>
      <p:pic>
        <p:nvPicPr>
          <p:cNvPr id="100" name="Graphic 99" descr="User with solid fill">
            <a:extLst>
              <a:ext uri="{FF2B5EF4-FFF2-40B4-BE49-F238E27FC236}">
                <a16:creationId xmlns:a16="http://schemas.microsoft.com/office/drawing/2014/main" id="{AC89EAC1-31A8-0C14-83E3-A78E306741F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641795" y="2193751"/>
            <a:ext cx="302061" cy="302061"/>
          </a:xfrm>
          <a:prstGeom prst="rect">
            <a:avLst/>
          </a:prstGeom>
        </p:spPr>
      </p:pic>
      <p:cxnSp>
        <p:nvCxnSpPr>
          <p:cNvPr id="101" name="Connector: Elbow 4">
            <a:extLst>
              <a:ext uri="{FF2B5EF4-FFF2-40B4-BE49-F238E27FC236}">
                <a16:creationId xmlns:a16="http://schemas.microsoft.com/office/drawing/2014/main" id="{08D87BE5-F44A-4F33-5326-A0AFFC78D119}"/>
              </a:ext>
            </a:extLst>
          </p:cNvPr>
          <p:cNvCxnSpPr>
            <a:cxnSpLocks/>
          </p:cNvCxnSpPr>
          <p:nvPr/>
        </p:nvCxnSpPr>
        <p:spPr>
          <a:xfrm flipV="1">
            <a:off x="4949120" y="5828565"/>
            <a:ext cx="259354" cy="2236"/>
          </a:xfrm>
          <a:prstGeom prst="straightConnector1">
            <a:avLst/>
          </a:prstGeom>
          <a:ln w="31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2" name="Connector: Elbow 4">
            <a:extLst>
              <a:ext uri="{FF2B5EF4-FFF2-40B4-BE49-F238E27FC236}">
                <a16:creationId xmlns:a16="http://schemas.microsoft.com/office/drawing/2014/main" id="{C7C832BE-76A7-7F47-42EE-B02E37FD0EDE}"/>
              </a:ext>
            </a:extLst>
          </p:cNvPr>
          <p:cNvCxnSpPr>
            <a:cxnSpLocks/>
          </p:cNvCxnSpPr>
          <p:nvPr/>
        </p:nvCxnSpPr>
        <p:spPr>
          <a:xfrm flipV="1">
            <a:off x="5208474" y="2177159"/>
            <a:ext cx="0" cy="3616376"/>
          </a:xfrm>
          <a:prstGeom prst="straightConnector1">
            <a:avLst/>
          </a:prstGeom>
          <a:ln w="31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pic>
        <p:nvPicPr>
          <p:cNvPr id="103" name="Graphic 102" descr="Single gear with solid fill">
            <a:extLst>
              <a:ext uri="{FF2B5EF4-FFF2-40B4-BE49-F238E27FC236}">
                <a16:creationId xmlns:a16="http://schemas.microsoft.com/office/drawing/2014/main" id="{3EC685A0-694A-4FD2-5F1D-81D17EC2F846}"/>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3266943" y="2193751"/>
            <a:ext cx="358634" cy="358634"/>
          </a:xfrm>
          <a:prstGeom prst="rect">
            <a:avLst/>
          </a:prstGeom>
        </p:spPr>
      </p:pic>
      <p:sp>
        <p:nvSpPr>
          <p:cNvPr id="104" name="Rounded Rectangle">
            <a:extLst>
              <a:ext uri="{FF2B5EF4-FFF2-40B4-BE49-F238E27FC236}">
                <a16:creationId xmlns:a16="http://schemas.microsoft.com/office/drawing/2014/main" id="{141B1B69-54ED-72BC-71E8-840EC10C4D71}"/>
              </a:ext>
            </a:extLst>
          </p:cNvPr>
          <p:cNvSpPr/>
          <p:nvPr/>
        </p:nvSpPr>
        <p:spPr>
          <a:xfrm>
            <a:off x="3274834" y="4437342"/>
            <a:ext cx="1674286" cy="640080"/>
          </a:xfrm>
          <a:prstGeom prst="rect">
            <a:avLst/>
          </a:prstGeom>
          <a:solidFill>
            <a:srgbClr val="D9C9FF"/>
          </a:solidFill>
          <a:ln w="25400" algn="ctr">
            <a:noFill/>
            <a:miter lim="800000"/>
            <a:headEnd/>
            <a:tailEnd/>
          </a:ln>
        </p:spPr>
        <p:txBody>
          <a:bodyPr lIns="0" tIns="146266" rIns="0" bIns="146266" rtlCol="0" anchor="ctr" anchorCtr="0"/>
          <a:lstStyle/>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72" panose="020B0503030000000003" pitchFamily="34" charset="0"/>
              </a:rPr>
              <a:t>Financial </a:t>
            </a:r>
          </a:p>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72" panose="020B0503030000000003" pitchFamily="34" charset="0"/>
              </a:rPr>
              <a:t>Consistency Agent</a:t>
            </a:r>
          </a:p>
        </p:txBody>
      </p:sp>
      <p:cxnSp>
        <p:nvCxnSpPr>
          <p:cNvPr id="105" name="Connector: Elbow 4">
            <a:extLst>
              <a:ext uri="{FF2B5EF4-FFF2-40B4-BE49-F238E27FC236}">
                <a16:creationId xmlns:a16="http://schemas.microsoft.com/office/drawing/2014/main" id="{57533670-4E6D-EAFC-F19F-FD0BB85616AF}"/>
              </a:ext>
            </a:extLst>
          </p:cNvPr>
          <p:cNvCxnSpPr>
            <a:cxnSpLocks/>
          </p:cNvCxnSpPr>
          <p:nvPr/>
        </p:nvCxnSpPr>
        <p:spPr>
          <a:xfrm flipH="1">
            <a:off x="4110335" y="3959367"/>
            <a:ext cx="1643" cy="477975"/>
          </a:xfrm>
          <a:prstGeom prst="straightConnector1">
            <a:avLst/>
          </a:prstGeom>
          <a:ln w="31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pic>
        <p:nvPicPr>
          <p:cNvPr id="106" name="Graphic 105" descr="User with solid fill">
            <a:extLst>
              <a:ext uri="{FF2B5EF4-FFF2-40B4-BE49-F238E27FC236}">
                <a16:creationId xmlns:a16="http://schemas.microsoft.com/office/drawing/2014/main" id="{EFCF5152-B77A-ADC3-7E77-AEAFD438FFEE}"/>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641795" y="3305040"/>
            <a:ext cx="302061" cy="302061"/>
          </a:xfrm>
          <a:prstGeom prst="rect">
            <a:avLst/>
          </a:prstGeom>
        </p:spPr>
      </p:pic>
      <p:pic>
        <p:nvPicPr>
          <p:cNvPr id="107" name="Graphic 106" descr="Single gear with solid fill">
            <a:extLst>
              <a:ext uri="{FF2B5EF4-FFF2-40B4-BE49-F238E27FC236}">
                <a16:creationId xmlns:a16="http://schemas.microsoft.com/office/drawing/2014/main" id="{FA48D652-4F8A-F43E-D17A-DAD3E7B87C83}"/>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3247839" y="3288024"/>
            <a:ext cx="358634" cy="358634"/>
          </a:xfrm>
          <a:prstGeom prst="rect">
            <a:avLst/>
          </a:prstGeom>
        </p:spPr>
      </p:pic>
      <p:sp>
        <p:nvSpPr>
          <p:cNvPr id="133" name="Rounded Rectangle">
            <a:extLst>
              <a:ext uri="{FF2B5EF4-FFF2-40B4-BE49-F238E27FC236}">
                <a16:creationId xmlns:a16="http://schemas.microsoft.com/office/drawing/2014/main" id="{FF15EB8E-AC88-3E67-C1AD-D8ED7B67086C}"/>
              </a:ext>
            </a:extLst>
          </p:cNvPr>
          <p:cNvSpPr/>
          <p:nvPr/>
        </p:nvSpPr>
        <p:spPr>
          <a:xfrm>
            <a:off x="8091708" y="4080271"/>
            <a:ext cx="1673352" cy="643986"/>
          </a:xfrm>
          <a:prstGeom prst="rect">
            <a:avLst/>
          </a:prstGeom>
          <a:solidFill>
            <a:srgbClr val="AE9BFF"/>
          </a:solidFill>
          <a:ln w="25400" algn="ctr">
            <a:noFill/>
            <a:miter lim="800000"/>
            <a:headEnd/>
            <a:tailEnd/>
          </a:ln>
        </p:spPr>
        <p:txBody>
          <a:bodyPr lIns="0" tIns="146266" rIns="0" bIns="146266" rtlCol="0" anchor="ctr" anchorCtr="0"/>
          <a:lstStyle/>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Create Asset </a:t>
            </a:r>
          </a:p>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History Report</a:t>
            </a:r>
          </a:p>
        </p:txBody>
      </p:sp>
      <p:cxnSp>
        <p:nvCxnSpPr>
          <p:cNvPr id="134" name="Connector: Elbow 4">
            <a:extLst>
              <a:ext uri="{FF2B5EF4-FFF2-40B4-BE49-F238E27FC236}">
                <a16:creationId xmlns:a16="http://schemas.microsoft.com/office/drawing/2014/main" id="{B1D453D0-B3C0-BE42-DA98-F44836DF1CE9}"/>
              </a:ext>
            </a:extLst>
          </p:cNvPr>
          <p:cNvCxnSpPr>
            <a:cxnSpLocks/>
          </p:cNvCxnSpPr>
          <p:nvPr/>
        </p:nvCxnSpPr>
        <p:spPr>
          <a:xfrm>
            <a:off x="8928384" y="2866760"/>
            <a:ext cx="0" cy="274320"/>
          </a:xfrm>
          <a:prstGeom prst="straightConnector1">
            <a:avLst/>
          </a:prstGeom>
          <a:ln w="31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35" name="Rounded Rectangle">
            <a:extLst>
              <a:ext uri="{FF2B5EF4-FFF2-40B4-BE49-F238E27FC236}">
                <a16:creationId xmlns:a16="http://schemas.microsoft.com/office/drawing/2014/main" id="{E0A578CF-0F18-701F-B071-607C235FEA1D}"/>
              </a:ext>
            </a:extLst>
          </p:cNvPr>
          <p:cNvSpPr/>
          <p:nvPr/>
        </p:nvSpPr>
        <p:spPr>
          <a:xfrm>
            <a:off x="8091708" y="2222774"/>
            <a:ext cx="1673352" cy="643986"/>
          </a:xfrm>
          <a:prstGeom prst="rect">
            <a:avLst/>
          </a:prstGeom>
          <a:solidFill>
            <a:srgbClr val="AE9BFF"/>
          </a:solidFill>
          <a:ln w="25400" algn="ctr">
            <a:noFill/>
            <a:miter lim="800000"/>
            <a:headEnd/>
            <a:tailEnd/>
          </a:ln>
        </p:spPr>
        <p:txBody>
          <a:bodyPr lIns="0" tIns="146266" rIns="0" bIns="146266" rtlCol="0" anchor="ctr" anchorCtr="0"/>
          <a:lstStyle/>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Create Audit </a:t>
            </a:r>
          </a:p>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Balance Trail</a:t>
            </a:r>
          </a:p>
        </p:txBody>
      </p:sp>
      <p:pic>
        <p:nvPicPr>
          <p:cNvPr id="136" name="Graphic 135" descr="User with solid fill">
            <a:extLst>
              <a:ext uri="{FF2B5EF4-FFF2-40B4-BE49-F238E27FC236}">
                <a16:creationId xmlns:a16="http://schemas.microsoft.com/office/drawing/2014/main" id="{DCCB0A66-81E4-9CEB-675B-E1D3D662813F}"/>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433216" y="2247091"/>
            <a:ext cx="302061" cy="302061"/>
          </a:xfrm>
          <a:prstGeom prst="rect">
            <a:avLst/>
          </a:prstGeom>
        </p:spPr>
      </p:pic>
      <p:sp>
        <p:nvSpPr>
          <p:cNvPr id="138" name="Rounded Rectangle">
            <a:extLst>
              <a:ext uri="{FF2B5EF4-FFF2-40B4-BE49-F238E27FC236}">
                <a16:creationId xmlns:a16="http://schemas.microsoft.com/office/drawing/2014/main" id="{2BD0E21D-6C7E-9388-DBCF-40E14DBA19BD}"/>
              </a:ext>
            </a:extLst>
          </p:cNvPr>
          <p:cNvSpPr/>
          <p:nvPr/>
        </p:nvSpPr>
        <p:spPr>
          <a:xfrm>
            <a:off x="8091708" y="5899086"/>
            <a:ext cx="1673352" cy="643986"/>
          </a:xfrm>
          <a:prstGeom prst="rect">
            <a:avLst/>
          </a:prstGeom>
          <a:solidFill>
            <a:srgbClr val="AE9BFF"/>
          </a:solidFill>
          <a:ln w="25400" algn="ctr">
            <a:noFill/>
            <a:miter lim="800000"/>
            <a:headEnd/>
            <a:tailEnd/>
          </a:ln>
        </p:spPr>
        <p:txBody>
          <a:bodyPr lIns="0" tIns="146266" rIns="0" bIns="146266" rtlCol="0" anchor="ctr" anchorCtr="0"/>
          <a:lstStyle/>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Create </a:t>
            </a:r>
          </a:p>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Financial Statements</a:t>
            </a:r>
          </a:p>
        </p:txBody>
      </p:sp>
      <p:pic>
        <p:nvPicPr>
          <p:cNvPr id="139" name="Graphic 138" descr="User with solid fill">
            <a:extLst>
              <a:ext uri="{FF2B5EF4-FFF2-40B4-BE49-F238E27FC236}">
                <a16:creationId xmlns:a16="http://schemas.microsoft.com/office/drawing/2014/main" id="{66DFD634-18CE-5512-88B4-2DD020D1B54A}"/>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433215" y="5894258"/>
            <a:ext cx="302061" cy="302061"/>
          </a:xfrm>
          <a:prstGeom prst="rect">
            <a:avLst/>
          </a:prstGeom>
        </p:spPr>
      </p:pic>
      <p:cxnSp>
        <p:nvCxnSpPr>
          <p:cNvPr id="141" name="Connector: Elbow 4">
            <a:extLst>
              <a:ext uri="{FF2B5EF4-FFF2-40B4-BE49-F238E27FC236}">
                <a16:creationId xmlns:a16="http://schemas.microsoft.com/office/drawing/2014/main" id="{DD4EE4B9-9C49-5787-3D6B-261B6470BC2C}"/>
              </a:ext>
            </a:extLst>
          </p:cNvPr>
          <p:cNvCxnSpPr>
            <a:cxnSpLocks/>
            <a:stCxn id="133" idx="2"/>
          </p:cNvCxnSpPr>
          <p:nvPr/>
        </p:nvCxnSpPr>
        <p:spPr>
          <a:xfrm>
            <a:off x="8928384" y="4724257"/>
            <a:ext cx="0" cy="274320"/>
          </a:xfrm>
          <a:prstGeom prst="straightConnector1">
            <a:avLst/>
          </a:prstGeom>
          <a:ln w="31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42" name="Connector: Elbow 4">
            <a:extLst>
              <a:ext uri="{FF2B5EF4-FFF2-40B4-BE49-F238E27FC236}">
                <a16:creationId xmlns:a16="http://schemas.microsoft.com/office/drawing/2014/main" id="{7FACEF77-E618-04D7-CE79-D8B528D148B1}"/>
              </a:ext>
            </a:extLst>
          </p:cNvPr>
          <p:cNvCxnSpPr>
            <a:cxnSpLocks/>
          </p:cNvCxnSpPr>
          <p:nvPr/>
        </p:nvCxnSpPr>
        <p:spPr>
          <a:xfrm flipV="1">
            <a:off x="9748200" y="6216890"/>
            <a:ext cx="259354" cy="2236"/>
          </a:xfrm>
          <a:prstGeom prst="straightConnector1">
            <a:avLst/>
          </a:prstGeom>
          <a:ln w="31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43" name="Connector: Elbow 4">
            <a:extLst>
              <a:ext uri="{FF2B5EF4-FFF2-40B4-BE49-F238E27FC236}">
                <a16:creationId xmlns:a16="http://schemas.microsoft.com/office/drawing/2014/main" id="{9B4712EE-8CF5-AF7F-767E-E7D5869B1C49}"/>
              </a:ext>
            </a:extLst>
          </p:cNvPr>
          <p:cNvCxnSpPr>
            <a:cxnSpLocks/>
          </p:cNvCxnSpPr>
          <p:nvPr/>
        </p:nvCxnSpPr>
        <p:spPr>
          <a:xfrm flipV="1">
            <a:off x="10007554" y="2177159"/>
            <a:ext cx="0" cy="4039731"/>
          </a:xfrm>
          <a:prstGeom prst="straightConnector1">
            <a:avLst/>
          </a:prstGeom>
          <a:ln w="31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44" name="Rounded Rectangle">
            <a:extLst>
              <a:ext uri="{FF2B5EF4-FFF2-40B4-BE49-F238E27FC236}">
                <a16:creationId xmlns:a16="http://schemas.microsoft.com/office/drawing/2014/main" id="{415891FE-FFDA-6BEE-F577-C19AA6031015}"/>
              </a:ext>
            </a:extLst>
          </p:cNvPr>
          <p:cNvSpPr/>
          <p:nvPr/>
        </p:nvSpPr>
        <p:spPr>
          <a:xfrm>
            <a:off x="858187" y="3249711"/>
            <a:ext cx="1673352" cy="643986"/>
          </a:xfrm>
          <a:prstGeom prst="rect">
            <a:avLst/>
          </a:prstGeom>
          <a:solidFill>
            <a:srgbClr val="AE9BFF"/>
          </a:solidFill>
          <a:ln w="25400" algn="ctr">
            <a:noFill/>
            <a:miter lim="800000"/>
            <a:headEnd/>
            <a:tailEnd/>
          </a:ln>
        </p:spPr>
        <p:txBody>
          <a:bodyPr lIns="0" tIns="146266" rIns="0" bIns="146266" rtlCol="0" anchor="ctr" anchorCtr="0"/>
          <a:lstStyle/>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Send Balance </a:t>
            </a:r>
          </a:p>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Confirmations to </a:t>
            </a:r>
          </a:p>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Suppliers &amp; Customers</a:t>
            </a:r>
          </a:p>
        </p:txBody>
      </p:sp>
      <p:cxnSp>
        <p:nvCxnSpPr>
          <p:cNvPr id="145" name="Connector: Elbow 4">
            <a:extLst>
              <a:ext uri="{FF2B5EF4-FFF2-40B4-BE49-F238E27FC236}">
                <a16:creationId xmlns:a16="http://schemas.microsoft.com/office/drawing/2014/main" id="{680DD174-FF34-5F21-B91B-637DA02737C3}"/>
              </a:ext>
            </a:extLst>
          </p:cNvPr>
          <p:cNvCxnSpPr>
            <a:cxnSpLocks/>
          </p:cNvCxnSpPr>
          <p:nvPr/>
        </p:nvCxnSpPr>
        <p:spPr>
          <a:xfrm>
            <a:off x="1694863" y="2866760"/>
            <a:ext cx="0" cy="457200"/>
          </a:xfrm>
          <a:prstGeom prst="straightConnector1">
            <a:avLst/>
          </a:prstGeom>
          <a:ln w="31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46" name="Rounded Rectangle">
            <a:extLst>
              <a:ext uri="{FF2B5EF4-FFF2-40B4-BE49-F238E27FC236}">
                <a16:creationId xmlns:a16="http://schemas.microsoft.com/office/drawing/2014/main" id="{0DC936B1-E980-22B3-FEE6-E3BD807BCDBA}"/>
              </a:ext>
            </a:extLst>
          </p:cNvPr>
          <p:cNvSpPr/>
          <p:nvPr/>
        </p:nvSpPr>
        <p:spPr>
          <a:xfrm>
            <a:off x="858187" y="2222774"/>
            <a:ext cx="1673352" cy="643986"/>
          </a:xfrm>
          <a:prstGeom prst="rect">
            <a:avLst/>
          </a:prstGeom>
          <a:solidFill>
            <a:srgbClr val="AE9BFF"/>
          </a:solidFill>
          <a:ln w="25400" algn="ctr">
            <a:noFill/>
            <a:miter lim="800000"/>
            <a:headEnd/>
            <a:tailEnd/>
          </a:ln>
        </p:spPr>
        <p:txBody>
          <a:bodyPr lIns="0" tIns="146266" rIns="0" bIns="146266" rtlCol="0" anchor="ctr" anchorCtr="0"/>
          <a:lstStyle/>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Perform </a:t>
            </a:r>
          </a:p>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Physical Inventory</a:t>
            </a:r>
          </a:p>
        </p:txBody>
      </p:sp>
      <p:pic>
        <p:nvPicPr>
          <p:cNvPr id="147" name="Graphic 146" descr="User with solid fill">
            <a:extLst>
              <a:ext uri="{FF2B5EF4-FFF2-40B4-BE49-F238E27FC236}">
                <a16:creationId xmlns:a16="http://schemas.microsoft.com/office/drawing/2014/main" id="{25ED3992-27F4-26EA-8CD1-00466DA4F1DB}"/>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221289" y="2247091"/>
            <a:ext cx="302061" cy="302061"/>
          </a:xfrm>
          <a:prstGeom prst="rect">
            <a:avLst/>
          </a:prstGeom>
        </p:spPr>
      </p:pic>
      <p:pic>
        <p:nvPicPr>
          <p:cNvPr id="148" name="Graphic 147" descr="User with solid fill">
            <a:extLst>
              <a:ext uri="{FF2B5EF4-FFF2-40B4-BE49-F238E27FC236}">
                <a16:creationId xmlns:a16="http://schemas.microsoft.com/office/drawing/2014/main" id="{679DB53D-8D0E-9ED5-29FD-2037CD22763E}"/>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230456" y="3250640"/>
            <a:ext cx="302061" cy="302061"/>
          </a:xfrm>
          <a:prstGeom prst="rect">
            <a:avLst/>
          </a:prstGeom>
        </p:spPr>
      </p:pic>
      <p:sp>
        <p:nvSpPr>
          <p:cNvPr id="149" name="Rounded Rectangle">
            <a:extLst>
              <a:ext uri="{FF2B5EF4-FFF2-40B4-BE49-F238E27FC236}">
                <a16:creationId xmlns:a16="http://schemas.microsoft.com/office/drawing/2014/main" id="{C52BE284-1C2A-BE06-8FD7-9A9FF5253C3A}"/>
              </a:ext>
            </a:extLst>
          </p:cNvPr>
          <p:cNvSpPr/>
          <p:nvPr/>
        </p:nvSpPr>
        <p:spPr>
          <a:xfrm>
            <a:off x="858187" y="4371672"/>
            <a:ext cx="1673352" cy="643986"/>
          </a:xfrm>
          <a:prstGeom prst="rect">
            <a:avLst/>
          </a:prstGeom>
          <a:solidFill>
            <a:srgbClr val="AE9BFF"/>
          </a:solidFill>
          <a:ln w="25400" algn="ctr">
            <a:noFill/>
            <a:miter lim="800000"/>
            <a:headEnd/>
            <a:tailEnd/>
          </a:ln>
        </p:spPr>
        <p:txBody>
          <a:bodyPr lIns="0" tIns="146266" rIns="0" bIns="146266" rtlCol="0" anchor="ctr" anchorCtr="0"/>
          <a:lstStyle/>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Run Other </a:t>
            </a:r>
          </a:p>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Period Closing Preparations</a:t>
            </a:r>
          </a:p>
        </p:txBody>
      </p:sp>
      <p:pic>
        <p:nvPicPr>
          <p:cNvPr id="150" name="Graphic 149" descr="User with solid fill">
            <a:extLst>
              <a:ext uri="{FF2B5EF4-FFF2-40B4-BE49-F238E27FC236}">
                <a16:creationId xmlns:a16="http://schemas.microsoft.com/office/drawing/2014/main" id="{F45EA11E-0B74-0DFC-7DDA-908516F7AC14}"/>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223478" y="4357649"/>
            <a:ext cx="302061" cy="302061"/>
          </a:xfrm>
          <a:prstGeom prst="rect">
            <a:avLst/>
          </a:prstGeom>
        </p:spPr>
      </p:pic>
      <p:cxnSp>
        <p:nvCxnSpPr>
          <p:cNvPr id="151" name="Connector: Elbow 4">
            <a:extLst>
              <a:ext uri="{FF2B5EF4-FFF2-40B4-BE49-F238E27FC236}">
                <a16:creationId xmlns:a16="http://schemas.microsoft.com/office/drawing/2014/main" id="{3C74E216-690B-C3F2-30AC-96B3B0C1547D}"/>
              </a:ext>
            </a:extLst>
          </p:cNvPr>
          <p:cNvCxnSpPr>
            <a:cxnSpLocks/>
          </p:cNvCxnSpPr>
          <p:nvPr/>
        </p:nvCxnSpPr>
        <p:spPr>
          <a:xfrm>
            <a:off x="1694863" y="3900449"/>
            <a:ext cx="0" cy="457200"/>
          </a:xfrm>
          <a:prstGeom prst="straightConnector1">
            <a:avLst/>
          </a:prstGeom>
          <a:ln w="31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53" name="Connector: Elbow 4">
            <a:extLst>
              <a:ext uri="{FF2B5EF4-FFF2-40B4-BE49-F238E27FC236}">
                <a16:creationId xmlns:a16="http://schemas.microsoft.com/office/drawing/2014/main" id="{EAE16B2D-2359-C1E8-59FE-B80D5922C1A2}"/>
              </a:ext>
            </a:extLst>
          </p:cNvPr>
          <p:cNvCxnSpPr>
            <a:cxnSpLocks/>
          </p:cNvCxnSpPr>
          <p:nvPr/>
        </p:nvCxnSpPr>
        <p:spPr>
          <a:xfrm flipV="1">
            <a:off x="2524257" y="5839169"/>
            <a:ext cx="259354" cy="2236"/>
          </a:xfrm>
          <a:prstGeom prst="straightConnector1">
            <a:avLst/>
          </a:prstGeom>
          <a:ln w="31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54" name="Connector: Elbow 4">
            <a:extLst>
              <a:ext uri="{FF2B5EF4-FFF2-40B4-BE49-F238E27FC236}">
                <a16:creationId xmlns:a16="http://schemas.microsoft.com/office/drawing/2014/main" id="{088F2D9F-8D4D-8D8A-A0F3-BEF86281BA01}"/>
              </a:ext>
            </a:extLst>
          </p:cNvPr>
          <p:cNvCxnSpPr>
            <a:cxnSpLocks/>
          </p:cNvCxnSpPr>
          <p:nvPr/>
        </p:nvCxnSpPr>
        <p:spPr>
          <a:xfrm flipV="1">
            <a:off x="2783611" y="2111489"/>
            <a:ext cx="0" cy="3719312"/>
          </a:xfrm>
          <a:prstGeom prst="straightConnector1">
            <a:avLst/>
          </a:prstGeom>
          <a:ln w="31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157" name="Group 156">
            <a:extLst>
              <a:ext uri="{FF2B5EF4-FFF2-40B4-BE49-F238E27FC236}">
                <a16:creationId xmlns:a16="http://schemas.microsoft.com/office/drawing/2014/main" id="{5684BF40-B473-2336-296E-9DB9D3718D3F}"/>
              </a:ext>
            </a:extLst>
          </p:cNvPr>
          <p:cNvGrpSpPr/>
          <p:nvPr/>
        </p:nvGrpSpPr>
        <p:grpSpPr>
          <a:xfrm>
            <a:off x="2600922" y="3930550"/>
            <a:ext cx="380876" cy="381077"/>
            <a:chOff x="3108394" y="3359469"/>
            <a:chExt cx="475488" cy="475739"/>
          </a:xfrm>
        </p:grpSpPr>
        <p:sp>
          <p:nvSpPr>
            <p:cNvPr id="156" name="Oval 155">
              <a:extLst>
                <a:ext uri="{FF2B5EF4-FFF2-40B4-BE49-F238E27FC236}">
                  <a16:creationId xmlns:a16="http://schemas.microsoft.com/office/drawing/2014/main" id="{A80BF69B-D9B1-1C28-2553-80F4D547B071}"/>
                </a:ext>
              </a:extLst>
            </p:cNvPr>
            <p:cNvSpPr/>
            <p:nvPr/>
          </p:nvSpPr>
          <p:spPr bwMode="gray">
            <a:xfrm>
              <a:off x="3108394" y="3359469"/>
              <a:ext cx="475488" cy="475739"/>
            </a:xfrm>
            <a:prstGeom prst="ellipse">
              <a:avLst/>
            </a:prstGeom>
            <a:solidFill>
              <a:schemeClr val="accent1"/>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155" name="Graphic 41" descr="ID 298876 - person with checkmark at lower right">
              <a:extLst>
                <a:ext uri="{FF2B5EF4-FFF2-40B4-BE49-F238E27FC236}">
                  <a16:creationId xmlns:a16="http://schemas.microsoft.com/office/drawing/2014/main" id="{2D8FBA5B-1360-90EB-625E-FC497119E8EA}"/>
                </a:ext>
              </a:extLst>
            </p:cNvPr>
            <p:cNvPicPr>
              <a:picLocks noChangeAspect="1"/>
            </p:cNvPicPr>
            <p:nvPr>
              <p:custDataLst>
                <p:tags r:id="rId8"/>
              </p:custDataLst>
            </p:nvPr>
          </p:nvPicPr>
          <p:blipFill>
            <a:blip>
              <a:extLst>
                <a:ext uri="{96DAC541-7B7A-43D3-8B79-37D633B846F1}">
                  <asvg:svgBlip xmlns:asvg="http://schemas.microsoft.com/office/drawing/2016/SVG/main" r:embed="rId13"/>
                </a:ext>
              </a:extLst>
            </a:blip>
            <a:srcRect/>
            <a:stretch>
              <a:fillRect/>
            </a:stretch>
          </p:blipFill>
          <p:spPr>
            <a:xfrm>
              <a:off x="3195108" y="3446308"/>
              <a:ext cx="302061" cy="302061"/>
            </a:xfrm>
            <a:prstGeom prst="rect">
              <a:avLst/>
            </a:prstGeom>
          </p:spPr>
        </p:pic>
      </p:grpSp>
      <p:grpSp>
        <p:nvGrpSpPr>
          <p:cNvPr id="158" name="Group 157">
            <a:extLst>
              <a:ext uri="{FF2B5EF4-FFF2-40B4-BE49-F238E27FC236}">
                <a16:creationId xmlns:a16="http://schemas.microsoft.com/office/drawing/2014/main" id="{A4928BB8-F8A7-9BDD-BF71-466591FF15B9}"/>
              </a:ext>
            </a:extLst>
          </p:cNvPr>
          <p:cNvGrpSpPr/>
          <p:nvPr/>
        </p:nvGrpSpPr>
        <p:grpSpPr>
          <a:xfrm>
            <a:off x="5022737" y="3930550"/>
            <a:ext cx="380876" cy="381077"/>
            <a:chOff x="3108394" y="3359469"/>
            <a:chExt cx="475488" cy="475739"/>
          </a:xfrm>
        </p:grpSpPr>
        <p:sp>
          <p:nvSpPr>
            <p:cNvPr id="159" name="Oval 158">
              <a:extLst>
                <a:ext uri="{FF2B5EF4-FFF2-40B4-BE49-F238E27FC236}">
                  <a16:creationId xmlns:a16="http://schemas.microsoft.com/office/drawing/2014/main" id="{D03B77A2-5A68-D52B-FDAD-CEA7E56B8A45}"/>
                </a:ext>
              </a:extLst>
            </p:cNvPr>
            <p:cNvSpPr/>
            <p:nvPr/>
          </p:nvSpPr>
          <p:spPr bwMode="gray">
            <a:xfrm>
              <a:off x="3108394" y="3359469"/>
              <a:ext cx="475488" cy="475739"/>
            </a:xfrm>
            <a:prstGeom prst="ellipse">
              <a:avLst/>
            </a:prstGeom>
            <a:solidFill>
              <a:schemeClr val="accent1"/>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160" name="Graphic 41" descr="ID 298876 - person with checkmark at lower right">
              <a:extLst>
                <a:ext uri="{FF2B5EF4-FFF2-40B4-BE49-F238E27FC236}">
                  <a16:creationId xmlns:a16="http://schemas.microsoft.com/office/drawing/2014/main" id="{03E895F9-4D22-5D13-D508-9C1F9620A09C}"/>
                </a:ext>
              </a:extLst>
            </p:cNvPr>
            <p:cNvPicPr>
              <a:picLocks noChangeAspect="1"/>
            </p:cNvPicPr>
            <p:nvPr>
              <p:custDataLst>
                <p:tags r:id="rId7"/>
              </p:custDataLst>
            </p:nvPr>
          </p:nvPicPr>
          <p:blipFill>
            <a:blip>
              <a:extLst>
                <a:ext uri="{96DAC541-7B7A-43D3-8B79-37D633B846F1}">
                  <asvg:svgBlip xmlns:asvg="http://schemas.microsoft.com/office/drawing/2016/SVG/main" r:embed="rId13"/>
                </a:ext>
              </a:extLst>
            </a:blip>
            <a:srcRect/>
            <a:stretch>
              <a:fillRect/>
            </a:stretch>
          </p:blipFill>
          <p:spPr>
            <a:xfrm>
              <a:off x="3195108" y="3446308"/>
              <a:ext cx="302061" cy="302061"/>
            </a:xfrm>
            <a:prstGeom prst="rect">
              <a:avLst/>
            </a:prstGeom>
          </p:spPr>
        </p:pic>
      </p:grpSp>
      <p:grpSp>
        <p:nvGrpSpPr>
          <p:cNvPr id="164" name="Group 163">
            <a:extLst>
              <a:ext uri="{FF2B5EF4-FFF2-40B4-BE49-F238E27FC236}">
                <a16:creationId xmlns:a16="http://schemas.microsoft.com/office/drawing/2014/main" id="{8A4C0BC3-D009-D8CF-6571-42878B09FCFF}"/>
              </a:ext>
            </a:extLst>
          </p:cNvPr>
          <p:cNvGrpSpPr/>
          <p:nvPr/>
        </p:nvGrpSpPr>
        <p:grpSpPr>
          <a:xfrm>
            <a:off x="9867875" y="4986841"/>
            <a:ext cx="380876" cy="381077"/>
            <a:chOff x="3108394" y="3359469"/>
            <a:chExt cx="475488" cy="475739"/>
          </a:xfrm>
        </p:grpSpPr>
        <p:sp>
          <p:nvSpPr>
            <p:cNvPr id="165" name="Oval 164">
              <a:extLst>
                <a:ext uri="{FF2B5EF4-FFF2-40B4-BE49-F238E27FC236}">
                  <a16:creationId xmlns:a16="http://schemas.microsoft.com/office/drawing/2014/main" id="{F5A46F89-61F6-E3A3-7606-7C63E8190745}"/>
                </a:ext>
              </a:extLst>
            </p:cNvPr>
            <p:cNvSpPr/>
            <p:nvPr/>
          </p:nvSpPr>
          <p:spPr bwMode="gray">
            <a:xfrm>
              <a:off x="3108394" y="3359469"/>
              <a:ext cx="475488" cy="475739"/>
            </a:xfrm>
            <a:prstGeom prst="ellipse">
              <a:avLst/>
            </a:prstGeom>
            <a:solidFill>
              <a:schemeClr val="accent1"/>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166" name="Graphic 41" descr="ID 298876 - person with checkmark at lower right">
              <a:extLst>
                <a:ext uri="{FF2B5EF4-FFF2-40B4-BE49-F238E27FC236}">
                  <a16:creationId xmlns:a16="http://schemas.microsoft.com/office/drawing/2014/main" id="{C2BA9F18-98FD-C83F-BBCA-660F868B8566}"/>
                </a:ext>
              </a:extLst>
            </p:cNvPr>
            <p:cNvPicPr>
              <a:picLocks noChangeAspect="1"/>
            </p:cNvPicPr>
            <p:nvPr>
              <p:custDataLst>
                <p:tags r:id="rId6"/>
              </p:custDataLst>
            </p:nvPr>
          </p:nvPicPr>
          <p:blipFill>
            <a:blip>
              <a:extLst>
                <a:ext uri="{96DAC541-7B7A-43D3-8B79-37D633B846F1}">
                  <asvg:svgBlip xmlns:asvg="http://schemas.microsoft.com/office/drawing/2016/SVG/main" r:embed="rId13"/>
                </a:ext>
              </a:extLst>
            </a:blip>
            <a:srcRect/>
            <a:stretch>
              <a:fillRect/>
            </a:stretch>
          </p:blipFill>
          <p:spPr>
            <a:xfrm>
              <a:off x="3195108" y="3446308"/>
              <a:ext cx="302061" cy="302061"/>
            </a:xfrm>
            <a:prstGeom prst="rect">
              <a:avLst/>
            </a:prstGeom>
          </p:spPr>
        </p:pic>
      </p:grpSp>
      <p:sp>
        <p:nvSpPr>
          <p:cNvPr id="170" name="Rounded Rectangle">
            <a:extLst>
              <a:ext uri="{FF2B5EF4-FFF2-40B4-BE49-F238E27FC236}">
                <a16:creationId xmlns:a16="http://schemas.microsoft.com/office/drawing/2014/main" id="{81E82A6B-5E28-E274-E811-9ABE263C953B}"/>
              </a:ext>
            </a:extLst>
          </p:cNvPr>
          <p:cNvSpPr/>
          <p:nvPr/>
        </p:nvSpPr>
        <p:spPr>
          <a:xfrm>
            <a:off x="858187" y="5471542"/>
            <a:ext cx="1673352" cy="643986"/>
          </a:xfrm>
          <a:prstGeom prst="rect">
            <a:avLst/>
          </a:prstGeom>
          <a:solidFill>
            <a:srgbClr val="D9C9FF"/>
          </a:solidFill>
          <a:ln w="25400" algn="ctr">
            <a:noFill/>
            <a:miter lim="800000"/>
            <a:headEnd/>
            <a:tailEnd/>
          </a:ln>
        </p:spPr>
        <p:txBody>
          <a:bodyPr lIns="0" tIns="146266" rIns="0" bIns="146266" rtlCol="0" anchor="ctr" anchorCtr="0"/>
          <a:lstStyle/>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72" panose="020B0503030000000003" pitchFamily="34" charset="0"/>
              </a:rPr>
              <a:t>Financial </a:t>
            </a:r>
          </a:p>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72" panose="020B0503030000000003" pitchFamily="34" charset="0"/>
              </a:rPr>
              <a:t>Consistency Agent</a:t>
            </a:r>
          </a:p>
        </p:txBody>
      </p:sp>
      <p:cxnSp>
        <p:nvCxnSpPr>
          <p:cNvPr id="171" name="Connector: Elbow 4">
            <a:extLst>
              <a:ext uri="{FF2B5EF4-FFF2-40B4-BE49-F238E27FC236}">
                <a16:creationId xmlns:a16="http://schemas.microsoft.com/office/drawing/2014/main" id="{AC886A24-4CD5-94B4-3369-56F87E498DA5}"/>
              </a:ext>
            </a:extLst>
          </p:cNvPr>
          <p:cNvCxnSpPr>
            <a:cxnSpLocks/>
          </p:cNvCxnSpPr>
          <p:nvPr/>
        </p:nvCxnSpPr>
        <p:spPr>
          <a:xfrm>
            <a:off x="1694863" y="5000319"/>
            <a:ext cx="0" cy="457200"/>
          </a:xfrm>
          <a:prstGeom prst="straightConnector1">
            <a:avLst/>
          </a:prstGeom>
          <a:ln w="31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pic>
        <p:nvPicPr>
          <p:cNvPr id="173" name="Graphic 43">
            <a:extLst>
              <a:ext uri="{FF2B5EF4-FFF2-40B4-BE49-F238E27FC236}">
                <a16:creationId xmlns:a16="http://schemas.microsoft.com/office/drawing/2014/main" id="{91E895C8-3DCF-AF8D-7303-E32A085FB216}"/>
              </a:ext>
            </a:extLst>
          </p:cNvPr>
          <p:cNvPicPr>
            <a:picLocks noChangeAspect="1"/>
          </p:cNvPicPr>
          <p:nvPr/>
        </p:nvPicPr>
        <p:blipFill>
          <a:blip>
            <a:extLst>
              <a:ext uri="{96DAC541-7B7A-43D3-8B79-37D633B846F1}">
                <asvg:svgBlip xmlns:asvg="http://schemas.microsoft.com/office/drawing/2016/SVG/main" r:embed="rId14"/>
              </a:ext>
            </a:extLst>
          </a:blip>
          <a:srcRect/>
          <a:stretch/>
        </p:blipFill>
        <p:spPr>
          <a:xfrm>
            <a:off x="2252370" y="5547998"/>
            <a:ext cx="258231" cy="258228"/>
          </a:xfrm>
          <a:prstGeom prst="rect">
            <a:avLst/>
          </a:prstGeom>
          <a:effectLst/>
        </p:spPr>
      </p:pic>
      <p:sp>
        <p:nvSpPr>
          <p:cNvPr id="174" name="Rounded Rectangle">
            <a:extLst>
              <a:ext uri="{FF2B5EF4-FFF2-40B4-BE49-F238E27FC236}">
                <a16:creationId xmlns:a16="http://schemas.microsoft.com/office/drawing/2014/main" id="{7CA303DE-1A58-2F05-4DC8-C963FBDE336F}"/>
              </a:ext>
            </a:extLst>
          </p:cNvPr>
          <p:cNvSpPr/>
          <p:nvPr/>
        </p:nvSpPr>
        <p:spPr>
          <a:xfrm>
            <a:off x="3273659" y="5471542"/>
            <a:ext cx="1673352" cy="643986"/>
          </a:xfrm>
          <a:prstGeom prst="rect">
            <a:avLst/>
          </a:prstGeom>
          <a:solidFill>
            <a:srgbClr val="D9C9FF"/>
          </a:solidFill>
          <a:ln w="25400" algn="ctr">
            <a:noFill/>
            <a:miter lim="800000"/>
            <a:headEnd/>
            <a:tailEnd/>
          </a:ln>
        </p:spPr>
        <p:txBody>
          <a:bodyPr lIns="0" tIns="146266" rIns="0" bIns="146266" rtlCol="0" anchor="ctr" anchorCtr="0"/>
          <a:lstStyle/>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72" panose="020B0503030000000003" pitchFamily="34" charset="0"/>
              </a:rPr>
              <a:t>Receivables &amp; </a:t>
            </a:r>
          </a:p>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72" panose="020B0503030000000003" pitchFamily="34" charset="0"/>
              </a:rPr>
              <a:t>Payables Clearing Agent</a:t>
            </a:r>
          </a:p>
        </p:txBody>
      </p:sp>
      <p:cxnSp>
        <p:nvCxnSpPr>
          <p:cNvPr id="175" name="Connector: Elbow 4">
            <a:extLst>
              <a:ext uri="{FF2B5EF4-FFF2-40B4-BE49-F238E27FC236}">
                <a16:creationId xmlns:a16="http://schemas.microsoft.com/office/drawing/2014/main" id="{E4D8335A-7FC8-82EE-63D2-A9381FDF5969}"/>
              </a:ext>
            </a:extLst>
          </p:cNvPr>
          <p:cNvCxnSpPr>
            <a:cxnSpLocks/>
          </p:cNvCxnSpPr>
          <p:nvPr/>
        </p:nvCxnSpPr>
        <p:spPr>
          <a:xfrm>
            <a:off x="4110335" y="5077422"/>
            <a:ext cx="0" cy="380097"/>
          </a:xfrm>
          <a:prstGeom prst="straightConnector1">
            <a:avLst/>
          </a:prstGeom>
          <a:ln w="31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pic>
        <p:nvPicPr>
          <p:cNvPr id="176" name="Graphic 43">
            <a:extLst>
              <a:ext uri="{FF2B5EF4-FFF2-40B4-BE49-F238E27FC236}">
                <a16:creationId xmlns:a16="http://schemas.microsoft.com/office/drawing/2014/main" id="{AB2F61CB-1A94-BFB6-0E4D-0695B232BD82}"/>
              </a:ext>
            </a:extLst>
          </p:cNvPr>
          <p:cNvPicPr>
            <a:picLocks noChangeAspect="1"/>
          </p:cNvPicPr>
          <p:nvPr/>
        </p:nvPicPr>
        <p:blipFill>
          <a:blip>
            <a:extLst>
              <a:ext uri="{96DAC541-7B7A-43D3-8B79-37D633B846F1}">
                <asvg:svgBlip xmlns:asvg="http://schemas.microsoft.com/office/drawing/2016/SVG/main" r:embed="rId14"/>
              </a:ext>
            </a:extLst>
          </a:blip>
          <a:srcRect/>
          <a:stretch/>
        </p:blipFill>
        <p:spPr>
          <a:xfrm>
            <a:off x="4667842" y="5547998"/>
            <a:ext cx="258231" cy="258228"/>
          </a:xfrm>
          <a:prstGeom prst="rect">
            <a:avLst/>
          </a:prstGeom>
          <a:effectLst/>
        </p:spPr>
      </p:pic>
      <p:pic>
        <p:nvPicPr>
          <p:cNvPr id="177" name="Graphic 43">
            <a:extLst>
              <a:ext uri="{FF2B5EF4-FFF2-40B4-BE49-F238E27FC236}">
                <a16:creationId xmlns:a16="http://schemas.microsoft.com/office/drawing/2014/main" id="{6BD5669A-2235-8380-AD3D-D82F9E5E8526}"/>
              </a:ext>
            </a:extLst>
          </p:cNvPr>
          <p:cNvPicPr>
            <a:picLocks noChangeAspect="1"/>
          </p:cNvPicPr>
          <p:nvPr/>
        </p:nvPicPr>
        <p:blipFill>
          <a:blip>
            <a:extLst>
              <a:ext uri="{96DAC541-7B7A-43D3-8B79-37D633B846F1}">
                <asvg:svgBlip xmlns:asvg="http://schemas.microsoft.com/office/drawing/2016/SVG/main" r:embed="rId14"/>
              </a:ext>
            </a:extLst>
          </a:blip>
          <a:srcRect/>
          <a:stretch/>
        </p:blipFill>
        <p:spPr>
          <a:xfrm>
            <a:off x="4667842" y="4496918"/>
            <a:ext cx="258231" cy="258228"/>
          </a:xfrm>
          <a:prstGeom prst="rect">
            <a:avLst/>
          </a:prstGeom>
          <a:effectLst/>
        </p:spPr>
      </p:pic>
      <p:sp>
        <p:nvSpPr>
          <p:cNvPr id="15" name="Rounded Rectangle">
            <a:extLst>
              <a:ext uri="{FF2B5EF4-FFF2-40B4-BE49-F238E27FC236}">
                <a16:creationId xmlns:a16="http://schemas.microsoft.com/office/drawing/2014/main" id="{0B7D2F96-36E0-C9FD-247E-B88521467843}"/>
              </a:ext>
            </a:extLst>
          </p:cNvPr>
          <p:cNvSpPr/>
          <p:nvPr/>
        </p:nvSpPr>
        <p:spPr>
          <a:xfrm>
            <a:off x="10714071" y="6312470"/>
            <a:ext cx="1094425" cy="218355"/>
          </a:xfrm>
          <a:prstGeom prst="roundRect">
            <a:avLst>
              <a:gd name="adj" fmla="val 43259"/>
            </a:avLst>
          </a:prstGeom>
          <a:solidFill>
            <a:srgbClr val="AE9BFF"/>
          </a:solidFill>
          <a:ln w="25400" algn="ctr">
            <a:noFill/>
            <a:miter lim="800000"/>
            <a:headEnd/>
            <a:tailEnd/>
          </a:ln>
        </p:spPr>
        <p:txBody>
          <a:bodyPr lIns="0" tIns="146266" rIns="0" bIns="146266" rtlCol="0" anchor="ctr" anchorCtr="0"/>
          <a:lstStyle/>
          <a:p>
            <a:pPr marL="0" marR="0" lvl="0" indent="0" algn="ctr" defTabSz="914126" rtl="0" eaLnBrk="1" fontAlgn="base" latinLnBrk="0" hangingPunct="1">
              <a:lnSpc>
                <a:spcPct val="100000"/>
              </a:lnSpc>
              <a:spcBef>
                <a:spcPct val="50000"/>
              </a:spcBef>
              <a:spcAft>
                <a:spcPct val="0"/>
              </a:spcAft>
              <a:buClr>
                <a:srgbClr val="F0AB00"/>
              </a:buClr>
              <a:buSzPct val="80000"/>
              <a:buFontTx/>
              <a:buNone/>
              <a:tabLst/>
              <a:defRPr/>
            </a:pPr>
            <a:r>
              <a:rPr kumimoji="0" lang="en-US" sz="900" b="0" i="0" u="none" strike="noStrike" kern="1200" cap="none" spc="0" normalizeH="0" baseline="0" noProof="0">
                <a:ln>
                  <a:noFill/>
                </a:ln>
                <a:solidFill>
                  <a:srgbClr val="00144A"/>
                </a:solidFill>
                <a:effectLst/>
                <a:uLnTx/>
                <a:uFillTx/>
                <a:latin typeface="Arial"/>
                <a:ea typeface="+mn-ea"/>
                <a:cs typeface="72" panose="020B0503030000000003" pitchFamily="34" charset="0"/>
              </a:rPr>
              <a:t>Existing Capability</a:t>
            </a:r>
          </a:p>
        </p:txBody>
      </p:sp>
      <p:pic>
        <p:nvPicPr>
          <p:cNvPr id="43" name="Graphic 42" descr="Single gear with solid fill">
            <a:extLst>
              <a:ext uri="{FF2B5EF4-FFF2-40B4-BE49-F238E27FC236}">
                <a16:creationId xmlns:a16="http://schemas.microsoft.com/office/drawing/2014/main" id="{60E25320-5B0B-DDF9-6642-906A87EAA980}"/>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711115" y="5587711"/>
            <a:ext cx="358634" cy="358634"/>
          </a:xfrm>
          <a:prstGeom prst="rect">
            <a:avLst/>
          </a:prstGeom>
        </p:spPr>
      </p:pic>
      <p:sp>
        <p:nvSpPr>
          <p:cNvPr id="51" name="TextBox 50">
            <a:extLst>
              <a:ext uri="{FF2B5EF4-FFF2-40B4-BE49-F238E27FC236}">
                <a16:creationId xmlns:a16="http://schemas.microsoft.com/office/drawing/2014/main" id="{67720D86-6D3A-C903-5E84-B7F50BEA53E9}"/>
              </a:ext>
            </a:extLst>
          </p:cNvPr>
          <p:cNvSpPr txBox="1"/>
          <p:nvPr/>
        </p:nvSpPr>
        <p:spPr>
          <a:xfrm>
            <a:off x="11149999" y="5648081"/>
            <a:ext cx="607422" cy="246221"/>
          </a:xfrm>
          <a:prstGeom prst="rect">
            <a:avLst/>
          </a:prstGeom>
          <a:noFill/>
          <a:ln w="28575">
            <a:noFill/>
          </a:ln>
        </p:spPr>
        <p:txBody>
          <a:bodyPr wrap="square" lIns="0" tIns="0" rIns="0" bIns="0" rtlCol="0">
            <a:spAutoFit/>
          </a:bodyPr>
          <a:lstStyle/>
          <a:p>
            <a:pPr marL="0" marR="0" lvl="0" indent="0" algn="l" defTabSz="1088449" rtl="0" eaLnBrk="1" fontAlgn="base" latinLnBrk="0" hangingPunct="1">
              <a:lnSpc>
                <a:spcPct val="100000"/>
              </a:lnSpc>
              <a:spcBef>
                <a:spcPct val="50000"/>
              </a:spcBef>
              <a:spcAft>
                <a:spcPct val="0"/>
              </a:spcAft>
              <a:buClr>
                <a:srgbClr val="000000"/>
              </a:buClr>
              <a:buSzPct val="100000"/>
              <a:buFontTx/>
              <a:buNone/>
              <a:tabLst/>
              <a:defRPr/>
            </a:pPr>
            <a:r>
              <a:rPr kumimoji="0" lang="en-US" sz="800" b="0" i="0" u="none" strike="noStrike" kern="0" cap="none" spc="0" normalizeH="0" baseline="0" noProof="0">
                <a:ln>
                  <a:noFill/>
                </a:ln>
                <a:solidFill>
                  <a:srgbClr val="000000">
                    <a:lumMod val="95000"/>
                    <a:lumOff val="5000"/>
                  </a:srgbClr>
                </a:solidFill>
                <a:effectLst/>
                <a:uLnTx/>
                <a:uFillTx/>
                <a:latin typeface="72 Brand" panose="020B0504030603020204" pitchFamily="34" charset="0"/>
                <a:ea typeface="72 Brand" pitchFamily="34" charset="-128"/>
                <a:cs typeface="72 Brand" pitchFamily="34" charset="-128"/>
              </a:rPr>
              <a:t>ERP</a:t>
            </a:r>
            <a:br>
              <a:rPr kumimoji="0" lang="en-US" sz="800" b="0" i="0" u="none" strike="noStrike" kern="0" cap="none" spc="0" normalizeH="0" baseline="0" noProof="0">
                <a:ln>
                  <a:noFill/>
                </a:ln>
                <a:solidFill>
                  <a:srgbClr val="000000">
                    <a:lumMod val="95000"/>
                    <a:lumOff val="5000"/>
                  </a:srgbClr>
                </a:solidFill>
                <a:effectLst/>
                <a:uLnTx/>
                <a:uFillTx/>
                <a:latin typeface="72 Brand" panose="020B0504030603020204" pitchFamily="34" charset="0"/>
                <a:ea typeface="72 Brand" pitchFamily="34" charset="-128"/>
                <a:cs typeface="72 Brand" pitchFamily="34" charset="-128"/>
              </a:rPr>
            </a:br>
            <a:r>
              <a:rPr kumimoji="0" lang="en-US" sz="800" b="0" i="0" u="none" strike="noStrike" kern="0" cap="none" spc="0" normalizeH="0" baseline="0" noProof="0">
                <a:ln>
                  <a:noFill/>
                </a:ln>
                <a:solidFill>
                  <a:srgbClr val="000000">
                    <a:lumMod val="95000"/>
                    <a:lumOff val="5000"/>
                  </a:srgbClr>
                </a:solidFill>
                <a:effectLst/>
                <a:uLnTx/>
                <a:uFillTx/>
                <a:latin typeface="72 Brand" panose="020B0504030603020204" pitchFamily="34" charset="0"/>
                <a:ea typeface="72 Brand" pitchFamily="34" charset="-128"/>
                <a:cs typeface="72 Brand" pitchFamily="34" charset="-128"/>
              </a:rPr>
              <a:t>Automation</a:t>
            </a:r>
          </a:p>
        </p:txBody>
      </p:sp>
      <p:pic>
        <p:nvPicPr>
          <p:cNvPr id="53" name="Graphic 52" descr="User with solid fill">
            <a:extLst>
              <a:ext uri="{FF2B5EF4-FFF2-40B4-BE49-F238E27FC236}">
                <a16:creationId xmlns:a16="http://schemas.microsoft.com/office/drawing/2014/main" id="{C7C1FA1E-33B0-8226-C1E6-505F727010BE}"/>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0739402" y="5232024"/>
            <a:ext cx="302061" cy="302061"/>
          </a:xfrm>
          <a:prstGeom prst="rect">
            <a:avLst/>
          </a:prstGeom>
        </p:spPr>
      </p:pic>
      <p:sp>
        <p:nvSpPr>
          <p:cNvPr id="54" name="TextBox 53">
            <a:extLst>
              <a:ext uri="{FF2B5EF4-FFF2-40B4-BE49-F238E27FC236}">
                <a16:creationId xmlns:a16="http://schemas.microsoft.com/office/drawing/2014/main" id="{F85AEFF0-1D42-EC6B-0294-05B07919092F}"/>
              </a:ext>
            </a:extLst>
          </p:cNvPr>
          <p:cNvSpPr txBox="1"/>
          <p:nvPr/>
        </p:nvSpPr>
        <p:spPr>
          <a:xfrm>
            <a:off x="11149999" y="5261178"/>
            <a:ext cx="607422" cy="246221"/>
          </a:xfrm>
          <a:prstGeom prst="rect">
            <a:avLst/>
          </a:prstGeom>
          <a:noFill/>
          <a:ln w="28575">
            <a:noFill/>
          </a:ln>
        </p:spPr>
        <p:txBody>
          <a:bodyPr wrap="square" lIns="0" tIns="0" rIns="0" bIns="0" rtlCol="0">
            <a:spAutoFit/>
          </a:bodyPr>
          <a:lstStyle/>
          <a:p>
            <a:pPr marL="0" marR="0" lvl="0" indent="0" algn="l" defTabSz="1088449" rtl="0" eaLnBrk="1" fontAlgn="base" latinLnBrk="0" hangingPunct="1">
              <a:lnSpc>
                <a:spcPct val="100000"/>
              </a:lnSpc>
              <a:spcBef>
                <a:spcPct val="50000"/>
              </a:spcBef>
              <a:spcAft>
                <a:spcPct val="0"/>
              </a:spcAft>
              <a:buClr>
                <a:srgbClr val="000000"/>
              </a:buClr>
              <a:buSzPct val="100000"/>
              <a:buFontTx/>
              <a:buNone/>
              <a:tabLst/>
              <a:defRPr/>
            </a:pPr>
            <a:r>
              <a:rPr kumimoji="0" lang="en-US" sz="800" b="0" i="0" u="none" strike="noStrike" kern="0" cap="none" spc="0" normalizeH="0" baseline="0" noProof="0">
                <a:ln>
                  <a:noFill/>
                </a:ln>
                <a:solidFill>
                  <a:srgbClr val="000000">
                    <a:lumMod val="95000"/>
                    <a:lumOff val="5000"/>
                  </a:srgbClr>
                </a:solidFill>
                <a:effectLst/>
                <a:uLnTx/>
                <a:uFillTx/>
                <a:latin typeface="72 Brand" panose="020B0504030603020204" pitchFamily="34" charset="0"/>
                <a:ea typeface="72 Brand" pitchFamily="34" charset="-128"/>
                <a:cs typeface="72 Brand" pitchFamily="34" charset="-128"/>
              </a:rPr>
              <a:t>Manual Activity</a:t>
            </a:r>
          </a:p>
        </p:txBody>
      </p:sp>
      <p:sp>
        <p:nvSpPr>
          <p:cNvPr id="9" name="TextBox 8">
            <a:extLst>
              <a:ext uri="{FF2B5EF4-FFF2-40B4-BE49-F238E27FC236}">
                <a16:creationId xmlns:a16="http://schemas.microsoft.com/office/drawing/2014/main" id="{33CF2A7C-0465-4671-70C5-21ACAF2533D4}"/>
              </a:ext>
            </a:extLst>
          </p:cNvPr>
          <p:cNvSpPr txBox="1"/>
          <p:nvPr/>
        </p:nvSpPr>
        <p:spPr>
          <a:xfrm>
            <a:off x="11149999" y="4923037"/>
            <a:ext cx="607422" cy="246221"/>
          </a:xfrm>
          <a:prstGeom prst="rect">
            <a:avLst/>
          </a:prstGeom>
          <a:noFill/>
          <a:ln w="28575">
            <a:noFill/>
          </a:ln>
        </p:spPr>
        <p:txBody>
          <a:bodyPr wrap="square" lIns="0" tIns="0" rIns="0" bIns="0" rtlCol="0">
            <a:spAutoFit/>
          </a:bodyPr>
          <a:lstStyle/>
          <a:p>
            <a:pPr marL="0" marR="0" lvl="0" indent="0" algn="l" defTabSz="1088449" rtl="0" eaLnBrk="1" fontAlgn="base" latinLnBrk="0" hangingPunct="1">
              <a:lnSpc>
                <a:spcPct val="100000"/>
              </a:lnSpc>
              <a:spcBef>
                <a:spcPct val="50000"/>
              </a:spcBef>
              <a:spcAft>
                <a:spcPct val="0"/>
              </a:spcAft>
              <a:buClr>
                <a:srgbClr val="000000"/>
              </a:buClr>
              <a:buSzPct val="100000"/>
              <a:buFontTx/>
              <a:buNone/>
              <a:tabLst/>
              <a:defRPr/>
            </a:pPr>
            <a:r>
              <a:rPr kumimoji="0" lang="en-US" sz="800" b="0" i="0" u="none" strike="noStrike" kern="0" cap="none" spc="0" normalizeH="0" baseline="0" noProof="0">
                <a:ln>
                  <a:noFill/>
                </a:ln>
                <a:solidFill>
                  <a:srgbClr val="000000">
                    <a:lumMod val="95000"/>
                    <a:lumOff val="5000"/>
                  </a:srgbClr>
                </a:solidFill>
                <a:effectLst/>
                <a:uLnTx/>
                <a:uFillTx/>
                <a:latin typeface="72 Brand" panose="020B0504030603020204" pitchFamily="34" charset="0"/>
                <a:ea typeface="72 Brand" pitchFamily="34" charset="-128"/>
                <a:cs typeface="72 Brand" pitchFamily="34" charset="-128"/>
              </a:rPr>
              <a:t>Autonomous Process</a:t>
            </a:r>
          </a:p>
        </p:txBody>
      </p:sp>
      <p:sp>
        <p:nvSpPr>
          <p:cNvPr id="10" name="Rounded Rectangle">
            <a:extLst>
              <a:ext uri="{FF2B5EF4-FFF2-40B4-BE49-F238E27FC236}">
                <a16:creationId xmlns:a16="http://schemas.microsoft.com/office/drawing/2014/main" id="{415A7769-8956-1041-9938-7218B740E969}"/>
              </a:ext>
            </a:extLst>
          </p:cNvPr>
          <p:cNvSpPr/>
          <p:nvPr/>
        </p:nvSpPr>
        <p:spPr>
          <a:xfrm>
            <a:off x="10704708" y="5994941"/>
            <a:ext cx="1094425" cy="218355"/>
          </a:xfrm>
          <a:prstGeom prst="roundRect">
            <a:avLst>
              <a:gd name="adj" fmla="val 43259"/>
            </a:avLst>
          </a:prstGeom>
          <a:solidFill>
            <a:srgbClr val="D9C9FF"/>
          </a:solidFill>
          <a:ln w="25400" algn="ctr">
            <a:noFill/>
            <a:miter lim="800000"/>
            <a:headEnd/>
            <a:tailEnd/>
          </a:ln>
        </p:spPr>
        <p:txBody>
          <a:bodyPr lIns="0" tIns="146266" rIns="0" bIns="146266" rtlCol="0" anchor="ctr" anchorCtr="0"/>
          <a:lstStyle/>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72" panose="020B0503030000000003" pitchFamily="34" charset="0"/>
              </a:rPr>
              <a:t>Agent Capability</a:t>
            </a:r>
          </a:p>
        </p:txBody>
      </p:sp>
      <p:sp>
        <p:nvSpPr>
          <p:cNvPr id="6" name="TextBox 5">
            <a:extLst>
              <a:ext uri="{FF2B5EF4-FFF2-40B4-BE49-F238E27FC236}">
                <a16:creationId xmlns:a16="http://schemas.microsoft.com/office/drawing/2014/main" id="{E0811E81-E989-8CD0-1FBC-A67B1B57BBC2}"/>
              </a:ext>
            </a:extLst>
          </p:cNvPr>
          <p:cNvSpPr txBox="1"/>
          <p:nvPr/>
        </p:nvSpPr>
        <p:spPr>
          <a:xfrm>
            <a:off x="11149999" y="4447101"/>
            <a:ext cx="607422" cy="246221"/>
          </a:xfrm>
          <a:prstGeom prst="rect">
            <a:avLst/>
          </a:prstGeom>
          <a:noFill/>
          <a:ln w="28575">
            <a:noFill/>
          </a:ln>
        </p:spPr>
        <p:txBody>
          <a:bodyPr wrap="square" lIns="0" tIns="0" rIns="0" bIns="0" rtlCol="0">
            <a:spAutoFit/>
          </a:bodyPr>
          <a:lstStyle/>
          <a:p>
            <a:pPr marL="0" marR="0" lvl="0" indent="0" algn="l" defTabSz="1088449" rtl="0" eaLnBrk="1" fontAlgn="base" latinLnBrk="0" hangingPunct="1">
              <a:lnSpc>
                <a:spcPct val="100000"/>
              </a:lnSpc>
              <a:spcBef>
                <a:spcPct val="50000"/>
              </a:spcBef>
              <a:spcAft>
                <a:spcPct val="0"/>
              </a:spcAft>
              <a:buClr>
                <a:srgbClr val="000000"/>
              </a:buClr>
              <a:buSzPct val="100000"/>
              <a:buFontTx/>
              <a:buNone/>
              <a:tabLst/>
              <a:defRPr/>
            </a:pPr>
            <a:r>
              <a:rPr kumimoji="0" lang="en-US" sz="800" b="0" i="0" u="none" strike="noStrike" kern="0" cap="none" spc="0" normalizeH="0" baseline="0" noProof="0">
                <a:ln>
                  <a:noFill/>
                </a:ln>
                <a:solidFill>
                  <a:srgbClr val="000000">
                    <a:lumMod val="95000"/>
                    <a:lumOff val="5000"/>
                  </a:srgbClr>
                </a:solidFill>
                <a:effectLst/>
                <a:uLnTx/>
                <a:uFillTx/>
                <a:latin typeface="72 Brand" panose="020B0504030603020204" pitchFamily="34" charset="0"/>
                <a:ea typeface="72 Brand" pitchFamily="34" charset="-128"/>
                <a:cs typeface="72 Brand" pitchFamily="34" charset="-128"/>
              </a:rPr>
              <a:t>Human in the Loop (HITL)</a:t>
            </a:r>
          </a:p>
        </p:txBody>
      </p:sp>
      <p:grpSp>
        <p:nvGrpSpPr>
          <p:cNvPr id="167" name="Group 166">
            <a:extLst>
              <a:ext uri="{FF2B5EF4-FFF2-40B4-BE49-F238E27FC236}">
                <a16:creationId xmlns:a16="http://schemas.microsoft.com/office/drawing/2014/main" id="{AA4BC245-FD49-0399-3BEA-6815E19D2228}"/>
              </a:ext>
            </a:extLst>
          </p:cNvPr>
          <p:cNvGrpSpPr/>
          <p:nvPr/>
        </p:nvGrpSpPr>
        <p:grpSpPr>
          <a:xfrm>
            <a:off x="10699994" y="4379673"/>
            <a:ext cx="380876" cy="381077"/>
            <a:chOff x="3108394" y="3359469"/>
            <a:chExt cx="475488" cy="475739"/>
          </a:xfrm>
        </p:grpSpPr>
        <p:sp>
          <p:nvSpPr>
            <p:cNvPr id="168" name="Oval 167">
              <a:extLst>
                <a:ext uri="{FF2B5EF4-FFF2-40B4-BE49-F238E27FC236}">
                  <a16:creationId xmlns:a16="http://schemas.microsoft.com/office/drawing/2014/main" id="{C6632E62-674B-F3F4-48EE-2FA051DE7E7B}"/>
                </a:ext>
              </a:extLst>
            </p:cNvPr>
            <p:cNvSpPr/>
            <p:nvPr/>
          </p:nvSpPr>
          <p:spPr bwMode="gray">
            <a:xfrm>
              <a:off x="3108394" y="3359469"/>
              <a:ext cx="475488" cy="475739"/>
            </a:xfrm>
            <a:prstGeom prst="ellipse">
              <a:avLst/>
            </a:prstGeom>
            <a:solidFill>
              <a:schemeClr val="accent1"/>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169" name="Graphic 41" descr="ID 298876 - person with checkmark at lower right">
              <a:extLst>
                <a:ext uri="{FF2B5EF4-FFF2-40B4-BE49-F238E27FC236}">
                  <a16:creationId xmlns:a16="http://schemas.microsoft.com/office/drawing/2014/main" id="{D0305ABA-9D56-77F0-DFE8-34BF9B953999}"/>
                </a:ext>
              </a:extLst>
            </p:cNvPr>
            <p:cNvPicPr>
              <a:picLocks noChangeAspect="1"/>
            </p:cNvPicPr>
            <p:nvPr>
              <p:custDataLst>
                <p:tags r:id="rId5"/>
              </p:custDataLst>
            </p:nvPr>
          </p:nvPicPr>
          <p:blipFill>
            <a:blip>
              <a:extLst>
                <a:ext uri="{96DAC541-7B7A-43D3-8B79-37D633B846F1}">
                  <asvg:svgBlip xmlns:asvg="http://schemas.microsoft.com/office/drawing/2016/SVG/main" r:embed="rId13"/>
                </a:ext>
              </a:extLst>
            </a:blip>
            <a:srcRect/>
            <a:stretch>
              <a:fillRect/>
            </a:stretch>
          </p:blipFill>
          <p:spPr>
            <a:xfrm>
              <a:off x="3195108" y="3446308"/>
              <a:ext cx="302061" cy="302061"/>
            </a:xfrm>
            <a:prstGeom prst="rect">
              <a:avLst/>
            </a:prstGeom>
          </p:spPr>
        </p:pic>
      </p:grpSp>
      <p:pic>
        <p:nvPicPr>
          <p:cNvPr id="178" name="Graphic 43">
            <a:extLst>
              <a:ext uri="{FF2B5EF4-FFF2-40B4-BE49-F238E27FC236}">
                <a16:creationId xmlns:a16="http://schemas.microsoft.com/office/drawing/2014/main" id="{EDEFFC87-BF07-D83E-483F-6ADC508F745F}"/>
              </a:ext>
            </a:extLst>
          </p:cNvPr>
          <p:cNvPicPr>
            <a:picLocks noChangeAspect="1"/>
          </p:cNvPicPr>
          <p:nvPr/>
        </p:nvPicPr>
        <p:blipFill>
          <a:blip>
            <a:extLst>
              <a:ext uri="{96DAC541-7B7A-43D3-8B79-37D633B846F1}">
                <asvg:svgBlip xmlns:asvg="http://schemas.microsoft.com/office/drawing/2016/SVG/main" r:embed="rId14"/>
              </a:ext>
            </a:extLst>
          </a:blip>
          <a:srcRect/>
          <a:stretch/>
        </p:blipFill>
        <p:spPr>
          <a:xfrm>
            <a:off x="10761317" y="4917034"/>
            <a:ext cx="258231" cy="258228"/>
          </a:xfrm>
          <a:prstGeom prst="rect">
            <a:avLst/>
          </a:prstGeom>
          <a:effectLst/>
        </p:spPr>
      </p:pic>
      <p:grpSp>
        <p:nvGrpSpPr>
          <p:cNvPr id="179" name="Group 178">
            <a:extLst>
              <a:ext uri="{FF2B5EF4-FFF2-40B4-BE49-F238E27FC236}">
                <a16:creationId xmlns:a16="http://schemas.microsoft.com/office/drawing/2014/main" id="{BA0D4B96-A785-8A8E-C7CA-8CFF2E427474}"/>
              </a:ext>
            </a:extLst>
          </p:cNvPr>
          <p:cNvGrpSpPr/>
          <p:nvPr/>
        </p:nvGrpSpPr>
        <p:grpSpPr>
          <a:xfrm>
            <a:off x="3364604" y="5364858"/>
            <a:ext cx="380876" cy="381077"/>
            <a:chOff x="3108394" y="3359469"/>
            <a:chExt cx="475488" cy="475739"/>
          </a:xfrm>
        </p:grpSpPr>
        <p:sp>
          <p:nvSpPr>
            <p:cNvPr id="180" name="Oval 179">
              <a:extLst>
                <a:ext uri="{FF2B5EF4-FFF2-40B4-BE49-F238E27FC236}">
                  <a16:creationId xmlns:a16="http://schemas.microsoft.com/office/drawing/2014/main" id="{43B55506-22C9-4207-B445-147EB3D46F05}"/>
                </a:ext>
              </a:extLst>
            </p:cNvPr>
            <p:cNvSpPr/>
            <p:nvPr/>
          </p:nvSpPr>
          <p:spPr bwMode="gray">
            <a:xfrm>
              <a:off x="3108394" y="3359469"/>
              <a:ext cx="475488" cy="475739"/>
            </a:xfrm>
            <a:prstGeom prst="ellipse">
              <a:avLst/>
            </a:prstGeom>
            <a:solidFill>
              <a:schemeClr val="accent1"/>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181" name="Graphic 41" descr="ID 298876 - person with checkmark at lower right">
              <a:extLst>
                <a:ext uri="{FF2B5EF4-FFF2-40B4-BE49-F238E27FC236}">
                  <a16:creationId xmlns:a16="http://schemas.microsoft.com/office/drawing/2014/main" id="{3E979569-BC9B-ADF1-6FFB-5FCFC056D940}"/>
                </a:ext>
              </a:extLst>
            </p:cNvPr>
            <p:cNvPicPr>
              <a:picLocks noChangeAspect="1"/>
            </p:cNvPicPr>
            <p:nvPr>
              <p:custDataLst>
                <p:tags r:id="rId4"/>
              </p:custDataLst>
            </p:nvPr>
          </p:nvPicPr>
          <p:blipFill>
            <a:blip>
              <a:extLst>
                <a:ext uri="{96DAC541-7B7A-43D3-8B79-37D633B846F1}">
                  <asvg:svgBlip xmlns:asvg="http://schemas.microsoft.com/office/drawing/2016/SVG/main" r:embed="rId13"/>
                </a:ext>
              </a:extLst>
            </a:blip>
            <a:srcRect/>
            <a:stretch>
              <a:fillRect/>
            </a:stretch>
          </p:blipFill>
          <p:spPr>
            <a:xfrm>
              <a:off x="3195108" y="3446308"/>
              <a:ext cx="302061" cy="302061"/>
            </a:xfrm>
            <a:prstGeom prst="rect">
              <a:avLst/>
            </a:prstGeom>
          </p:spPr>
        </p:pic>
      </p:grpSp>
      <p:sp>
        <p:nvSpPr>
          <p:cNvPr id="116" name="Rounded Rectangle">
            <a:extLst>
              <a:ext uri="{FF2B5EF4-FFF2-40B4-BE49-F238E27FC236}">
                <a16:creationId xmlns:a16="http://schemas.microsoft.com/office/drawing/2014/main" id="{6A68B675-ED03-2834-5C51-97B8193CC937}"/>
              </a:ext>
            </a:extLst>
          </p:cNvPr>
          <p:cNvSpPr/>
          <p:nvPr/>
        </p:nvSpPr>
        <p:spPr>
          <a:xfrm>
            <a:off x="5739254" y="4174221"/>
            <a:ext cx="1673352" cy="643986"/>
          </a:xfrm>
          <a:prstGeom prst="rect">
            <a:avLst/>
          </a:prstGeom>
          <a:solidFill>
            <a:srgbClr val="AE9BFF"/>
          </a:solidFill>
          <a:ln w="25400" algn="ctr">
            <a:noFill/>
            <a:miter lim="800000"/>
            <a:headEnd/>
            <a:tailEnd/>
          </a:ln>
        </p:spPr>
        <p:txBody>
          <a:bodyPr lIns="0" tIns="146266" rIns="0" bIns="146266" rtlCol="0" anchor="ctr" anchorCtr="0"/>
          <a:lstStyle/>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Post Reserves </a:t>
            </a:r>
          </a:p>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and Transfers</a:t>
            </a:r>
          </a:p>
        </p:txBody>
      </p:sp>
      <p:cxnSp>
        <p:nvCxnSpPr>
          <p:cNvPr id="117" name="Connector: Elbow 4">
            <a:extLst>
              <a:ext uri="{FF2B5EF4-FFF2-40B4-BE49-F238E27FC236}">
                <a16:creationId xmlns:a16="http://schemas.microsoft.com/office/drawing/2014/main" id="{8D87C7C3-013C-CEBE-2D0A-5800CA531F43}"/>
              </a:ext>
            </a:extLst>
          </p:cNvPr>
          <p:cNvCxnSpPr>
            <a:cxnSpLocks/>
          </p:cNvCxnSpPr>
          <p:nvPr/>
        </p:nvCxnSpPr>
        <p:spPr>
          <a:xfrm>
            <a:off x="6575930" y="3990080"/>
            <a:ext cx="0" cy="173736"/>
          </a:xfrm>
          <a:prstGeom prst="straightConnector1">
            <a:avLst/>
          </a:prstGeom>
          <a:ln w="31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18" name="Rounded Rectangle">
            <a:extLst>
              <a:ext uri="{FF2B5EF4-FFF2-40B4-BE49-F238E27FC236}">
                <a16:creationId xmlns:a16="http://schemas.microsoft.com/office/drawing/2014/main" id="{EA901C11-4D55-E25C-DE25-D5724E41A5E7}"/>
              </a:ext>
            </a:extLst>
          </p:cNvPr>
          <p:cNvSpPr/>
          <p:nvPr/>
        </p:nvSpPr>
        <p:spPr>
          <a:xfrm>
            <a:off x="5739254" y="3346094"/>
            <a:ext cx="1673352" cy="643986"/>
          </a:xfrm>
          <a:prstGeom prst="rect">
            <a:avLst/>
          </a:prstGeom>
          <a:solidFill>
            <a:srgbClr val="AE9BFF"/>
          </a:solidFill>
          <a:ln w="25400" algn="ctr">
            <a:noFill/>
            <a:miter lim="800000"/>
            <a:headEnd/>
            <a:tailEnd/>
          </a:ln>
        </p:spPr>
        <p:txBody>
          <a:bodyPr lIns="0" tIns="146266" rIns="0" bIns="146266" rtlCol="0" anchor="ctr" anchorCtr="0"/>
          <a:lstStyle/>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Post Accruals </a:t>
            </a:r>
          </a:p>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and Valuations</a:t>
            </a:r>
          </a:p>
        </p:txBody>
      </p:sp>
      <p:pic>
        <p:nvPicPr>
          <p:cNvPr id="126" name="Graphic 125" descr="Single gear with solid fill">
            <a:extLst>
              <a:ext uri="{FF2B5EF4-FFF2-40B4-BE49-F238E27FC236}">
                <a16:creationId xmlns:a16="http://schemas.microsoft.com/office/drawing/2014/main" id="{C019EA55-E6A7-A49E-A967-6A01A7F53F85}"/>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760097" y="3370411"/>
            <a:ext cx="358634" cy="358634"/>
          </a:xfrm>
          <a:prstGeom prst="rect">
            <a:avLst/>
          </a:prstGeom>
        </p:spPr>
      </p:pic>
      <p:sp>
        <p:nvSpPr>
          <p:cNvPr id="127" name="Rounded Rectangle">
            <a:extLst>
              <a:ext uri="{FF2B5EF4-FFF2-40B4-BE49-F238E27FC236}">
                <a16:creationId xmlns:a16="http://schemas.microsoft.com/office/drawing/2014/main" id="{09F3A14C-D405-53FB-8575-03A2A90DE3E3}"/>
              </a:ext>
            </a:extLst>
          </p:cNvPr>
          <p:cNvSpPr/>
          <p:nvPr/>
        </p:nvSpPr>
        <p:spPr>
          <a:xfrm>
            <a:off x="5739254" y="5008253"/>
            <a:ext cx="1673352" cy="643986"/>
          </a:xfrm>
          <a:prstGeom prst="rect">
            <a:avLst/>
          </a:prstGeom>
          <a:solidFill>
            <a:srgbClr val="AE9BFF"/>
          </a:solidFill>
          <a:ln w="25400" algn="ctr">
            <a:noFill/>
            <a:miter lim="800000"/>
            <a:headEnd/>
            <a:tailEnd/>
          </a:ln>
        </p:spPr>
        <p:txBody>
          <a:bodyPr lIns="0" tIns="146266" rIns="0" bIns="146266" rtlCol="0" anchor="ctr" anchorCtr="0"/>
          <a:lstStyle/>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Intercompany </a:t>
            </a:r>
          </a:p>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Matching </a:t>
            </a:r>
          </a:p>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144A"/>
                </a:solidFill>
                <a:effectLst/>
                <a:uLnTx/>
                <a:uFillTx/>
                <a:latin typeface="Arial"/>
                <a:ea typeface="+mn-ea"/>
                <a:cs typeface="72" panose="020B0503030000000003" pitchFamily="34" charset="0"/>
              </a:rPr>
              <a:t>and Reconciliation</a:t>
            </a:r>
          </a:p>
        </p:txBody>
      </p:sp>
      <p:pic>
        <p:nvPicPr>
          <p:cNvPr id="128" name="Graphic 127" descr="User with solid fill">
            <a:extLst>
              <a:ext uri="{FF2B5EF4-FFF2-40B4-BE49-F238E27FC236}">
                <a16:creationId xmlns:a16="http://schemas.microsoft.com/office/drawing/2014/main" id="{61A74D92-34D8-210E-3472-6E74D18FAC76}"/>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133623" y="5013591"/>
            <a:ext cx="302061" cy="302061"/>
          </a:xfrm>
          <a:prstGeom prst="rect">
            <a:avLst/>
          </a:prstGeom>
        </p:spPr>
      </p:pic>
      <p:pic>
        <p:nvPicPr>
          <p:cNvPr id="129" name="Graphic 128" descr="Single gear with solid fill">
            <a:extLst>
              <a:ext uri="{FF2B5EF4-FFF2-40B4-BE49-F238E27FC236}">
                <a16:creationId xmlns:a16="http://schemas.microsoft.com/office/drawing/2014/main" id="{0B3597B1-6A26-5C6B-59B3-A74FA6E808DF}"/>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716176" y="5003564"/>
            <a:ext cx="358634" cy="358634"/>
          </a:xfrm>
          <a:prstGeom prst="rect">
            <a:avLst/>
          </a:prstGeom>
        </p:spPr>
      </p:pic>
      <p:cxnSp>
        <p:nvCxnSpPr>
          <p:cNvPr id="130" name="Connector: Elbow 4">
            <a:extLst>
              <a:ext uri="{FF2B5EF4-FFF2-40B4-BE49-F238E27FC236}">
                <a16:creationId xmlns:a16="http://schemas.microsoft.com/office/drawing/2014/main" id="{1F30A5DE-EB98-2E82-D17D-45C3B1ED0387}"/>
              </a:ext>
            </a:extLst>
          </p:cNvPr>
          <p:cNvCxnSpPr>
            <a:cxnSpLocks/>
            <a:stCxn id="116" idx="2"/>
          </p:cNvCxnSpPr>
          <p:nvPr/>
        </p:nvCxnSpPr>
        <p:spPr>
          <a:xfrm>
            <a:off x="6575930" y="4818207"/>
            <a:ext cx="0" cy="173736"/>
          </a:xfrm>
          <a:prstGeom prst="straightConnector1">
            <a:avLst/>
          </a:prstGeom>
          <a:ln w="31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31" name="Connector: Elbow 4">
            <a:extLst>
              <a:ext uri="{FF2B5EF4-FFF2-40B4-BE49-F238E27FC236}">
                <a16:creationId xmlns:a16="http://schemas.microsoft.com/office/drawing/2014/main" id="{39EB5907-2E55-9354-F7B6-1A7FDE58853F}"/>
              </a:ext>
            </a:extLst>
          </p:cNvPr>
          <p:cNvCxnSpPr>
            <a:cxnSpLocks/>
          </p:cNvCxnSpPr>
          <p:nvPr/>
        </p:nvCxnSpPr>
        <p:spPr>
          <a:xfrm flipV="1">
            <a:off x="7389711" y="6182944"/>
            <a:ext cx="259354" cy="2236"/>
          </a:xfrm>
          <a:prstGeom prst="straightConnector1">
            <a:avLst/>
          </a:prstGeom>
          <a:ln w="31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32" name="Connector: Elbow 4">
            <a:extLst>
              <a:ext uri="{FF2B5EF4-FFF2-40B4-BE49-F238E27FC236}">
                <a16:creationId xmlns:a16="http://schemas.microsoft.com/office/drawing/2014/main" id="{0768E4DC-2F3B-B520-B7A1-2BC3BB6672D1}"/>
              </a:ext>
            </a:extLst>
          </p:cNvPr>
          <p:cNvCxnSpPr>
            <a:cxnSpLocks/>
          </p:cNvCxnSpPr>
          <p:nvPr/>
        </p:nvCxnSpPr>
        <p:spPr>
          <a:xfrm flipV="1">
            <a:off x="7657550" y="2222774"/>
            <a:ext cx="0" cy="3960170"/>
          </a:xfrm>
          <a:prstGeom prst="straightConnector1">
            <a:avLst/>
          </a:prstGeom>
          <a:ln w="31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161" name="Group 160">
            <a:extLst>
              <a:ext uri="{FF2B5EF4-FFF2-40B4-BE49-F238E27FC236}">
                <a16:creationId xmlns:a16="http://schemas.microsoft.com/office/drawing/2014/main" id="{0E264C1E-226D-2AD2-A857-424F41319814}"/>
              </a:ext>
            </a:extLst>
          </p:cNvPr>
          <p:cNvGrpSpPr/>
          <p:nvPr/>
        </p:nvGrpSpPr>
        <p:grpSpPr>
          <a:xfrm>
            <a:off x="7473411" y="5053870"/>
            <a:ext cx="380876" cy="381077"/>
            <a:chOff x="3108394" y="3359469"/>
            <a:chExt cx="475488" cy="475739"/>
          </a:xfrm>
        </p:grpSpPr>
        <p:sp>
          <p:nvSpPr>
            <p:cNvPr id="162" name="Oval 161">
              <a:extLst>
                <a:ext uri="{FF2B5EF4-FFF2-40B4-BE49-F238E27FC236}">
                  <a16:creationId xmlns:a16="http://schemas.microsoft.com/office/drawing/2014/main" id="{D9C4549D-478F-1AE6-153B-1AC5A26A01B3}"/>
                </a:ext>
              </a:extLst>
            </p:cNvPr>
            <p:cNvSpPr/>
            <p:nvPr/>
          </p:nvSpPr>
          <p:spPr bwMode="gray">
            <a:xfrm>
              <a:off x="3108394" y="3359469"/>
              <a:ext cx="475488" cy="475739"/>
            </a:xfrm>
            <a:prstGeom prst="ellipse">
              <a:avLst/>
            </a:prstGeom>
            <a:solidFill>
              <a:schemeClr val="accent1"/>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163" name="Graphic 41" descr="ID 298876 - person with checkmark at lower right">
              <a:extLst>
                <a:ext uri="{FF2B5EF4-FFF2-40B4-BE49-F238E27FC236}">
                  <a16:creationId xmlns:a16="http://schemas.microsoft.com/office/drawing/2014/main" id="{72F43456-5B0A-9EB9-7F32-45C9A87C5338}"/>
                </a:ext>
              </a:extLst>
            </p:cNvPr>
            <p:cNvPicPr>
              <a:picLocks noChangeAspect="1"/>
            </p:cNvPicPr>
            <p:nvPr>
              <p:custDataLst>
                <p:tags r:id="rId3"/>
              </p:custDataLst>
            </p:nvPr>
          </p:nvPicPr>
          <p:blipFill>
            <a:blip>
              <a:extLst>
                <a:ext uri="{96DAC541-7B7A-43D3-8B79-37D633B846F1}">
                  <asvg:svgBlip xmlns:asvg="http://schemas.microsoft.com/office/drawing/2016/SVG/main" r:embed="rId13"/>
                </a:ext>
              </a:extLst>
            </a:blip>
            <a:srcRect/>
            <a:stretch>
              <a:fillRect/>
            </a:stretch>
          </p:blipFill>
          <p:spPr>
            <a:xfrm>
              <a:off x="3195108" y="3446308"/>
              <a:ext cx="302061" cy="302061"/>
            </a:xfrm>
            <a:prstGeom prst="rect">
              <a:avLst/>
            </a:prstGeom>
          </p:spPr>
        </p:pic>
      </p:grpSp>
      <p:sp>
        <p:nvSpPr>
          <p:cNvPr id="182" name="Rounded Rectangle">
            <a:extLst>
              <a:ext uri="{FF2B5EF4-FFF2-40B4-BE49-F238E27FC236}">
                <a16:creationId xmlns:a16="http://schemas.microsoft.com/office/drawing/2014/main" id="{906E9608-1099-614B-2D1F-A1FE25BBF6E9}"/>
              </a:ext>
            </a:extLst>
          </p:cNvPr>
          <p:cNvSpPr/>
          <p:nvPr/>
        </p:nvSpPr>
        <p:spPr>
          <a:xfrm>
            <a:off x="5737297" y="5822069"/>
            <a:ext cx="1673352" cy="643986"/>
          </a:xfrm>
          <a:prstGeom prst="rect">
            <a:avLst/>
          </a:prstGeom>
          <a:solidFill>
            <a:srgbClr val="D9C9FF"/>
          </a:solidFill>
          <a:ln w="25400" algn="ctr">
            <a:noFill/>
            <a:miter lim="800000"/>
            <a:headEnd/>
            <a:tailEnd/>
          </a:ln>
        </p:spPr>
        <p:txBody>
          <a:bodyPr lIns="0" tIns="146266" rIns="0" bIns="146266" rtlCol="0" anchor="ctr" anchorCtr="0"/>
          <a:lstStyle/>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72" panose="020B0503030000000003" pitchFamily="34" charset="0"/>
              </a:rPr>
              <a:t>Intercompany </a:t>
            </a:r>
          </a:p>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72" panose="020B0503030000000003" pitchFamily="34" charset="0"/>
              </a:rPr>
              <a:t>matching </a:t>
            </a:r>
          </a:p>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72" panose="020B0503030000000003" pitchFamily="34" charset="0"/>
              </a:rPr>
              <a:t>and reconciliation agent</a:t>
            </a:r>
          </a:p>
        </p:txBody>
      </p:sp>
      <p:cxnSp>
        <p:nvCxnSpPr>
          <p:cNvPr id="183" name="Connector: Elbow 4">
            <a:extLst>
              <a:ext uri="{FF2B5EF4-FFF2-40B4-BE49-F238E27FC236}">
                <a16:creationId xmlns:a16="http://schemas.microsoft.com/office/drawing/2014/main" id="{633BCA04-CB48-BCE4-288D-8A8F7D40C070}"/>
              </a:ext>
            </a:extLst>
          </p:cNvPr>
          <p:cNvCxnSpPr>
            <a:cxnSpLocks/>
          </p:cNvCxnSpPr>
          <p:nvPr/>
        </p:nvCxnSpPr>
        <p:spPr>
          <a:xfrm>
            <a:off x="6573973" y="5648333"/>
            <a:ext cx="0" cy="173736"/>
          </a:xfrm>
          <a:prstGeom prst="straightConnector1">
            <a:avLst/>
          </a:prstGeom>
          <a:ln w="31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pic>
        <p:nvPicPr>
          <p:cNvPr id="184" name="Graphic 43">
            <a:extLst>
              <a:ext uri="{FF2B5EF4-FFF2-40B4-BE49-F238E27FC236}">
                <a16:creationId xmlns:a16="http://schemas.microsoft.com/office/drawing/2014/main" id="{722BC3BB-689C-9746-0182-1D9828936378}"/>
              </a:ext>
            </a:extLst>
          </p:cNvPr>
          <p:cNvPicPr>
            <a:picLocks noChangeAspect="1"/>
          </p:cNvPicPr>
          <p:nvPr/>
        </p:nvPicPr>
        <p:blipFill>
          <a:blip>
            <a:extLst>
              <a:ext uri="{96DAC541-7B7A-43D3-8B79-37D633B846F1}">
                <asvg:svgBlip xmlns:asvg="http://schemas.microsoft.com/office/drawing/2016/SVG/main" r:embed="rId14"/>
              </a:ext>
            </a:extLst>
          </a:blip>
          <a:srcRect/>
          <a:stretch/>
        </p:blipFill>
        <p:spPr>
          <a:xfrm>
            <a:off x="7131480" y="5898525"/>
            <a:ext cx="258231" cy="258228"/>
          </a:xfrm>
          <a:prstGeom prst="rect">
            <a:avLst/>
          </a:prstGeom>
          <a:effectLst/>
        </p:spPr>
      </p:pic>
      <p:grpSp>
        <p:nvGrpSpPr>
          <p:cNvPr id="187" name="Group 186">
            <a:extLst>
              <a:ext uri="{FF2B5EF4-FFF2-40B4-BE49-F238E27FC236}">
                <a16:creationId xmlns:a16="http://schemas.microsoft.com/office/drawing/2014/main" id="{A7B64EE8-0BE3-EC43-5803-B2F299589CE0}"/>
              </a:ext>
            </a:extLst>
          </p:cNvPr>
          <p:cNvGrpSpPr/>
          <p:nvPr/>
        </p:nvGrpSpPr>
        <p:grpSpPr>
          <a:xfrm>
            <a:off x="6988533" y="3373983"/>
            <a:ext cx="380876" cy="381077"/>
            <a:chOff x="3108394" y="3359469"/>
            <a:chExt cx="475488" cy="475739"/>
          </a:xfrm>
        </p:grpSpPr>
        <p:sp>
          <p:nvSpPr>
            <p:cNvPr id="188" name="Oval 187">
              <a:extLst>
                <a:ext uri="{FF2B5EF4-FFF2-40B4-BE49-F238E27FC236}">
                  <a16:creationId xmlns:a16="http://schemas.microsoft.com/office/drawing/2014/main" id="{1835334B-9A55-79C8-2BBB-896D1F2CB9B8}"/>
                </a:ext>
              </a:extLst>
            </p:cNvPr>
            <p:cNvSpPr/>
            <p:nvPr/>
          </p:nvSpPr>
          <p:spPr bwMode="gray">
            <a:xfrm>
              <a:off x="3108394" y="3359469"/>
              <a:ext cx="475488" cy="475739"/>
            </a:xfrm>
            <a:prstGeom prst="ellipse">
              <a:avLst/>
            </a:prstGeom>
            <a:solidFill>
              <a:schemeClr val="accent1"/>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189" name="Graphic 41" descr="ID 298876 - person with checkmark at lower right">
              <a:extLst>
                <a:ext uri="{FF2B5EF4-FFF2-40B4-BE49-F238E27FC236}">
                  <a16:creationId xmlns:a16="http://schemas.microsoft.com/office/drawing/2014/main" id="{547747D9-9BA8-8367-6915-563F5517BCB4}"/>
                </a:ext>
              </a:extLst>
            </p:cNvPr>
            <p:cNvPicPr>
              <a:picLocks noChangeAspect="1"/>
            </p:cNvPicPr>
            <p:nvPr>
              <p:custDataLst>
                <p:tags r:id="rId2"/>
              </p:custDataLst>
            </p:nvPr>
          </p:nvPicPr>
          <p:blipFill>
            <a:blip>
              <a:extLst>
                <a:ext uri="{96DAC541-7B7A-43D3-8B79-37D633B846F1}">
                  <asvg:svgBlip xmlns:asvg="http://schemas.microsoft.com/office/drawing/2016/SVG/main" r:embed="rId13"/>
                </a:ext>
              </a:extLst>
            </a:blip>
            <a:srcRect/>
            <a:stretch>
              <a:fillRect/>
            </a:stretch>
          </p:blipFill>
          <p:spPr>
            <a:xfrm>
              <a:off x="3195108" y="3446308"/>
              <a:ext cx="302061" cy="302061"/>
            </a:xfrm>
            <a:prstGeom prst="rect">
              <a:avLst/>
            </a:prstGeom>
          </p:spPr>
        </p:pic>
      </p:grpSp>
      <p:grpSp>
        <p:nvGrpSpPr>
          <p:cNvPr id="190" name="Group 189">
            <a:extLst>
              <a:ext uri="{FF2B5EF4-FFF2-40B4-BE49-F238E27FC236}">
                <a16:creationId xmlns:a16="http://schemas.microsoft.com/office/drawing/2014/main" id="{27DB4B08-5AAF-884C-C013-C4BEF08AF73C}"/>
              </a:ext>
            </a:extLst>
          </p:cNvPr>
          <p:cNvGrpSpPr/>
          <p:nvPr/>
        </p:nvGrpSpPr>
        <p:grpSpPr>
          <a:xfrm>
            <a:off x="6988533" y="4200272"/>
            <a:ext cx="380876" cy="381077"/>
            <a:chOff x="3108394" y="3359469"/>
            <a:chExt cx="475488" cy="475739"/>
          </a:xfrm>
        </p:grpSpPr>
        <p:sp>
          <p:nvSpPr>
            <p:cNvPr id="191" name="Oval 190">
              <a:extLst>
                <a:ext uri="{FF2B5EF4-FFF2-40B4-BE49-F238E27FC236}">
                  <a16:creationId xmlns:a16="http://schemas.microsoft.com/office/drawing/2014/main" id="{F04AEB8E-DAC6-F47D-6076-DA51CE88DCF1}"/>
                </a:ext>
              </a:extLst>
            </p:cNvPr>
            <p:cNvSpPr/>
            <p:nvPr/>
          </p:nvSpPr>
          <p:spPr bwMode="gray">
            <a:xfrm>
              <a:off x="3108394" y="3359469"/>
              <a:ext cx="475488" cy="475739"/>
            </a:xfrm>
            <a:prstGeom prst="ellipse">
              <a:avLst/>
            </a:prstGeom>
            <a:solidFill>
              <a:schemeClr val="accent1"/>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192" name="Graphic 41" descr="ID 298876 - person with checkmark at lower right">
              <a:extLst>
                <a:ext uri="{FF2B5EF4-FFF2-40B4-BE49-F238E27FC236}">
                  <a16:creationId xmlns:a16="http://schemas.microsoft.com/office/drawing/2014/main" id="{BE5F195E-8D1F-2508-A0BD-0FDB9CC9BD96}"/>
                </a:ext>
              </a:extLst>
            </p:cNvPr>
            <p:cNvPicPr>
              <a:picLocks noChangeAspect="1"/>
            </p:cNvPicPr>
            <p:nvPr>
              <p:custDataLst>
                <p:tags r:id="rId1"/>
              </p:custDataLst>
            </p:nvPr>
          </p:nvPicPr>
          <p:blipFill>
            <a:blip>
              <a:extLst>
                <a:ext uri="{96DAC541-7B7A-43D3-8B79-37D633B846F1}">
                  <asvg:svgBlip xmlns:asvg="http://schemas.microsoft.com/office/drawing/2016/SVG/main" r:embed="rId13"/>
                </a:ext>
              </a:extLst>
            </a:blip>
            <a:srcRect/>
            <a:stretch>
              <a:fillRect/>
            </a:stretch>
          </p:blipFill>
          <p:spPr>
            <a:xfrm>
              <a:off x="3195108" y="3446308"/>
              <a:ext cx="302061" cy="302061"/>
            </a:xfrm>
            <a:prstGeom prst="rect">
              <a:avLst/>
            </a:prstGeom>
          </p:spPr>
        </p:pic>
      </p:grpSp>
      <p:sp>
        <p:nvSpPr>
          <p:cNvPr id="196" name="Rounded Rectangle">
            <a:extLst>
              <a:ext uri="{FF2B5EF4-FFF2-40B4-BE49-F238E27FC236}">
                <a16:creationId xmlns:a16="http://schemas.microsoft.com/office/drawing/2014/main" id="{D5D03B93-171D-20E2-D29E-EEB28A8609B7}"/>
              </a:ext>
            </a:extLst>
          </p:cNvPr>
          <p:cNvSpPr/>
          <p:nvPr/>
        </p:nvSpPr>
        <p:spPr>
          <a:xfrm>
            <a:off x="5748310" y="2223622"/>
            <a:ext cx="1674286" cy="380097"/>
          </a:xfrm>
          <a:prstGeom prst="rect">
            <a:avLst/>
          </a:prstGeom>
          <a:solidFill>
            <a:srgbClr val="D9C9FF"/>
          </a:solidFill>
          <a:ln w="25400" algn="ctr">
            <a:noFill/>
            <a:miter lim="800000"/>
            <a:headEnd/>
            <a:tailEnd/>
          </a:ln>
        </p:spPr>
        <p:txBody>
          <a:bodyPr lIns="0" tIns="146266" rIns="0" bIns="146266" rtlCol="0" anchor="ctr" anchorCtr="0"/>
          <a:lstStyle/>
          <a:p>
            <a:pPr marL="0" marR="0" lvl="0" indent="0" algn="ctr" defTabSz="914126" rtl="0" eaLnBrk="1" fontAlgn="base" latinLnBrk="0" hangingPunct="1">
              <a:lnSpc>
                <a:spcPct val="100000"/>
              </a:lnSpc>
              <a:spcBef>
                <a:spcPct val="50000"/>
              </a:spcBef>
              <a:spcAft>
                <a:spcPct val="0"/>
              </a:spcAft>
              <a:buClr>
                <a:srgbClr val="F0AB00"/>
              </a:buClr>
              <a:buSzPct val="80000"/>
              <a:buFontTx/>
              <a:buNone/>
              <a:tabLst/>
              <a:defRPr/>
            </a:pPr>
            <a:r>
              <a:rPr kumimoji="0" lang="en-US" sz="1000" b="0" i="0" u="none" strike="noStrike" kern="0" cap="none" spc="0" normalizeH="0" baseline="0" noProof="0">
                <a:ln>
                  <a:noFill/>
                </a:ln>
                <a:solidFill>
                  <a:srgbClr val="000000">
                    <a:lumMod val="95000"/>
                    <a:lumOff val="5000"/>
                  </a:srgbClr>
                </a:solidFill>
                <a:effectLst/>
                <a:uLnTx/>
                <a:uFillTx/>
                <a:latin typeface="72 Brand"/>
                <a:ea typeface="72 Brand" pitchFamily="34" charset="-128"/>
                <a:cs typeface="72 Brand" pitchFamily="34" charset="-128"/>
              </a:rPr>
              <a:t>Accruals Agent</a:t>
            </a:r>
          </a:p>
        </p:txBody>
      </p:sp>
      <p:cxnSp>
        <p:nvCxnSpPr>
          <p:cNvPr id="197" name="Connector: Elbow 4">
            <a:extLst>
              <a:ext uri="{FF2B5EF4-FFF2-40B4-BE49-F238E27FC236}">
                <a16:creationId xmlns:a16="http://schemas.microsoft.com/office/drawing/2014/main" id="{906CD64B-B0F0-7C84-4EB9-332FB9F6B5C2}"/>
              </a:ext>
            </a:extLst>
          </p:cNvPr>
          <p:cNvCxnSpPr>
            <a:cxnSpLocks/>
          </p:cNvCxnSpPr>
          <p:nvPr/>
        </p:nvCxnSpPr>
        <p:spPr>
          <a:xfrm>
            <a:off x="6592519" y="2603719"/>
            <a:ext cx="0" cy="175674"/>
          </a:xfrm>
          <a:prstGeom prst="straightConnector1">
            <a:avLst/>
          </a:prstGeom>
          <a:ln w="31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pic>
        <p:nvPicPr>
          <p:cNvPr id="198" name="Graphic 43">
            <a:extLst>
              <a:ext uri="{FF2B5EF4-FFF2-40B4-BE49-F238E27FC236}">
                <a16:creationId xmlns:a16="http://schemas.microsoft.com/office/drawing/2014/main" id="{F9300704-0DDA-1703-D5AA-809C0F74BC4F}"/>
              </a:ext>
            </a:extLst>
          </p:cNvPr>
          <p:cNvPicPr>
            <a:picLocks noChangeAspect="1"/>
          </p:cNvPicPr>
          <p:nvPr/>
        </p:nvPicPr>
        <p:blipFill>
          <a:blip>
            <a:extLst>
              <a:ext uri="{96DAC541-7B7A-43D3-8B79-37D633B846F1}">
                <asvg:svgBlip xmlns:asvg="http://schemas.microsoft.com/office/drawing/2016/SVG/main" r:embed="rId14"/>
              </a:ext>
            </a:extLst>
          </a:blip>
          <a:srcRect/>
          <a:stretch/>
        </p:blipFill>
        <p:spPr>
          <a:xfrm>
            <a:off x="7141318" y="2283198"/>
            <a:ext cx="258231" cy="258228"/>
          </a:xfrm>
          <a:prstGeom prst="rect">
            <a:avLst/>
          </a:prstGeom>
          <a:effectLst/>
        </p:spPr>
      </p:pic>
      <p:sp>
        <p:nvSpPr>
          <p:cNvPr id="199" name="Rounded Rectangle">
            <a:extLst>
              <a:ext uri="{FF2B5EF4-FFF2-40B4-BE49-F238E27FC236}">
                <a16:creationId xmlns:a16="http://schemas.microsoft.com/office/drawing/2014/main" id="{0B186593-588C-731E-521C-88090A70698B}"/>
              </a:ext>
            </a:extLst>
          </p:cNvPr>
          <p:cNvSpPr/>
          <p:nvPr/>
        </p:nvSpPr>
        <p:spPr>
          <a:xfrm>
            <a:off x="5748310" y="2779393"/>
            <a:ext cx="1674286" cy="380097"/>
          </a:xfrm>
          <a:prstGeom prst="rect">
            <a:avLst/>
          </a:prstGeom>
          <a:solidFill>
            <a:srgbClr val="D9C9FF"/>
          </a:solidFill>
          <a:ln w="25400" algn="ctr">
            <a:noFill/>
            <a:miter lim="800000"/>
            <a:headEnd/>
            <a:tailEnd/>
          </a:ln>
        </p:spPr>
        <p:txBody>
          <a:bodyPr lIns="0" tIns="146266" rIns="0" bIns="146266" rtlCol="0" anchor="ctr" anchorCtr="0"/>
          <a:lstStyle/>
          <a:p>
            <a:pPr marL="0" marR="0" lvl="0" indent="0" algn="ctr" defTabSz="914126" rtl="0" eaLnBrk="1" fontAlgn="base" latinLnBrk="0" hangingPunct="1">
              <a:lnSpc>
                <a:spcPct val="100000"/>
              </a:lnSpc>
              <a:spcBef>
                <a:spcPct val="50000"/>
              </a:spcBef>
              <a:spcAft>
                <a:spcPct val="0"/>
              </a:spcAft>
              <a:buClr>
                <a:srgbClr val="F0AB00"/>
              </a:buClr>
              <a:buSzPct val="80000"/>
              <a:buFontTx/>
              <a:buNone/>
              <a:tabLst/>
              <a:defRPr/>
            </a:pPr>
            <a:r>
              <a:rPr kumimoji="0" lang="en-US" sz="1000" b="0" i="0" u="none" strike="noStrike" kern="0" cap="none" spc="0" normalizeH="0" baseline="0" noProof="0">
                <a:ln>
                  <a:noFill/>
                </a:ln>
                <a:solidFill>
                  <a:srgbClr val="000000">
                    <a:lumMod val="95000"/>
                    <a:lumOff val="5000"/>
                  </a:srgbClr>
                </a:solidFill>
                <a:effectLst/>
                <a:uLnTx/>
                <a:uFillTx/>
                <a:latin typeface="72 Brand"/>
                <a:ea typeface="72 Brand" pitchFamily="34" charset="-128"/>
                <a:cs typeface="72 Brand" pitchFamily="34" charset="-128"/>
              </a:rPr>
              <a:t>Journal Entry Agent</a:t>
            </a:r>
          </a:p>
        </p:txBody>
      </p:sp>
      <p:cxnSp>
        <p:nvCxnSpPr>
          <p:cNvPr id="200" name="Connector: Elbow 4">
            <a:extLst>
              <a:ext uri="{FF2B5EF4-FFF2-40B4-BE49-F238E27FC236}">
                <a16:creationId xmlns:a16="http://schemas.microsoft.com/office/drawing/2014/main" id="{EAFD69E4-7BB5-F21B-637C-F69A0F9F096C}"/>
              </a:ext>
            </a:extLst>
          </p:cNvPr>
          <p:cNvCxnSpPr>
            <a:cxnSpLocks/>
          </p:cNvCxnSpPr>
          <p:nvPr/>
        </p:nvCxnSpPr>
        <p:spPr>
          <a:xfrm>
            <a:off x="6592519" y="3159490"/>
            <a:ext cx="0" cy="173736"/>
          </a:xfrm>
          <a:prstGeom prst="straightConnector1">
            <a:avLst/>
          </a:prstGeom>
          <a:ln w="31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pic>
        <p:nvPicPr>
          <p:cNvPr id="201" name="Graphic 43">
            <a:extLst>
              <a:ext uri="{FF2B5EF4-FFF2-40B4-BE49-F238E27FC236}">
                <a16:creationId xmlns:a16="http://schemas.microsoft.com/office/drawing/2014/main" id="{E0CF48DB-3135-80E3-76A3-93D6DBEA2811}"/>
              </a:ext>
            </a:extLst>
          </p:cNvPr>
          <p:cNvPicPr>
            <a:picLocks noChangeAspect="1"/>
          </p:cNvPicPr>
          <p:nvPr/>
        </p:nvPicPr>
        <p:blipFill>
          <a:blip>
            <a:extLst>
              <a:ext uri="{96DAC541-7B7A-43D3-8B79-37D633B846F1}">
                <asvg:svgBlip xmlns:asvg="http://schemas.microsoft.com/office/drawing/2016/SVG/main" r:embed="rId14"/>
              </a:ext>
            </a:extLst>
          </a:blip>
          <a:srcRect/>
          <a:stretch/>
        </p:blipFill>
        <p:spPr>
          <a:xfrm>
            <a:off x="7141318" y="2838969"/>
            <a:ext cx="258231" cy="258228"/>
          </a:xfrm>
          <a:prstGeom prst="rect">
            <a:avLst/>
          </a:prstGeom>
          <a:effectLst/>
        </p:spPr>
      </p:pic>
      <p:sp>
        <p:nvSpPr>
          <p:cNvPr id="208" name="Rounded Rectangle">
            <a:extLst>
              <a:ext uri="{FF2B5EF4-FFF2-40B4-BE49-F238E27FC236}">
                <a16:creationId xmlns:a16="http://schemas.microsoft.com/office/drawing/2014/main" id="{F6AD7B6A-C26D-AD96-1949-4E2A9A4B682B}"/>
              </a:ext>
            </a:extLst>
          </p:cNvPr>
          <p:cNvSpPr/>
          <p:nvPr/>
        </p:nvSpPr>
        <p:spPr>
          <a:xfrm>
            <a:off x="8061924" y="5006844"/>
            <a:ext cx="1673352" cy="643986"/>
          </a:xfrm>
          <a:prstGeom prst="rect">
            <a:avLst/>
          </a:prstGeom>
          <a:solidFill>
            <a:srgbClr val="D9C9FF"/>
          </a:solidFill>
          <a:ln w="25400" algn="ctr">
            <a:noFill/>
            <a:miter lim="800000"/>
            <a:headEnd/>
            <a:tailEnd/>
          </a:ln>
        </p:spPr>
        <p:txBody>
          <a:bodyPr lIns="0" tIns="146266" rIns="0" bIns="146266" rtlCol="0" anchor="ctr" anchorCtr="0"/>
          <a:lstStyle/>
          <a:p>
            <a:pPr marL="0" marR="0" lvl="0" indent="0" algn="ctr" defTabSz="914126" rtl="0" eaLnBrk="1" fontAlgn="base" latinLnBrk="0" hangingPunct="1">
              <a:lnSpc>
                <a:spcPct val="100000"/>
              </a:lnSpc>
              <a:spcBef>
                <a:spcPct val="50000"/>
              </a:spcBef>
              <a:spcAft>
                <a:spcPct val="0"/>
              </a:spcAft>
              <a:buClr>
                <a:srgbClr val="F0AB00"/>
              </a:buClr>
              <a:buSzPct val="80000"/>
              <a:buFontTx/>
              <a:buNone/>
              <a:tabLst/>
              <a:defRPr/>
            </a:pPr>
            <a:r>
              <a:rPr kumimoji="0" lang="en-US" sz="1000" b="0" i="0" u="none" strike="noStrike" kern="0" cap="none" spc="0" normalizeH="0" baseline="0" noProof="0">
                <a:ln>
                  <a:noFill/>
                </a:ln>
                <a:solidFill>
                  <a:srgbClr val="000000">
                    <a:lumMod val="95000"/>
                    <a:lumOff val="5000"/>
                  </a:srgbClr>
                </a:solidFill>
                <a:effectLst/>
                <a:uLnTx/>
                <a:uFillTx/>
                <a:latin typeface="72 Brand"/>
                <a:ea typeface="72 Brand" pitchFamily="34" charset="-128"/>
                <a:cs typeface="72 Brand" pitchFamily="34" charset="-128"/>
              </a:rPr>
              <a:t>Analytical </a:t>
            </a:r>
            <a:br>
              <a:rPr kumimoji="0" lang="en-US" sz="1000" b="0" i="0" u="none" strike="noStrike" kern="0" cap="none" spc="0" normalizeH="0" baseline="0" noProof="0">
                <a:ln>
                  <a:noFill/>
                </a:ln>
                <a:solidFill>
                  <a:srgbClr val="000000">
                    <a:lumMod val="95000"/>
                    <a:lumOff val="5000"/>
                  </a:srgbClr>
                </a:solidFill>
                <a:effectLst/>
                <a:uLnTx/>
                <a:uFillTx/>
                <a:latin typeface="72 Brand"/>
                <a:ea typeface="72 Brand" pitchFamily="34" charset="-128"/>
                <a:cs typeface="72 Brand" pitchFamily="34" charset="-128"/>
              </a:rPr>
            </a:br>
            <a:r>
              <a:rPr kumimoji="0" lang="en-US" sz="1000" b="0" i="0" u="none" strike="noStrike" kern="0" cap="none" spc="0" normalizeH="0" baseline="0" noProof="0">
                <a:ln>
                  <a:noFill/>
                </a:ln>
                <a:solidFill>
                  <a:srgbClr val="000000">
                    <a:lumMod val="95000"/>
                    <a:lumOff val="5000"/>
                  </a:srgbClr>
                </a:solidFill>
                <a:effectLst/>
                <a:uLnTx/>
                <a:uFillTx/>
                <a:latin typeface="72 Brand"/>
                <a:ea typeface="72 Brand" pitchFamily="34" charset="-128"/>
                <a:cs typeface="72 Brand" pitchFamily="34" charset="-128"/>
              </a:rPr>
              <a:t>business insights</a:t>
            </a:r>
          </a:p>
        </p:txBody>
      </p:sp>
      <p:pic>
        <p:nvPicPr>
          <p:cNvPr id="209" name="Graphic 43">
            <a:extLst>
              <a:ext uri="{FF2B5EF4-FFF2-40B4-BE49-F238E27FC236}">
                <a16:creationId xmlns:a16="http://schemas.microsoft.com/office/drawing/2014/main" id="{6BB8358B-8BE6-753B-28CF-43CAE2B15D77}"/>
              </a:ext>
            </a:extLst>
          </p:cNvPr>
          <p:cNvPicPr>
            <a:picLocks noChangeAspect="1"/>
          </p:cNvPicPr>
          <p:nvPr/>
        </p:nvPicPr>
        <p:blipFill>
          <a:blip>
            <a:extLst>
              <a:ext uri="{96DAC541-7B7A-43D3-8B79-37D633B846F1}">
                <asvg:svgBlip xmlns:asvg="http://schemas.microsoft.com/office/drawing/2016/SVG/main" r:embed="rId14"/>
              </a:ext>
            </a:extLst>
          </a:blip>
          <a:srcRect/>
          <a:stretch/>
        </p:blipFill>
        <p:spPr>
          <a:xfrm>
            <a:off x="9456107" y="5083300"/>
            <a:ext cx="258231" cy="258228"/>
          </a:xfrm>
          <a:prstGeom prst="rect">
            <a:avLst/>
          </a:prstGeom>
          <a:effectLst/>
        </p:spPr>
      </p:pic>
      <p:cxnSp>
        <p:nvCxnSpPr>
          <p:cNvPr id="211" name="Connector: Elbow 4">
            <a:extLst>
              <a:ext uri="{FF2B5EF4-FFF2-40B4-BE49-F238E27FC236}">
                <a16:creationId xmlns:a16="http://schemas.microsoft.com/office/drawing/2014/main" id="{DE6F463F-9283-9CA3-49CE-3A6CA8A2E039}"/>
              </a:ext>
            </a:extLst>
          </p:cNvPr>
          <p:cNvCxnSpPr>
            <a:cxnSpLocks/>
          </p:cNvCxnSpPr>
          <p:nvPr/>
        </p:nvCxnSpPr>
        <p:spPr>
          <a:xfrm>
            <a:off x="8928384" y="5619673"/>
            <a:ext cx="0" cy="274320"/>
          </a:xfrm>
          <a:prstGeom prst="straightConnector1">
            <a:avLst/>
          </a:prstGeom>
          <a:ln w="31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12" name="Rounded Rectangle">
            <a:extLst>
              <a:ext uri="{FF2B5EF4-FFF2-40B4-BE49-F238E27FC236}">
                <a16:creationId xmlns:a16="http://schemas.microsoft.com/office/drawing/2014/main" id="{C7543D95-5F6E-91EE-5B14-3330298F942B}"/>
              </a:ext>
            </a:extLst>
          </p:cNvPr>
          <p:cNvSpPr/>
          <p:nvPr/>
        </p:nvSpPr>
        <p:spPr>
          <a:xfrm>
            <a:off x="8061924" y="3168004"/>
            <a:ext cx="1673352" cy="643986"/>
          </a:xfrm>
          <a:prstGeom prst="rect">
            <a:avLst/>
          </a:prstGeom>
          <a:solidFill>
            <a:srgbClr val="D9C9FF"/>
          </a:solidFill>
          <a:ln w="25400" algn="ctr">
            <a:noFill/>
            <a:miter lim="800000"/>
            <a:headEnd/>
            <a:tailEnd/>
          </a:ln>
        </p:spPr>
        <p:txBody>
          <a:bodyPr lIns="0" tIns="146266" rIns="0" bIns="146266" rtlCol="0" anchor="ctr" anchorCtr="0"/>
          <a:lstStyle/>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0" cap="none" spc="0" normalizeH="0" baseline="0" noProof="0">
                <a:ln>
                  <a:noFill/>
                </a:ln>
                <a:solidFill>
                  <a:srgbClr val="000000">
                    <a:lumMod val="95000"/>
                    <a:lumOff val="5000"/>
                  </a:srgbClr>
                </a:solidFill>
                <a:effectLst/>
                <a:uLnTx/>
                <a:uFillTx/>
                <a:latin typeface="72 Brand"/>
                <a:ea typeface="72 Brand" pitchFamily="34" charset="-128"/>
                <a:cs typeface="72 Brand" pitchFamily="34" charset="-128"/>
              </a:rPr>
              <a:t>Anomaly detection </a:t>
            </a:r>
          </a:p>
          <a:p>
            <a:pPr marL="0" marR="0" lvl="0" indent="0" algn="ctr" defTabSz="914126" rtl="0" eaLnBrk="1" fontAlgn="base" latinLnBrk="0" hangingPunct="1">
              <a:lnSpc>
                <a:spcPct val="100000"/>
              </a:lnSpc>
              <a:spcBef>
                <a:spcPts val="0"/>
              </a:spcBef>
              <a:spcAft>
                <a:spcPct val="0"/>
              </a:spcAft>
              <a:buClr>
                <a:srgbClr val="F0AB00"/>
              </a:buClr>
              <a:buSzPct val="80000"/>
              <a:buFontTx/>
              <a:buNone/>
              <a:tabLst/>
              <a:defRPr/>
            </a:pPr>
            <a:r>
              <a:rPr kumimoji="0" lang="en-US" sz="1000" b="0" i="0" u="none" strike="noStrike" kern="0" cap="none" spc="0" normalizeH="0" baseline="0" noProof="0">
                <a:ln>
                  <a:noFill/>
                </a:ln>
                <a:solidFill>
                  <a:srgbClr val="000000">
                    <a:lumMod val="95000"/>
                    <a:lumOff val="5000"/>
                  </a:srgbClr>
                </a:solidFill>
                <a:effectLst/>
                <a:uLnTx/>
                <a:uFillTx/>
                <a:latin typeface="72 Brand"/>
                <a:ea typeface="72 Brand" pitchFamily="34" charset="-128"/>
                <a:cs typeface="72 Brand" pitchFamily="34" charset="-128"/>
              </a:rPr>
              <a:t>for asset accountant</a:t>
            </a:r>
          </a:p>
        </p:txBody>
      </p:sp>
      <p:pic>
        <p:nvPicPr>
          <p:cNvPr id="213" name="Graphic 43">
            <a:extLst>
              <a:ext uri="{FF2B5EF4-FFF2-40B4-BE49-F238E27FC236}">
                <a16:creationId xmlns:a16="http://schemas.microsoft.com/office/drawing/2014/main" id="{27C57285-1C8D-C838-F2DD-3CEB13399200}"/>
              </a:ext>
            </a:extLst>
          </p:cNvPr>
          <p:cNvPicPr>
            <a:picLocks noChangeAspect="1"/>
          </p:cNvPicPr>
          <p:nvPr/>
        </p:nvPicPr>
        <p:blipFill>
          <a:blip>
            <a:extLst>
              <a:ext uri="{96DAC541-7B7A-43D3-8B79-37D633B846F1}">
                <asvg:svgBlip xmlns:asvg="http://schemas.microsoft.com/office/drawing/2016/SVG/main" r:embed="rId14"/>
              </a:ext>
            </a:extLst>
          </a:blip>
          <a:srcRect/>
          <a:stretch/>
        </p:blipFill>
        <p:spPr>
          <a:xfrm>
            <a:off x="9456107" y="3244460"/>
            <a:ext cx="258231" cy="258228"/>
          </a:xfrm>
          <a:prstGeom prst="rect">
            <a:avLst/>
          </a:prstGeom>
          <a:effectLst/>
        </p:spPr>
      </p:pic>
      <p:cxnSp>
        <p:nvCxnSpPr>
          <p:cNvPr id="214" name="Connector: Elbow 4">
            <a:extLst>
              <a:ext uri="{FF2B5EF4-FFF2-40B4-BE49-F238E27FC236}">
                <a16:creationId xmlns:a16="http://schemas.microsoft.com/office/drawing/2014/main" id="{07F06E06-DC09-D763-8564-184CAF96BD6B}"/>
              </a:ext>
            </a:extLst>
          </p:cNvPr>
          <p:cNvCxnSpPr>
            <a:cxnSpLocks/>
          </p:cNvCxnSpPr>
          <p:nvPr/>
        </p:nvCxnSpPr>
        <p:spPr>
          <a:xfrm>
            <a:off x="8928384" y="3805951"/>
            <a:ext cx="0" cy="274320"/>
          </a:xfrm>
          <a:prstGeom prst="straightConnector1">
            <a:avLst/>
          </a:prstGeom>
          <a:ln w="31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pic>
        <p:nvPicPr>
          <p:cNvPr id="2" name="Graphic 1" descr="Single gear with solid fill">
            <a:extLst>
              <a:ext uri="{FF2B5EF4-FFF2-40B4-BE49-F238E27FC236}">
                <a16:creationId xmlns:a16="http://schemas.microsoft.com/office/drawing/2014/main" id="{73C9109D-F049-9460-E543-3829D232EE59}"/>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160557" y="4076948"/>
            <a:ext cx="358634" cy="358634"/>
          </a:xfrm>
          <a:prstGeom prst="rect">
            <a:avLst/>
          </a:prstGeom>
        </p:spPr>
      </p:pic>
      <p:sp>
        <p:nvSpPr>
          <p:cNvPr id="5" name="Rounded Rectangle 56">
            <a:extLst>
              <a:ext uri="{FF2B5EF4-FFF2-40B4-BE49-F238E27FC236}">
                <a16:creationId xmlns:a16="http://schemas.microsoft.com/office/drawing/2014/main" id="{D7A834CA-C24A-9045-EB11-DDE033504E02}"/>
              </a:ext>
            </a:extLst>
          </p:cNvPr>
          <p:cNvSpPr>
            <a:spLocks noChangeAspect="1"/>
          </p:cNvSpPr>
          <p:nvPr/>
        </p:nvSpPr>
        <p:spPr>
          <a:xfrm>
            <a:off x="10731989" y="1"/>
            <a:ext cx="1461599" cy="317029"/>
          </a:xfrm>
          <a:prstGeom prst="roundRect">
            <a:avLst>
              <a:gd name="adj" fmla="val 0"/>
            </a:avLst>
          </a:prstGeom>
          <a:gradFill flip="none" rotWithShape="1">
            <a:gsLst>
              <a:gs pos="0">
                <a:srgbClr val="8D77F9"/>
              </a:gs>
              <a:gs pos="100000">
                <a:srgbClr val="5D36FF"/>
              </a:gs>
            </a:gsLst>
            <a:lin ang="2700000" scaled="1"/>
            <a:tileRect/>
          </a:gradFill>
          <a:ln w="28575" algn="ctr">
            <a:noFill/>
            <a:miter lim="800000"/>
            <a:headEnd/>
            <a:tailEnd/>
          </a:ln>
        </p:spPr>
        <p:txBody>
          <a:bodyPr lIns="90000" tIns="72000" rIns="90000" bIns="7200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E9ECEE"/>
                </a:solidFill>
                <a:effectLst/>
                <a:uLnTx/>
                <a:uFillTx/>
                <a:latin typeface="72 Brand Medium" panose="020B0504030603020204" pitchFamily="34" charset="0"/>
                <a:ea typeface="+mn-ea"/>
                <a:cs typeface="+mn-cs"/>
              </a:rPr>
              <a:t>Labs Preview</a:t>
            </a:r>
          </a:p>
        </p:txBody>
      </p:sp>
    </p:spTree>
    <p:extLst>
      <p:ext uri="{BB962C8B-B14F-4D97-AF65-F5344CB8AC3E}">
        <p14:creationId xmlns:p14="http://schemas.microsoft.com/office/powerpoint/2010/main" val="10105761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496AD-070E-D00A-18E0-1649F5F13F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C8D37F-0075-AAAB-BD99-931272C845C1}"/>
              </a:ext>
            </a:extLst>
          </p:cNvPr>
          <p:cNvSpPr txBox="1">
            <a:spLocks/>
          </p:cNvSpPr>
          <p:nvPr/>
        </p:nvSpPr>
        <p:spPr>
          <a:xfrm>
            <a:off x="11568187" y="6510874"/>
            <a:ext cx="320601" cy="83100"/>
          </a:xfrm>
          <a:prstGeom prst="rect">
            <a:avLst/>
          </a:prstGeom>
          <a:noFill/>
        </p:spPr>
        <p:txBody>
          <a:bodyPr vert="horz" wrap="none" lIns="0" tIns="0" rIns="0" bIns="0" rtlCol="0" anchor="t">
            <a:spAutoFit/>
          </a:bodyPr>
          <a:lstStyle>
            <a:lvl1pPr algn="l" defTabSz="931863" rtl="0" eaLnBrk="1" fontAlgn="base" hangingPunct="1">
              <a:spcBef>
                <a:spcPct val="0"/>
              </a:spcBef>
              <a:spcAft>
                <a:spcPct val="0"/>
              </a:spcAft>
              <a:defRPr lang="en-US" sz="3600" b="1" kern="1200" spc="-50" dirty="0">
                <a:ln w="3175">
                  <a:noFill/>
                </a:ln>
                <a:solidFill>
                  <a:schemeClr val="tx1"/>
                </a:solidFill>
                <a:latin typeface="Arial" panose="020B0604020202020204" pitchFamily="34" charset="0"/>
                <a:ea typeface="+mn-ea"/>
                <a:cs typeface="Arial" panose="020B0604020202020204" pitchFamily="34" charset="0"/>
              </a:defRPr>
            </a:lvl1pPr>
            <a:lvl2pPr algn="l" defTabSz="931863" rtl="0" eaLnBrk="1" fontAlgn="base" hangingPunct="1">
              <a:spcBef>
                <a:spcPct val="0"/>
              </a:spcBef>
              <a:spcAft>
                <a:spcPct val="0"/>
              </a:spcAft>
              <a:defRPr sz="3600" b="1">
                <a:solidFill>
                  <a:schemeClr val="tx1"/>
                </a:solidFill>
                <a:latin typeface="Arial" panose="020B0604020202020204" pitchFamily="34" charset="0"/>
                <a:cs typeface="Arial" panose="020B0604020202020204" pitchFamily="34" charset="0"/>
              </a:defRPr>
            </a:lvl2pPr>
            <a:lvl3pPr algn="l" defTabSz="931863" rtl="0" eaLnBrk="1" fontAlgn="base" hangingPunct="1">
              <a:spcBef>
                <a:spcPct val="0"/>
              </a:spcBef>
              <a:spcAft>
                <a:spcPct val="0"/>
              </a:spcAft>
              <a:defRPr sz="3600" b="1">
                <a:solidFill>
                  <a:schemeClr val="tx1"/>
                </a:solidFill>
                <a:latin typeface="Arial" panose="020B0604020202020204" pitchFamily="34" charset="0"/>
                <a:cs typeface="Arial" panose="020B0604020202020204" pitchFamily="34" charset="0"/>
              </a:defRPr>
            </a:lvl3pPr>
            <a:lvl4pPr algn="l" defTabSz="931863" rtl="0" eaLnBrk="1" fontAlgn="base" hangingPunct="1">
              <a:spcBef>
                <a:spcPct val="0"/>
              </a:spcBef>
              <a:spcAft>
                <a:spcPct val="0"/>
              </a:spcAft>
              <a:defRPr sz="3600" b="1">
                <a:solidFill>
                  <a:schemeClr val="tx1"/>
                </a:solidFill>
                <a:latin typeface="Arial" panose="020B0604020202020204" pitchFamily="34" charset="0"/>
                <a:cs typeface="Arial" panose="020B0604020202020204" pitchFamily="34" charset="0"/>
              </a:defRPr>
            </a:lvl4pPr>
            <a:lvl5pPr algn="l" defTabSz="931863" rtl="0" eaLnBrk="1" fontAlgn="base" hangingPunct="1">
              <a:spcBef>
                <a:spcPct val="0"/>
              </a:spcBef>
              <a:spcAft>
                <a:spcPct val="0"/>
              </a:spcAft>
              <a:defRPr sz="3600" b="1">
                <a:solidFill>
                  <a:schemeClr val="tx1"/>
                </a:solidFill>
                <a:latin typeface="Arial" panose="020B0604020202020204" pitchFamily="34" charset="0"/>
                <a:cs typeface="Arial" panose="020B0604020202020204" pitchFamily="34" charset="0"/>
              </a:defRPr>
            </a:lvl5pPr>
            <a:lvl6pPr marL="457200" algn="l" defTabSz="931863" rtl="0" eaLnBrk="1" fontAlgn="base" hangingPunct="1">
              <a:spcBef>
                <a:spcPct val="0"/>
              </a:spcBef>
              <a:spcAft>
                <a:spcPct val="0"/>
              </a:spcAft>
              <a:defRPr sz="3600" b="1">
                <a:solidFill>
                  <a:schemeClr val="tx1"/>
                </a:solidFill>
                <a:latin typeface="Arial" panose="020B0604020202020204" pitchFamily="34" charset="0"/>
                <a:cs typeface="Arial" panose="020B0604020202020204" pitchFamily="34" charset="0"/>
              </a:defRPr>
            </a:lvl6pPr>
            <a:lvl7pPr marL="914400" algn="l" defTabSz="931863" rtl="0" eaLnBrk="1" fontAlgn="base" hangingPunct="1">
              <a:spcBef>
                <a:spcPct val="0"/>
              </a:spcBef>
              <a:spcAft>
                <a:spcPct val="0"/>
              </a:spcAft>
              <a:defRPr sz="3600" b="1">
                <a:solidFill>
                  <a:schemeClr val="tx1"/>
                </a:solidFill>
                <a:latin typeface="Arial" panose="020B0604020202020204" pitchFamily="34" charset="0"/>
                <a:cs typeface="Arial" panose="020B0604020202020204" pitchFamily="34" charset="0"/>
              </a:defRPr>
            </a:lvl7pPr>
            <a:lvl8pPr marL="1371600" algn="l" defTabSz="931863" rtl="0" eaLnBrk="1" fontAlgn="base" hangingPunct="1">
              <a:spcBef>
                <a:spcPct val="0"/>
              </a:spcBef>
              <a:spcAft>
                <a:spcPct val="0"/>
              </a:spcAft>
              <a:defRPr sz="3600" b="1">
                <a:solidFill>
                  <a:schemeClr val="tx1"/>
                </a:solidFill>
                <a:latin typeface="Arial" panose="020B0604020202020204" pitchFamily="34" charset="0"/>
                <a:cs typeface="Arial" panose="020B0604020202020204" pitchFamily="34" charset="0"/>
              </a:defRPr>
            </a:lvl8pPr>
            <a:lvl9pPr marL="1828800" algn="l" defTabSz="931863" rtl="0" eaLnBrk="1" fontAlgn="base" hangingPunct="1">
              <a:spcBef>
                <a:spcPct val="0"/>
              </a:spcBef>
              <a:spcAft>
                <a:spcPct val="0"/>
              </a:spcAft>
              <a:defRPr sz="3600" b="1">
                <a:solidFill>
                  <a:schemeClr val="tx1"/>
                </a:solidFill>
                <a:latin typeface="Arial" panose="020B0604020202020204" pitchFamily="34" charset="0"/>
                <a:cs typeface="Arial" panose="020B0604020202020204" pitchFamily="34" charset="0"/>
              </a:defRPr>
            </a:lvl9pPr>
          </a:lstStyle>
          <a:p>
            <a:pPr algn="r">
              <a:lnSpc>
                <a:spcPct val="90000"/>
              </a:lnSpc>
              <a:defRPr/>
            </a:pPr>
            <a:r>
              <a:rPr lang="en-US" sz="600" b="0" spc="0">
                <a:solidFill>
                  <a:srgbClr val="FFFFFF"/>
                </a:solidFill>
                <a:latin typeface="72 Brand Book" panose="020B0404030603020204" pitchFamily="34" charset="0"/>
                <a:cs typeface="72" panose="020B0503030000000003" pitchFamily="34" charset="0"/>
              </a:rPr>
              <a:t>© SAP SE</a:t>
            </a:r>
          </a:p>
        </p:txBody>
      </p:sp>
      <p:sp>
        <p:nvSpPr>
          <p:cNvPr id="3" name="Title 2">
            <a:extLst>
              <a:ext uri="{FF2B5EF4-FFF2-40B4-BE49-F238E27FC236}">
                <a16:creationId xmlns:a16="http://schemas.microsoft.com/office/drawing/2014/main" id="{8412B777-89D2-11F8-46BE-DB4847254D5E}"/>
              </a:ext>
            </a:extLst>
          </p:cNvPr>
          <p:cNvSpPr>
            <a:spLocks noGrp="1"/>
          </p:cNvSpPr>
          <p:nvPr>
            <p:ph type="ctrTitle"/>
          </p:nvPr>
        </p:nvSpPr>
        <p:spPr/>
        <p:txBody>
          <a:bodyPr/>
          <a:lstStyle/>
          <a:p>
            <a:pPr>
              <a:defRPr/>
            </a:pPr>
            <a:r>
              <a:rPr lang="en-US"/>
              <a:t>Financial Closing</a:t>
            </a:r>
            <a:r>
              <a:rPr lang="en-US" sz="4000">
                <a:solidFill>
                  <a:srgbClr val="FFFFFF"/>
                </a:solidFill>
              </a:rPr>
              <a:t> Assistant Agents</a:t>
            </a:r>
          </a:p>
        </p:txBody>
      </p:sp>
    </p:spTree>
    <p:extLst>
      <p:ext uri="{BB962C8B-B14F-4D97-AF65-F5344CB8AC3E}">
        <p14:creationId xmlns:p14="http://schemas.microsoft.com/office/powerpoint/2010/main" val="16508788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0C951-4D07-FDF2-3300-BDB60E73D44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7966583-E509-43CC-6489-ACD43167EA97}"/>
              </a:ext>
            </a:extLst>
          </p:cNvPr>
          <p:cNvPicPr>
            <a:picLocks noChangeAspect="1"/>
          </p:cNvPicPr>
          <p:nvPr/>
        </p:nvPicPr>
        <p:blipFill>
          <a:blip r:embed="rId3"/>
          <a:stretch>
            <a:fillRect/>
          </a:stretch>
        </p:blipFill>
        <p:spPr>
          <a:xfrm>
            <a:off x="1" y="0"/>
            <a:ext cx="12191999" cy="6858000"/>
          </a:xfrm>
          <a:prstGeom prst="rect">
            <a:avLst/>
          </a:prstGeom>
        </p:spPr>
      </p:pic>
      <p:sp>
        <p:nvSpPr>
          <p:cNvPr id="7" name="Title 6">
            <a:extLst>
              <a:ext uri="{FF2B5EF4-FFF2-40B4-BE49-F238E27FC236}">
                <a16:creationId xmlns:a16="http://schemas.microsoft.com/office/drawing/2014/main" id="{12F3C7A0-5302-6DF7-C2DB-3FBD136F3F07}"/>
              </a:ext>
            </a:extLst>
          </p:cNvPr>
          <p:cNvSpPr>
            <a:spLocks noGrp="1"/>
          </p:cNvSpPr>
          <p:nvPr>
            <p:ph type="title"/>
          </p:nvPr>
        </p:nvSpPr>
        <p:spPr>
          <a:xfrm>
            <a:off x="555757" y="3090446"/>
            <a:ext cx="11066331" cy="677108"/>
          </a:xfrm>
        </p:spPr>
        <p:txBody>
          <a:bodyPr/>
          <a:lstStyle/>
          <a:p>
            <a:pPr defTabSz="914400">
              <a:spcBef>
                <a:spcPts val="0"/>
              </a:spcBef>
              <a:defRPr/>
            </a:pPr>
            <a:r>
              <a:rPr lang="en-US" sz="4400">
                <a:solidFill>
                  <a:srgbClr val="FFFFFF"/>
                </a:solidFill>
                <a:ea typeface="+mn-ea"/>
                <a:cs typeface="+mn-cs"/>
              </a:rPr>
              <a:t>Journal Entry Agent</a:t>
            </a:r>
          </a:p>
        </p:txBody>
      </p:sp>
    </p:spTree>
    <p:extLst>
      <p:ext uri="{BB962C8B-B14F-4D97-AF65-F5344CB8AC3E}">
        <p14:creationId xmlns:p14="http://schemas.microsoft.com/office/powerpoint/2010/main" val="41045208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B5A24-63CC-C4A3-8A18-938E0AC787B0}"/>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DAD733D4-9B7E-73F2-737F-6999E6F08F1B}"/>
              </a:ext>
            </a:extLst>
          </p:cNvPr>
          <p:cNvSpPr txBox="1"/>
          <p:nvPr/>
        </p:nvSpPr>
        <p:spPr>
          <a:xfrm>
            <a:off x="458787" y="854819"/>
            <a:ext cx="5015942" cy="430887"/>
          </a:xfrm>
          <a:prstGeom prst="rect">
            <a:avLst/>
          </a:prstGeom>
          <a:noFill/>
        </p:spPr>
        <p:txBody>
          <a:bodyPr wrap="square" lIns="0" tIns="0" rIns="0" bIns="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0144A"/>
                </a:solidFill>
                <a:effectLst/>
                <a:uLnTx/>
                <a:uFillTx/>
                <a:latin typeface="72 Brand Medium" panose="020B0604030603020204" pitchFamily="34" charset="0"/>
                <a:ea typeface="+mn-ea"/>
                <a:cs typeface="+mn-cs"/>
              </a:rPr>
              <a:t>Journal Entry Agent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rPr>
              <a:t>Agent summary</a:t>
            </a:r>
            <a:endParaRPr kumimoji="0" lang="de-DE" sz="2800" b="0" i="0" u="none" strike="noStrike" kern="1200" cap="none" spc="0" normalizeH="0" baseline="0" noProof="0">
              <a:ln>
                <a:noFill/>
              </a:ln>
              <a:solidFill>
                <a:srgbClr val="00144A"/>
              </a:solidFill>
              <a:effectLst/>
              <a:uLnTx/>
              <a:uFillTx/>
              <a:latin typeface="72 Brand Medium" panose="020B0604030603020204" pitchFamily="34" charset="0"/>
              <a:ea typeface="+mn-ea"/>
              <a:cs typeface="+mn-cs"/>
            </a:endParaRPr>
          </a:p>
        </p:txBody>
      </p:sp>
      <p:sp>
        <p:nvSpPr>
          <p:cNvPr id="10" name="TextBox 9">
            <a:extLst>
              <a:ext uri="{FF2B5EF4-FFF2-40B4-BE49-F238E27FC236}">
                <a16:creationId xmlns:a16="http://schemas.microsoft.com/office/drawing/2014/main" id="{16888FC7-BDE1-2E3C-98ED-5BC45B184036}"/>
              </a:ext>
            </a:extLst>
          </p:cNvPr>
          <p:cNvSpPr txBox="1"/>
          <p:nvPr/>
        </p:nvSpPr>
        <p:spPr>
          <a:xfrm>
            <a:off x="481012" y="1921708"/>
            <a:ext cx="5678614" cy="430887"/>
          </a:xfrm>
          <a:prstGeom prst="rect">
            <a:avLst/>
          </a:prstGeom>
          <a:noFill/>
        </p:spPr>
        <p:txBody>
          <a:bodyPr wrap="square" lIns="0" tIns="0" rIns="0" bIns="0" anchor="t">
            <a:spAutoFit/>
          </a:bodyPr>
          <a:lstStyle/>
          <a:p>
            <a:pPr marL="0" marR="0" lvl="0" indent="0" algn="l" defTabSz="1088231"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ptos" panose="020B0004020202020204"/>
                <a:ea typeface="+mn-ea"/>
                <a:cs typeface="+mn-cs"/>
              </a:rPr>
              <a:t>The Journal Entry Agent transforms unstructured posting input files into accurate, compliant journal entry proposals</a:t>
            </a:r>
          </a:p>
        </p:txBody>
      </p:sp>
      <p:sp>
        <p:nvSpPr>
          <p:cNvPr id="12" name="TextBox 11">
            <a:extLst>
              <a:ext uri="{FF2B5EF4-FFF2-40B4-BE49-F238E27FC236}">
                <a16:creationId xmlns:a16="http://schemas.microsoft.com/office/drawing/2014/main" id="{4454355C-17CC-AD50-B2B0-7CEEE59AD498}"/>
              </a:ext>
            </a:extLst>
          </p:cNvPr>
          <p:cNvSpPr txBox="1"/>
          <p:nvPr/>
        </p:nvSpPr>
        <p:spPr>
          <a:xfrm>
            <a:off x="698048" y="2605805"/>
            <a:ext cx="6564869" cy="15388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D36FF"/>
                </a:solidFill>
                <a:effectLst/>
                <a:uLnTx/>
                <a:uFillTx/>
                <a:latin typeface="72 Brand Medium"/>
                <a:ea typeface="+mn-ea"/>
                <a:cs typeface="+mn-cs"/>
              </a:rPr>
              <a:t>Eliminates manual and complex data conversion </a:t>
            </a:r>
          </a:p>
        </p:txBody>
      </p:sp>
      <p:sp>
        <p:nvSpPr>
          <p:cNvPr id="13" name="TextBox 12">
            <a:extLst>
              <a:ext uri="{FF2B5EF4-FFF2-40B4-BE49-F238E27FC236}">
                <a16:creationId xmlns:a16="http://schemas.microsoft.com/office/drawing/2014/main" id="{6AFBCAC1-F014-860E-4277-A9E5F0C24943}"/>
              </a:ext>
            </a:extLst>
          </p:cNvPr>
          <p:cNvSpPr txBox="1"/>
          <p:nvPr/>
        </p:nvSpPr>
        <p:spPr>
          <a:xfrm>
            <a:off x="698048" y="3139561"/>
            <a:ext cx="6564869" cy="15388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D36FF"/>
                </a:solidFill>
                <a:effectLst/>
                <a:uLnTx/>
                <a:uFillTx/>
                <a:latin typeface="72 Brand Medium"/>
                <a:ea typeface="+mn-ea"/>
                <a:cs typeface="+mn-cs"/>
              </a:rPr>
              <a:t>Avoids late-stage system errors with intelligent validation rules and understandable user feedback</a:t>
            </a:r>
          </a:p>
        </p:txBody>
      </p:sp>
      <p:sp>
        <p:nvSpPr>
          <p:cNvPr id="14" name="TextBox 13">
            <a:extLst>
              <a:ext uri="{FF2B5EF4-FFF2-40B4-BE49-F238E27FC236}">
                <a16:creationId xmlns:a16="http://schemas.microsoft.com/office/drawing/2014/main" id="{B2EABABC-495F-EE8C-01C7-242CAB5B34E0}"/>
              </a:ext>
            </a:extLst>
          </p:cNvPr>
          <p:cNvSpPr txBox="1"/>
          <p:nvPr/>
        </p:nvSpPr>
        <p:spPr>
          <a:xfrm>
            <a:off x="698048" y="2878136"/>
            <a:ext cx="6564869" cy="15388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D36FF"/>
                </a:solidFill>
                <a:effectLst/>
                <a:uLnTx/>
                <a:uFillTx/>
                <a:latin typeface="72 Brand Medium"/>
                <a:ea typeface="+mn-ea"/>
                <a:cs typeface="+mn-cs"/>
              </a:rPr>
              <a:t>Ensures data quality with extensive automated checks against posting guidelines, historical postings </a:t>
            </a:r>
          </a:p>
        </p:txBody>
      </p:sp>
      <p:pic>
        <p:nvPicPr>
          <p:cNvPr id="2" name="Graphic 1">
            <a:extLst>
              <a:ext uri="{FF2B5EF4-FFF2-40B4-BE49-F238E27FC236}">
                <a16:creationId xmlns:a16="http://schemas.microsoft.com/office/drawing/2014/main" id="{5A0B4517-78A3-E9B8-CB90-DA8C0D0EE22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1013" y="2604997"/>
            <a:ext cx="153889" cy="153889"/>
          </a:xfrm>
          <a:prstGeom prst="rect">
            <a:avLst/>
          </a:prstGeom>
        </p:spPr>
      </p:pic>
      <p:pic>
        <p:nvPicPr>
          <p:cNvPr id="4" name="Graphic 3">
            <a:extLst>
              <a:ext uri="{FF2B5EF4-FFF2-40B4-BE49-F238E27FC236}">
                <a16:creationId xmlns:a16="http://schemas.microsoft.com/office/drawing/2014/main" id="{B6A5BD25-E34F-D0A7-EE19-3100C5CB5C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1013" y="2881841"/>
            <a:ext cx="153889" cy="153889"/>
          </a:xfrm>
          <a:prstGeom prst="rect">
            <a:avLst/>
          </a:prstGeom>
        </p:spPr>
      </p:pic>
      <p:pic>
        <p:nvPicPr>
          <p:cNvPr id="16" name="Graphic 15">
            <a:extLst>
              <a:ext uri="{FF2B5EF4-FFF2-40B4-BE49-F238E27FC236}">
                <a16:creationId xmlns:a16="http://schemas.microsoft.com/office/drawing/2014/main" id="{7C85746A-9837-BEFA-37AA-7632535D6B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1013" y="3140030"/>
            <a:ext cx="153889" cy="153889"/>
          </a:xfrm>
          <a:prstGeom prst="rect">
            <a:avLst/>
          </a:prstGeom>
        </p:spPr>
      </p:pic>
      <p:sp>
        <p:nvSpPr>
          <p:cNvPr id="36" name="Rounded Rectangle 35">
            <a:extLst>
              <a:ext uri="{FF2B5EF4-FFF2-40B4-BE49-F238E27FC236}">
                <a16:creationId xmlns:a16="http://schemas.microsoft.com/office/drawing/2014/main" id="{23FD5042-9390-444B-79DE-84300B64C260}"/>
              </a:ext>
            </a:extLst>
          </p:cNvPr>
          <p:cNvSpPr/>
          <p:nvPr/>
        </p:nvSpPr>
        <p:spPr>
          <a:xfrm>
            <a:off x="464079" y="453762"/>
            <a:ext cx="1865073" cy="274320"/>
          </a:xfrm>
          <a:prstGeom prst="roundRect">
            <a:avLst>
              <a:gd name="adj" fmla="val 33975"/>
            </a:avLst>
          </a:prstGeom>
          <a:solidFill>
            <a:srgbClr val="5D36FF">
              <a:alpha val="8000"/>
            </a:srgb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737" tIns="146190" rIns="182737" bIns="146190" numCol="1" spcCol="0" rtlCol="0" fromWordArt="0" anchor="ctr" anchorCtr="0" forceAA="0" compatLnSpc="1">
            <a:prstTxWarp prst="textNoShape">
              <a:avLst/>
            </a:prstTxWarp>
            <a:noAutofit/>
          </a:bodyPr>
          <a:lstStyle/>
          <a:p>
            <a:pPr marL="0" marR="0" lvl="0" indent="0" algn="ctr" defTabSz="253944" rtl="0" eaLnBrk="1" fontAlgn="base" latinLnBrk="0" hangingPunct="1">
              <a:lnSpc>
                <a:spcPct val="100000"/>
              </a:lnSpc>
              <a:spcBef>
                <a:spcPct val="50000"/>
              </a:spcBef>
              <a:spcAft>
                <a:spcPct val="0"/>
              </a:spcAft>
              <a:buClr>
                <a:srgbClr val="F0AB00"/>
              </a:buClr>
              <a:buSzPct val="80000"/>
              <a:buFontTx/>
              <a:buNone/>
              <a:tabLst/>
              <a:defRPr/>
            </a:pPr>
            <a:r>
              <a:rPr kumimoji="0" lang="en-US" sz="1050" b="0" i="0" u="none" strike="noStrike" kern="0" cap="none" spc="0" normalizeH="0" baseline="0" noProof="0">
                <a:ln>
                  <a:noFill/>
                </a:ln>
                <a:solidFill>
                  <a:srgbClr val="5D36FF"/>
                </a:solidFill>
                <a:effectLst/>
                <a:uLnTx/>
                <a:uFillTx/>
                <a:latin typeface="72 Brand Book" panose="020B0404030603020204" pitchFamily="34" charset="0"/>
                <a:ea typeface="+mn-ea"/>
                <a:cs typeface="+mn-cs"/>
              </a:rPr>
              <a:t>Autonomous Finance</a:t>
            </a:r>
            <a:endParaRPr kumimoji="0" lang="en-GB" sz="1050" b="0" i="0" u="none" strike="noStrike" kern="0" cap="none" spc="0" normalizeH="0" baseline="0" noProof="0">
              <a:ln>
                <a:noFill/>
              </a:ln>
              <a:solidFill>
                <a:srgbClr val="5D36FF"/>
              </a:solidFill>
              <a:effectLst/>
              <a:uLnTx/>
              <a:uFillTx/>
              <a:latin typeface="72 Brand Book" panose="020B0404030603020204" pitchFamily="34" charset="0"/>
              <a:ea typeface="+mn-ea"/>
              <a:cs typeface="+mn-cs"/>
            </a:endParaRPr>
          </a:p>
        </p:txBody>
      </p:sp>
      <p:sp>
        <p:nvSpPr>
          <p:cNvPr id="8" name="Rounded Rectangle 24">
            <a:extLst>
              <a:ext uri="{FF2B5EF4-FFF2-40B4-BE49-F238E27FC236}">
                <a16:creationId xmlns:a16="http://schemas.microsoft.com/office/drawing/2014/main" id="{731E1FBF-E8A5-8478-521E-2402B034D901}"/>
              </a:ext>
            </a:extLst>
          </p:cNvPr>
          <p:cNvSpPr/>
          <p:nvPr/>
        </p:nvSpPr>
        <p:spPr>
          <a:xfrm>
            <a:off x="486721" y="5231086"/>
            <a:ext cx="7190955" cy="1154335"/>
          </a:xfrm>
          <a:prstGeom prst="roundRect">
            <a:avLst>
              <a:gd name="adj" fmla="val 14303"/>
            </a:avLst>
          </a:prstGeom>
          <a:gradFill flip="none" rotWithShape="1">
            <a:gsLst>
              <a:gs pos="0">
                <a:srgbClr val="F1ECFF">
                  <a:alpha val="75017"/>
                </a:srgbClr>
              </a:gs>
              <a:gs pos="100000">
                <a:srgbClr val="E2D8FF">
                  <a:alpha val="75000"/>
                </a:srgbClr>
              </a:gs>
            </a:gsLst>
            <a:lin ang="2700000" scaled="1"/>
            <a:tileRect/>
          </a:gradFill>
          <a:ln w="9525">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E9ECEE"/>
              </a:solidFill>
              <a:effectLst/>
              <a:uLnTx/>
              <a:uFillTx/>
              <a:latin typeface="72 Brand" panose="020B0504030603020204" pitchFamily="34" charset="0"/>
              <a:ea typeface="+mn-ea"/>
              <a:cs typeface="+mn-cs"/>
            </a:endParaRPr>
          </a:p>
        </p:txBody>
      </p:sp>
      <p:sp>
        <p:nvSpPr>
          <p:cNvPr id="15" name="Rounded Rectangle 2">
            <a:extLst>
              <a:ext uri="{FF2B5EF4-FFF2-40B4-BE49-F238E27FC236}">
                <a16:creationId xmlns:a16="http://schemas.microsoft.com/office/drawing/2014/main" id="{F8379D61-A471-CA61-1B02-14201F6F4A3D}"/>
              </a:ext>
            </a:extLst>
          </p:cNvPr>
          <p:cNvSpPr/>
          <p:nvPr/>
        </p:nvSpPr>
        <p:spPr>
          <a:xfrm>
            <a:off x="458787" y="3986485"/>
            <a:ext cx="7218889" cy="1154334"/>
          </a:xfrm>
          <a:prstGeom prst="roundRect">
            <a:avLst>
              <a:gd name="adj" fmla="val 17910"/>
            </a:avLst>
          </a:prstGeom>
          <a:gradFill flip="none" rotWithShape="1">
            <a:gsLst>
              <a:gs pos="0">
                <a:srgbClr val="F1ECFF">
                  <a:alpha val="75017"/>
                </a:srgbClr>
              </a:gs>
              <a:gs pos="100000">
                <a:srgbClr val="E2D8FF">
                  <a:alpha val="75000"/>
                </a:srgbClr>
              </a:gs>
            </a:gsLst>
            <a:lin ang="2700000" scaled="1"/>
            <a:tileRect/>
          </a:gradFill>
          <a:ln w="9525">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E9ECEE"/>
              </a:solidFill>
              <a:effectLst/>
              <a:uLnTx/>
              <a:uFillTx/>
              <a:latin typeface="72 Brand" panose="020B0504030603020204" pitchFamily="34" charset="0"/>
              <a:ea typeface="+mn-ea"/>
              <a:cs typeface="+mn-cs"/>
            </a:endParaRPr>
          </a:p>
        </p:txBody>
      </p:sp>
      <p:grpSp>
        <p:nvGrpSpPr>
          <p:cNvPr id="103" name="Group 102">
            <a:extLst>
              <a:ext uri="{FF2B5EF4-FFF2-40B4-BE49-F238E27FC236}">
                <a16:creationId xmlns:a16="http://schemas.microsoft.com/office/drawing/2014/main" id="{C1A15EA4-4BCF-AF2E-65D5-6F30AB7B4311}"/>
              </a:ext>
            </a:extLst>
          </p:cNvPr>
          <p:cNvGrpSpPr/>
          <p:nvPr/>
        </p:nvGrpSpPr>
        <p:grpSpPr>
          <a:xfrm>
            <a:off x="963330" y="4124515"/>
            <a:ext cx="2141943" cy="699773"/>
            <a:chOff x="961742" y="4035596"/>
            <a:chExt cx="2141943" cy="699773"/>
          </a:xfrm>
        </p:grpSpPr>
        <p:sp>
          <p:nvSpPr>
            <p:cNvPr id="38" name="TextBox 37">
              <a:extLst>
                <a:ext uri="{FF2B5EF4-FFF2-40B4-BE49-F238E27FC236}">
                  <a16:creationId xmlns:a16="http://schemas.microsoft.com/office/drawing/2014/main" id="{33868036-01A3-EDAC-B025-A15B397D9F16}"/>
                </a:ext>
              </a:extLst>
            </p:cNvPr>
            <p:cNvSpPr txBox="1"/>
            <p:nvPr/>
          </p:nvSpPr>
          <p:spPr>
            <a:xfrm>
              <a:off x="961742" y="4035596"/>
              <a:ext cx="1508760" cy="369332"/>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1A1A2E"/>
                  </a:solidFill>
                  <a:effectLst/>
                  <a:uLnTx/>
                  <a:uFillTx/>
                  <a:latin typeface="72 Brand Medium"/>
                  <a:ea typeface="+mn-ea"/>
                  <a:cs typeface="+mn-cs"/>
                </a:rPr>
                <a:t>70</a:t>
              </a:r>
              <a:r>
                <a:rPr kumimoji="0" lang="en-DE" sz="2400" b="0" i="0" u="none" strike="noStrike" kern="1200" cap="none" spc="0" normalizeH="0" baseline="0" noProof="0">
                  <a:ln>
                    <a:noFill/>
                  </a:ln>
                  <a:solidFill>
                    <a:srgbClr val="1A1A2E"/>
                  </a:solidFill>
                  <a:effectLst/>
                  <a:uLnTx/>
                  <a:uFillTx/>
                  <a:latin typeface="72 Brand Medium"/>
                  <a:ea typeface="+mn-ea"/>
                  <a:cs typeface="+mn-cs"/>
                </a:rPr>
                <a:t>%</a:t>
              </a:r>
            </a:p>
          </p:txBody>
        </p:sp>
        <p:sp>
          <p:nvSpPr>
            <p:cNvPr id="39" name="TextBox 38">
              <a:extLst>
                <a:ext uri="{FF2B5EF4-FFF2-40B4-BE49-F238E27FC236}">
                  <a16:creationId xmlns:a16="http://schemas.microsoft.com/office/drawing/2014/main" id="{C991CB09-727C-8266-08A5-3970904D7605}"/>
                </a:ext>
              </a:extLst>
            </p:cNvPr>
            <p:cNvSpPr txBox="1"/>
            <p:nvPr/>
          </p:nvSpPr>
          <p:spPr>
            <a:xfrm>
              <a:off x="977904" y="4427592"/>
              <a:ext cx="2125781" cy="307777"/>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rPr>
                <a:t>Reduction in effort to curate manual journal entries.</a:t>
              </a:r>
            </a:p>
          </p:txBody>
        </p:sp>
      </p:grpSp>
      <p:grpSp>
        <p:nvGrpSpPr>
          <p:cNvPr id="104" name="Group 103">
            <a:extLst>
              <a:ext uri="{FF2B5EF4-FFF2-40B4-BE49-F238E27FC236}">
                <a16:creationId xmlns:a16="http://schemas.microsoft.com/office/drawing/2014/main" id="{2A5AB578-24C5-C59D-263C-C68615ECA150}"/>
              </a:ext>
            </a:extLst>
          </p:cNvPr>
          <p:cNvGrpSpPr/>
          <p:nvPr/>
        </p:nvGrpSpPr>
        <p:grpSpPr>
          <a:xfrm>
            <a:off x="5736816" y="4124514"/>
            <a:ext cx="1526100" cy="545884"/>
            <a:chOff x="3753427" y="4035596"/>
            <a:chExt cx="1526100" cy="545884"/>
          </a:xfrm>
        </p:grpSpPr>
        <p:sp>
          <p:nvSpPr>
            <p:cNvPr id="40" name="TextBox 39">
              <a:extLst>
                <a:ext uri="{FF2B5EF4-FFF2-40B4-BE49-F238E27FC236}">
                  <a16:creationId xmlns:a16="http://schemas.microsoft.com/office/drawing/2014/main" id="{7947758F-410A-BC1E-FF13-A0A7F560BE93}"/>
                </a:ext>
              </a:extLst>
            </p:cNvPr>
            <p:cNvSpPr txBox="1"/>
            <p:nvPr/>
          </p:nvSpPr>
          <p:spPr>
            <a:xfrm>
              <a:off x="3753427" y="4035596"/>
              <a:ext cx="1508760" cy="369332"/>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srgbClr val="1A1A2E"/>
                  </a:solidFill>
                  <a:effectLst/>
                  <a:uLnTx/>
                  <a:uFillTx/>
                  <a:latin typeface="72 Brand Medium"/>
                  <a:ea typeface="+mn-ea"/>
                  <a:cs typeface="+mn-cs"/>
                </a:rPr>
                <a:t>Improved</a:t>
              </a:r>
            </a:p>
          </p:txBody>
        </p:sp>
        <p:sp>
          <p:nvSpPr>
            <p:cNvPr id="41" name="TextBox 40">
              <a:extLst>
                <a:ext uri="{FF2B5EF4-FFF2-40B4-BE49-F238E27FC236}">
                  <a16:creationId xmlns:a16="http://schemas.microsoft.com/office/drawing/2014/main" id="{5A1BA212-E2C1-5533-1457-2091D422D394}"/>
                </a:ext>
              </a:extLst>
            </p:cNvPr>
            <p:cNvSpPr txBox="1"/>
            <p:nvPr/>
          </p:nvSpPr>
          <p:spPr>
            <a:xfrm>
              <a:off x="3770767" y="4427592"/>
              <a:ext cx="1508760" cy="15388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rPr>
                <a:t>Quality of manual postings</a:t>
              </a:r>
            </a:p>
          </p:txBody>
        </p:sp>
      </p:grpSp>
      <p:grpSp>
        <p:nvGrpSpPr>
          <p:cNvPr id="79" name="Group 78">
            <a:extLst>
              <a:ext uri="{FF2B5EF4-FFF2-40B4-BE49-F238E27FC236}">
                <a16:creationId xmlns:a16="http://schemas.microsoft.com/office/drawing/2014/main" id="{0117373A-07F5-6AB5-4978-C1C8245166CD}"/>
              </a:ext>
            </a:extLst>
          </p:cNvPr>
          <p:cNvGrpSpPr/>
          <p:nvPr/>
        </p:nvGrpSpPr>
        <p:grpSpPr>
          <a:xfrm>
            <a:off x="979492" y="5578817"/>
            <a:ext cx="1944169" cy="573312"/>
            <a:chOff x="977904" y="5578817"/>
            <a:chExt cx="1944169" cy="573312"/>
          </a:xfrm>
        </p:grpSpPr>
        <p:sp>
          <p:nvSpPr>
            <p:cNvPr id="61" name="TextBox 60">
              <a:extLst>
                <a:ext uri="{FF2B5EF4-FFF2-40B4-BE49-F238E27FC236}">
                  <a16:creationId xmlns:a16="http://schemas.microsoft.com/office/drawing/2014/main" id="{85D2F4B8-980A-D190-ED1E-26BAFD3CD84D}"/>
                </a:ext>
              </a:extLst>
            </p:cNvPr>
            <p:cNvSpPr txBox="1"/>
            <p:nvPr/>
          </p:nvSpPr>
          <p:spPr>
            <a:xfrm>
              <a:off x="977905" y="5578817"/>
              <a:ext cx="1944168" cy="161583"/>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srgbClr val="5D36FF"/>
                  </a:solidFill>
                  <a:effectLst/>
                  <a:uLnTx/>
                  <a:uFillTx/>
                  <a:latin typeface="72 Brand Medium"/>
                  <a:ea typeface="+mn-ea"/>
                  <a:cs typeface="+mn-cs"/>
                </a:rPr>
                <a:t>General Availability</a:t>
              </a:r>
              <a:endParaRPr kumimoji="0" lang="de-DE" sz="105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endParaRPr>
            </a:p>
          </p:txBody>
        </p:sp>
        <p:sp>
          <p:nvSpPr>
            <p:cNvPr id="64" name="TextBox 63">
              <a:extLst>
                <a:ext uri="{FF2B5EF4-FFF2-40B4-BE49-F238E27FC236}">
                  <a16:creationId xmlns:a16="http://schemas.microsoft.com/office/drawing/2014/main" id="{25A88853-E941-4C7D-7B67-B2628C2EA493}"/>
                </a:ext>
              </a:extLst>
            </p:cNvPr>
            <p:cNvSpPr txBox="1"/>
            <p:nvPr/>
          </p:nvSpPr>
          <p:spPr>
            <a:xfrm>
              <a:off x="977904" y="5812108"/>
              <a:ext cx="1944168" cy="340021"/>
            </a:xfrm>
            <a:prstGeom prst="roundRect">
              <a:avLst>
                <a:gd name="adj" fmla="val 50000"/>
              </a:avLst>
            </a:prstGeom>
            <a:gradFill flip="none" rotWithShape="1">
              <a:gsLst>
                <a:gs pos="0">
                  <a:srgbClr val="D2C0FD"/>
                </a:gs>
                <a:gs pos="100000">
                  <a:srgbClr val="E2D8FF"/>
                </a:gs>
              </a:gsLst>
              <a:lin ang="2700000" scaled="1"/>
              <a:tileRect/>
            </a:gradFill>
          </p:spPr>
          <p:txBody>
            <a:bodyPr wrap="square" lIns="0" tIns="0" rIns="0" bIns="0" anchor="ctr">
              <a:noAutofit/>
            </a:bodyPr>
            <a:lstStyle>
              <a:defPPr>
                <a:defRPr lang="en-US"/>
              </a:defPPr>
              <a:lvl1pPr marR="0" lvl="0" indent="0" algn="ctr" defTabSz="457200" fontAlgn="auto">
                <a:lnSpc>
                  <a:spcPct val="100000"/>
                </a:lnSpc>
                <a:spcBef>
                  <a:spcPts val="0"/>
                </a:spcBef>
                <a:spcAft>
                  <a:spcPts val="0"/>
                </a:spcAft>
                <a:buClrTx/>
                <a:buSzTx/>
                <a:buFontTx/>
                <a:buNone/>
                <a:tabLst/>
                <a:defRPr kumimoji="0" sz="900" u="none" strike="noStrike" cap="none" spc="0" normalizeH="0" baseline="0">
                  <a:ln>
                    <a:noFill/>
                  </a:ln>
                  <a:solidFill>
                    <a:srgbClr val="1A1A2E"/>
                  </a:solidFill>
                  <a:effectLst/>
                  <a:uLnTx/>
                  <a:uFillTx/>
                  <a:latin typeface="72 Brand Book" panose="020B0404030603020204" pitchFamily="34" charset="0"/>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srgbClr val="1A1A2E"/>
                  </a:solidFill>
                  <a:effectLst/>
                  <a:uLnTx/>
                  <a:uFillTx/>
                  <a:latin typeface="72 Brand Book" panose="020B0404030603020204" pitchFamily="34" charset="0"/>
                  <a:ea typeface="+mn-ea"/>
                  <a:cs typeface="+mn-cs"/>
                </a:rPr>
                <a:t>Planned September 30, 2026</a:t>
              </a:r>
            </a:p>
          </p:txBody>
        </p:sp>
      </p:grpSp>
      <p:grpSp>
        <p:nvGrpSpPr>
          <p:cNvPr id="80" name="Group 79">
            <a:extLst>
              <a:ext uri="{FF2B5EF4-FFF2-40B4-BE49-F238E27FC236}">
                <a16:creationId xmlns:a16="http://schemas.microsoft.com/office/drawing/2014/main" id="{DAC923D6-1DBE-8399-0B78-5631F313E224}"/>
              </a:ext>
            </a:extLst>
          </p:cNvPr>
          <p:cNvGrpSpPr/>
          <p:nvPr/>
        </p:nvGrpSpPr>
        <p:grpSpPr>
          <a:xfrm>
            <a:off x="3221247" y="5578817"/>
            <a:ext cx="1944169" cy="573312"/>
            <a:chOff x="977904" y="5578817"/>
            <a:chExt cx="1944169" cy="573312"/>
          </a:xfrm>
        </p:grpSpPr>
        <p:sp>
          <p:nvSpPr>
            <p:cNvPr id="81" name="TextBox 80">
              <a:extLst>
                <a:ext uri="{FF2B5EF4-FFF2-40B4-BE49-F238E27FC236}">
                  <a16:creationId xmlns:a16="http://schemas.microsoft.com/office/drawing/2014/main" id="{1DD10B72-6E29-2991-E47C-0D6FA109CDF1}"/>
                </a:ext>
              </a:extLst>
            </p:cNvPr>
            <p:cNvSpPr txBox="1"/>
            <p:nvPr/>
          </p:nvSpPr>
          <p:spPr>
            <a:xfrm>
              <a:off x="977905" y="5578817"/>
              <a:ext cx="1944168" cy="161583"/>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srgbClr val="5D36FF"/>
                  </a:solidFill>
                  <a:effectLst/>
                  <a:uLnTx/>
                  <a:uFillTx/>
                  <a:latin typeface="72 Brand Medium"/>
                  <a:ea typeface="+mn-ea"/>
                  <a:cs typeface="+mn-cs"/>
                </a:rPr>
                <a:t>Early Adopter Care</a:t>
              </a:r>
              <a:endParaRPr kumimoji="0" lang="de-DE" sz="105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endParaRPr>
            </a:p>
          </p:txBody>
        </p:sp>
        <p:sp>
          <p:nvSpPr>
            <p:cNvPr id="86" name="TextBox 85">
              <a:extLst>
                <a:ext uri="{FF2B5EF4-FFF2-40B4-BE49-F238E27FC236}">
                  <a16:creationId xmlns:a16="http://schemas.microsoft.com/office/drawing/2014/main" id="{2CD3C26B-64FD-9379-8C58-7B7BCEE01A77}"/>
                </a:ext>
              </a:extLst>
            </p:cNvPr>
            <p:cNvSpPr txBox="1"/>
            <p:nvPr/>
          </p:nvSpPr>
          <p:spPr>
            <a:xfrm>
              <a:off x="977904" y="5812108"/>
              <a:ext cx="1944168" cy="340021"/>
            </a:xfrm>
            <a:prstGeom prst="roundRect">
              <a:avLst>
                <a:gd name="adj" fmla="val 50000"/>
              </a:avLst>
            </a:prstGeom>
            <a:gradFill flip="none" rotWithShape="1">
              <a:gsLst>
                <a:gs pos="0">
                  <a:srgbClr val="D2C0FD"/>
                </a:gs>
                <a:gs pos="100000">
                  <a:srgbClr val="E2D8FF"/>
                </a:gs>
              </a:gsLst>
              <a:lin ang="2700000" scaled="1"/>
              <a:tileRect/>
            </a:gradFill>
          </p:spPr>
          <p:txBody>
            <a:bodyPr wrap="square" lIns="0" tIns="0" rIns="0" bIns="0" anchor="ctr">
              <a:noAutofit/>
            </a:bodyPr>
            <a:lstStyle>
              <a:defPPr>
                <a:defRPr lang="en-US"/>
              </a:defPPr>
              <a:lvl1pPr marR="0" lvl="0" indent="0" algn="ctr" defTabSz="457200" fontAlgn="auto">
                <a:lnSpc>
                  <a:spcPct val="100000"/>
                </a:lnSpc>
                <a:spcBef>
                  <a:spcPts val="0"/>
                </a:spcBef>
                <a:spcAft>
                  <a:spcPts val="0"/>
                </a:spcAft>
                <a:buClrTx/>
                <a:buSzTx/>
                <a:buFontTx/>
                <a:buNone/>
                <a:tabLst/>
                <a:defRPr kumimoji="0" sz="900" u="none" strike="noStrike" cap="none" spc="0" normalizeH="0" baseline="0">
                  <a:ln>
                    <a:noFill/>
                  </a:ln>
                  <a:solidFill>
                    <a:srgbClr val="1A1A2E"/>
                  </a:solidFill>
                  <a:effectLst/>
                  <a:uLnTx/>
                  <a:uFillTx/>
                  <a:latin typeface="72 Brand Book" panose="020B0404030603020204" pitchFamily="34" charset="0"/>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1A1A2E"/>
                  </a:solidFill>
                  <a:effectLst/>
                  <a:uLnTx/>
                  <a:uFillTx/>
                  <a:latin typeface="72 Brand Book" panose="020B0404030603020204" pitchFamily="34" charset="0"/>
                  <a:ea typeface="+mn-ea"/>
                  <a:cs typeface="+mn-cs"/>
                </a:rPr>
                <a:t>Registration Full</a:t>
              </a:r>
              <a:endParaRPr kumimoji="0" lang="en-CA" sz="900" b="0" i="0" u="none" strike="noStrike" kern="1200" cap="none" spc="0" normalizeH="0" baseline="0" noProof="0">
                <a:ln>
                  <a:noFill/>
                </a:ln>
                <a:solidFill>
                  <a:srgbClr val="1A1A2E"/>
                </a:solidFill>
                <a:effectLst/>
                <a:uLnTx/>
                <a:uFillTx/>
                <a:latin typeface="72 Brand Book" panose="020B0404030603020204" pitchFamily="34" charset="0"/>
                <a:ea typeface="+mn-ea"/>
                <a:cs typeface="+mn-cs"/>
              </a:endParaRPr>
            </a:p>
          </p:txBody>
        </p:sp>
      </p:grpSp>
      <p:grpSp>
        <p:nvGrpSpPr>
          <p:cNvPr id="87" name="Group 86">
            <a:extLst>
              <a:ext uri="{FF2B5EF4-FFF2-40B4-BE49-F238E27FC236}">
                <a16:creationId xmlns:a16="http://schemas.microsoft.com/office/drawing/2014/main" id="{180F5DFA-C80B-60E9-FF9F-B287E92740FD}"/>
              </a:ext>
            </a:extLst>
          </p:cNvPr>
          <p:cNvGrpSpPr/>
          <p:nvPr/>
        </p:nvGrpSpPr>
        <p:grpSpPr>
          <a:xfrm>
            <a:off x="5474730" y="5578817"/>
            <a:ext cx="1944169" cy="573312"/>
            <a:chOff x="977904" y="5578817"/>
            <a:chExt cx="1944169" cy="573312"/>
          </a:xfrm>
        </p:grpSpPr>
        <p:sp>
          <p:nvSpPr>
            <p:cNvPr id="88" name="TextBox 87">
              <a:extLst>
                <a:ext uri="{FF2B5EF4-FFF2-40B4-BE49-F238E27FC236}">
                  <a16:creationId xmlns:a16="http://schemas.microsoft.com/office/drawing/2014/main" id="{E68D57FD-E9B9-5E13-083A-A1D2E9CEE643}"/>
                </a:ext>
              </a:extLst>
            </p:cNvPr>
            <p:cNvSpPr txBox="1"/>
            <p:nvPr/>
          </p:nvSpPr>
          <p:spPr>
            <a:xfrm>
              <a:off x="977905" y="5578817"/>
              <a:ext cx="1944168" cy="161583"/>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srgbClr val="5D36FF"/>
                  </a:solidFill>
                  <a:effectLst/>
                  <a:uLnTx/>
                  <a:uFillTx/>
                  <a:latin typeface="72 Brand Medium"/>
                  <a:ea typeface="+mn-ea"/>
                  <a:cs typeface="+mn-cs"/>
                </a:rPr>
                <a:t>Roadmap</a:t>
              </a:r>
              <a:endParaRPr kumimoji="0" lang="de-DE" sz="105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endParaRPr>
            </a:p>
          </p:txBody>
        </p:sp>
        <p:sp>
          <p:nvSpPr>
            <p:cNvPr id="89" name="TextBox 88">
              <a:extLst>
                <a:ext uri="{FF2B5EF4-FFF2-40B4-BE49-F238E27FC236}">
                  <a16:creationId xmlns:a16="http://schemas.microsoft.com/office/drawing/2014/main" id="{FA259207-8EAC-2F41-FBA3-5615FB854EED}"/>
                </a:ext>
              </a:extLst>
            </p:cNvPr>
            <p:cNvSpPr txBox="1"/>
            <p:nvPr/>
          </p:nvSpPr>
          <p:spPr>
            <a:xfrm>
              <a:off x="977904" y="5812108"/>
              <a:ext cx="1944168" cy="340021"/>
            </a:xfrm>
            <a:prstGeom prst="roundRect">
              <a:avLst>
                <a:gd name="adj" fmla="val 50000"/>
              </a:avLst>
            </a:prstGeom>
            <a:gradFill flip="none" rotWithShape="1">
              <a:gsLst>
                <a:gs pos="0">
                  <a:srgbClr val="D2C0FD"/>
                </a:gs>
                <a:gs pos="100000">
                  <a:srgbClr val="E2D8FF"/>
                </a:gs>
              </a:gsLst>
              <a:lin ang="2700000" scaled="1"/>
              <a:tileRect/>
            </a:gradFill>
          </p:spPr>
          <p:txBody>
            <a:bodyPr wrap="square" lIns="0" tIns="0" rIns="0" bIns="0" anchor="ctr">
              <a:noAutofit/>
            </a:bodyPr>
            <a:lstStyle>
              <a:defPPr>
                <a:defRPr lang="en-US"/>
              </a:defPPr>
              <a:lvl1pPr marR="0" lvl="0" indent="0" algn="ctr" defTabSz="457200" fontAlgn="auto">
                <a:lnSpc>
                  <a:spcPct val="100000"/>
                </a:lnSpc>
                <a:spcBef>
                  <a:spcPts val="0"/>
                </a:spcBef>
                <a:spcAft>
                  <a:spcPts val="0"/>
                </a:spcAft>
                <a:buClrTx/>
                <a:buSzTx/>
                <a:buFontTx/>
                <a:buNone/>
                <a:tabLst/>
                <a:defRPr kumimoji="0" sz="900" u="none" strike="noStrike" cap="none" spc="0" normalizeH="0" baseline="0">
                  <a:ln>
                    <a:noFill/>
                  </a:ln>
                  <a:solidFill>
                    <a:srgbClr val="1A1A2E"/>
                  </a:solidFill>
                  <a:effectLst/>
                  <a:uLnTx/>
                  <a:uFillTx/>
                  <a:latin typeface="72 Brand Book" panose="020B0404030603020204" pitchFamily="34" charset="0"/>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hlinkClick r:id="rId4"/>
                </a:rPr>
                <a:t>Public Cloud link</a:t>
              </a:r>
              <a:r>
                <a:rPr kumimoji="0" lang="en-US" sz="90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rPr>
                <a:t>   </a:t>
              </a:r>
              <a:r>
                <a:rPr kumimoji="0" lang="en-US" sz="90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hlinkClick r:id="rId5"/>
                </a:rPr>
                <a:t>Private Cloud link</a:t>
              </a:r>
              <a:endParaRPr kumimoji="0" lang="en-US" sz="900" b="0" i="0" u="none" strike="noStrike" kern="1200" cap="none" spc="0" normalizeH="0" baseline="0" noProof="0">
                <a:ln>
                  <a:noFill/>
                </a:ln>
                <a:solidFill>
                  <a:srgbClr val="1A1A2E"/>
                </a:solidFill>
                <a:effectLst/>
                <a:uLnTx/>
                <a:uFillTx/>
                <a:latin typeface="72 Brand Book" panose="020B0404030603020204" pitchFamily="34" charset="0"/>
                <a:ea typeface="+mn-ea"/>
                <a:cs typeface="+mn-cs"/>
              </a:endParaRPr>
            </a:p>
          </p:txBody>
        </p:sp>
      </p:grpSp>
      <p:grpSp>
        <p:nvGrpSpPr>
          <p:cNvPr id="105" name="Group 104">
            <a:extLst>
              <a:ext uri="{FF2B5EF4-FFF2-40B4-BE49-F238E27FC236}">
                <a16:creationId xmlns:a16="http://schemas.microsoft.com/office/drawing/2014/main" id="{8C389775-9C07-942F-2545-3458B12EA303}"/>
              </a:ext>
            </a:extLst>
          </p:cNvPr>
          <p:cNvGrpSpPr/>
          <p:nvPr/>
        </p:nvGrpSpPr>
        <p:grpSpPr>
          <a:xfrm>
            <a:off x="7786982" y="3986486"/>
            <a:ext cx="3603765" cy="1154335"/>
            <a:chOff x="7785394" y="3897567"/>
            <a:chExt cx="3603765" cy="1154335"/>
          </a:xfrm>
        </p:grpSpPr>
        <p:sp>
          <p:nvSpPr>
            <p:cNvPr id="95" name="Rounded Rectangle 82">
              <a:extLst>
                <a:ext uri="{FF2B5EF4-FFF2-40B4-BE49-F238E27FC236}">
                  <a16:creationId xmlns:a16="http://schemas.microsoft.com/office/drawing/2014/main" id="{33FE6CD6-3714-52F8-9875-51D9CBAD06F9}"/>
                </a:ext>
              </a:extLst>
            </p:cNvPr>
            <p:cNvSpPr/>
            <p:nvPr/>
          </p:nvSpPr>
          <p:spPr>
            <a:xfrm>
              <a:off x="7785394" y="3897567"/>
              <a:ext cx="3603765" cy="1154335"/>
            </a:xfrm>
            <a:prstGeom prst="roundRect">
              <a:avLst>
                <a:gd name="adj" fmla="val 18085"/>
              </a:avLst>
            </a:prstGeom>
            <a:gradFill flip="none" rotWithShape="1">
              <a:gsLst>
                <a:gs pos="0">
                  <a:srgbClr val="D0BDFD"/>
                </a:gs>
                <a:gs pos="99000">
                  <a:srgbClr val="EAE6FA"/>
                </a:gs>
              </a:gsLst>
              <a:lin ang="2700000" scaled="1"/>
              <a:tileRect/>
            </a:gradFill>
            <a:ln w="9525">
              <a:gradFill flip="none" rotWithShape="1">
                <a:gsLst>
                  <a:gs pos="0">
                    <a:srgbClr val="8C76FA"/>
                  </a:gs>
                  <a:gs pos="100000">
                    <a:srgbClr val="EAE7FA"/>
                  </a:gs>
                </a:gsLst>
                <a:lin ang="2700000" scaled="1"/>
                <a:tileRect/>
              </a:gradFill>
            </a:ln>
            <a:effectLst/>
          </p:spPr>
          <p:style>
            <a:lnRef idx="1">
              <a:schemeClr val="accent1"/>
            </a:lnRef>
            <a:fillRef idx="3">
              <a:schemeClr val="accent1"/>
            </a:fillRef>
            <a:effectRef idx="2">
              <a:schemeClr val="accent1"/>
            </a:effectRef>
            <a:fontRef idx="minor">
              <a:schemeClr val="lt1"/>
            </a:fontRef>
          </p:style>
          <p:txBody>
            <a:bodyPr tIns="36576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1A1A2E"/>
                  </a:solidFill>
                  <a:effectLst/>
                  <a:uLnTx/>
                  <a:uFillTx/>
                  <a:latin typeface="72 Brand Book" panose="020B0404030603020204" pitchFamily="34" charset="0"/>
                  <a:ea typeface="+mn-ea"/>
                  <a:cs typeface="+mn-cs"/>
                </a:rPr>
                <a:t>SAP S/4HANA Cloud Public Edition </a:t>
              </a:r>
            </a:p>
            <a:p>
              <a:pPr marL="0" marR="0" lvl="0" indent="0" algn="ctr" defTabSz="457200" rtl="0" eaLnBrk="1" fontAlgn="auto" latinLnBrk="0" hangingPunct="1">
                <a:lnSpc>
                  <a:spcPct val="100000"/>
                </a:lnSpc>
                <a:spcBef>
                  <a:spcPts val="600"/>
                </a:spcBef>
                <a:spcAft>
                  <a:spcPts val="0"/>
                </a:spcAft>
                <a:buClrTx/>
                <a:buSzTx/>
                <a:buFontTx/>
                <a:buNone/>
                <a:tabLst/>
                <a:defRPr/>
              </a:pPr>
              <a:r>
                <a:rPr kumimoji="0" lang="en-US" sz="900" b="0" i="0" u="none" strike="noStrike" kern="1200" cap="none" spc="0" normalizeH="0" baseline="0" noProof="0">
                  <a:ln>
                    <a:noFill/>
                  </a:ln>
                  <a:solidFill>
                    <a:srgbClr val="1A1A2E"/>
                  </a:solidFill>
                  <a:effectLst/>
                  <a:uLnTx/>
                  <a:uFillTx/>
                  <a:latin typeface="72 Brand Book" panose="020B0404030603020204" pitchFamily="34" charset="0"/>
                  <a:ea typeface="+mn-ea"/>
                  <a:cs typeface="+mn-cs"/>
                </a:rPr>
                <a:t>SAP S/4HANA Cloud Private Edition (Min Version Required: For EAC: 2025 FPS01; For GA: 2023 FPS1)</a:t>
              </a:r>
            </a:p>
          </p:txBody>
        </p:sp>
        <p:sp>
          <p:nvSpPr>
            <p:cNvPr id="96" name="TextBox 95">
              <a:extLst>
                <a:ext uri="{FF2B5EF4-FFF2-40B4-BE49-F238E27FC236}">
                  <a16:creationId xmlns:a16="http://schemas.microsoft.com/office/drawing/2014/main" id="{EDFC9139-A53A-F203-C771-F3BB1A4B170F}"/>
                </a:ext>
              </a:extLst>
            </p:cNvPr>
            <p:cNvSpPr txBox="1"/>
            <p:nvPr/>
          </p:nvSpPr>
          <p:spPr>
            <a:xfrm>
              <a:off x="8689294" y="3986028"/>
              <a:ext cx="1795964" cy="234234"/>
            </a:xfrm>
            <a:prstGeom prst="roundRect">
              <a:avLst>
                <a:gd name="adj" fmla="val 50000"/>
              </a:avLst>
            </a:prstGeom>
            <a:gradFill flip="none" rotWithShape="1">
              <a:gsLst>
                <a:gs pos="0">
                  <a:srgbClr val="8C76FA"/>
                </a:gs>
                <a:gs pos="100000">
                  <a:srgbClr val="6A49FF"/>
                </a:gs>
              </a:gsLst>
              <a:lin ang="2700000" scaled="1"/>
              <a:tileRect/>
            </a:gradFill>
            <a:ln>
              <a:noFill/>
            </a:ln>
          </p:spPr>
          <p:txBody>
            <a:bodyPr wrap="squar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srgbClr val="FFFFFF"/>
                  </a:solidFill>
                  <a:effectLst/>
                  <a:uLnTx/>
                  <a:uFillTx/>
                  <a:latin typeface="72 Brand Book" panose="020B0404030603020204" pitchFamily="34" charset="0"/>
                  <a:ea typeface="+mn-ea"/>
                  <a:cs typeface="+mn-cs"/>
                </a:rPr>
                <a:t>Pre-Requisites</a:t>
              </a:r>
            </a:p>
          </p:txBody>
        </p:sp>
      </p:grpSp>
      <p:grpSp>
        <p:nvGrpSpPr>
          <p:cNvPr id="106" name="Group 105">
            <a:extLst>
              <a:ext uri="{FF2B5EF4-FFF2-40B4-BE49-F238E27FC236}">
                <a16:creationId xmlns:a16="http://schemas.microsoft.com/office/drawing/2014/main" id="{10CDD335-B388-B168-1314-93545E05AC3B}"/>
              </a:ext>
            </a:extLst>
          </p:cNvPr>
          <p:cNvGrpSpPr/>
          <p:nvPr/>
        </p:nvGrpSpPr>
        <p:grpSpPr>
          <a:xfrm>
            <a:off x="7786982" y="5212529"/>
            <a:ext cx="3603765" cy="1154335"/>
            <a:chOff x="7785394" y="5212528"/>
            <a:chExt cx="3603765" cy="1154335"/>
          </a:xfrm>
        </p:grpSpPr>
        <p:sp>
          <p:nvSpPr>
            <p:cNvPr id="101" name="Rounded Rectangle 82">
              <a:extLst>
                <a:ext uri="{FF2B5EF4-FFF2-40B4-BE49-F238E27FC236}">
                  <a16:creationId xmlns:a16="http://schemas.microsoft.com/office/drawing/2014/main" id="{E091A4C1-18B1-3F09-E9FF-856C1F2C069E}"/>
                </a:ext>
              </a:extLst>
            </p:cNvPr>
            <p:cNvSpPr/>
            <p:nvPr/>
          </p:nvSpPr>
          <p:spPr>
            <a:xfrm>
              <a:off x="7785394" y="5212528"/>
              <a:ext cx="3603765" cy="1154335"/>
            </a:xfrm>
            <a:prstGeom prst="roundRect">
              <a:avLst>
                <a:gd name="adj" fmla="val 18085"/>
              </a:avLst>
            </a:prstGeom>
            <a:gradFill flip="none" rotWithShape="1">
              <a:gsLst>
                <a:gs pos="0">
                  <a:srgbClr val="D0BDFD"/>
                </a:gs>
                <a:gs pos="99000">
                  <a:srgbClr val="EAE6FA"/>
                </a:gs>
              </a:gsLst>
              <a:lin ang="2700000" scaled="1"/>
              <a:tileRect/>
            </a:gradFill>
            <a:ln w="9525">
              <a:gradFill flip="none" rotWithShape="1">
                <a:gsLst>
                  <a:gs pos="0">
                    <a:srgbClr val="8C76FA"/>
                  </a:gs>
                  <a:gs pos="100000">
                    <a:srgbClr val="EAE7FA"/>
                  </a:gs>
                </a:gsLst>
                <a:lin ang="2700000" scaled="1"/>
                <a:tileRect/>
              </a:gradFill>
            </a:ln>
            <a:effectLst/>
          </p:spPr>
          <p:style>
            <a:lnRef idx="1">
              <a:schemeClr val="accent1"/>
            </a:lnRef>
            <a:fillRef idx="3">
              <a:schemeClr val="accent1"/>
            </a:fillRef>
            <a:effectRef idx="2">
              <a:schemeClr val="accent1"/>
            </a:effectRef>
            <a:fontRef idx="minor">
              <a:schemeClr val="lt1"/>
            </a:fontRef>
          </p:style>
          <p:txBody>
            <a:bodyPr tIns="36576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1A1A2E"/>
                  </a:solidFill>
                  <a:effectLst/>
                  <a:uLnTx/>
                  <a:uFillTx/>
                  <a:latin typeface="72 Brand Book" panose="020B0404030603020204" pitchFamily="34" charset="0"/>
                  <a:ea typeface="+mn-ea"/>
                  <a:cs typeface="+mn-cs"/>
                </a:rPr>
                <a:t>SAP Advanced Financial Closing</a:t>
              </a:r>
            </a:p>
          </p:txBody>
        </p:sp>
        <p:sp>
          <p:nvSpPr>
            <p:cNvPr id="102" name="TextBox 101">
              <a:extLst>
                <a:ext uri="{FF2B5EF4-FFF2-40B4-BE49-F238E27FC236}">
                  <a16:creationId xmlns:a16="http://schemas.microsoft.com/office/drawing/2014/main" id="{A8668C88-C9AE-EDC9-0DD5-BEA7C2DD761C}"/>
                </a:ext>
              </a:extLst>
            </p:cNvPr>
            <p:cNvSpPr txBox="1"/>
            <p:nvPr/>
          </p:nvSpPr>
          <p:spPr>
            <a:xfrm>
              <a:off x="8689294" y="5300989"/>
              <a:ext cx="1795964" cy="234234"/>
            </a:xfrm>
            <a:prstGeom prst="roundRect">
              <a:avLst>
                <a:gd name="adj" fmla="val 50000"/>
              </a:avLst>
            </a:prstGeom>
            <a:gradFill flip="none" rotWithShape="1">
              <a:gsLst>
                <a:gs pos="0">
                  <a:srgbClr val="8C76FA"/>
                </a:gs>
                <a:gs pos="100000">
                  <a:srgbClr val="6A49FF"/>
                </a:gs>
              </a:gsLst>
              <a:lin ang="2700000" scaled="1"/>
              <a:tileRect/>
            </a:gradFill>
            <a:ln>
              <a:noFill/>
            </a:ln>
          </p:spPr>
          <p:txBody>
            <a:bodyPr wrap="squar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srgbClr val="FFFFFF"/>
                  </a:solidFill>
                  <a:effectLst/>
                  <a:uLnTx/>
                  <a:uFillTx/>
                  <a:latin typeface="72 Brand Book" panose="020B0404030603020204" pitchFamily="34" charset="0"/>
                  <a:ea typeface="+mn-ea"/>
                  <a:cs typeface="+mn-cs"/>
                </a:rPr>
                <a:t>Additionally recommended solutions</a:t>
              </a:r>
            </a:p>
          </p:txBody>
        </p:sp>
      </p:grpSp>
      <p:cxnSp>
        <p:nvCxnSpPr>
          <p:cNvPr id="107" name="Straight Connector 106">
            <a:extLst>
              <a:ext uri="{FF2B5EF4-FFF2-40B4-BE49-F238E27FC236}">
                <a16:creationId xmlns:a16="http://schemas.microsoft.com/office/drawing/2014/main" id="{F1321AC6-8385-2071-BEC3-F8245E891936}"/>
              </a:ext>
            </a:extLst>
          </p:cNvPr>
          <p:cNvCxnSpPr>
            <a:cxnSpLocks/>
          </p:cNvCxnSpPr>
          <p:nvPr/>
        </p:nvCxnSpPr>
        <p:spPr>
          <a:xfrm>
            <a:off x="481012" y="3760064"/>
            <a:ext cx="11201046" cy="0"/>
          </a:xfrm>
          <a:prstGeom prst="line">
            <a:avLst/>
          </a:prstGeom>
          <a:ln w="9525">
            <a:gradFill flip="none" rotWithShape="1">
              <a:gsLst>
                <a:gs pos="0">
                  <a:srgbClr val="B894FF">
                    <a:alpha val="0"/>
                  </a:srgbClr>
                </a:gs>
                <a:gs pos="92992">
                  <a:srgbClr val="AF8BFF"/>
                </a:gs>
                <a:gs pos="5980">
                  <a:srgbClr val="B18DFF"/>
                </a:gs>
                <a:gs pos="52000">
                  <a:srgbClr val="7858FF"/>
                </a:gs>
                <a:gs pos="100000">
                  <a:srgbClr val="B894FF">
                    <a:alpha val="0"/>
                  </a:srgbClr>
                </a:gs>
              </a:gsLst>
              <a:lin ang="0" scaled="1"/>
              <a:tileRect/>
            </a:gra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E9A27851-E794-443E-C3AD-4EECE30DF4BA}"/>
              </a:ext>
            </a:extLst>
          </p:cNvPr>
          <p:cNvGrpSpPr/>
          <p:nvPr/>
        </p:nvGrpSpPr>
        <p:grpSpPr>
          <a:xfrm>
            <a:off x="3352512" y="4124515"/>
            <a:ext cx="2141943" cy="699773"/>
            <a:chOff x="961742" y="4035596"/>
            <a:chExt cx="2141943" cy="699773"/>
          </a:xfrm>
        </p:grpSpPr>
        <p:sp>
          <p:nvSpPr>
            <p:cNvPr id="25" name="TextBox 24">
              <a:extLst>
                <a:ext uri="{FF2B5EF4-FFF2-40B4-BE49-F238E27FC236}">
                  <a16:creationId xmlns:a16="http://schemas.microsoft.com/office/drawing/2014/main" id="{4FC5BD4B-64B2-A506-2AB1-1B599F097A11}"/>
                </a:ext>
              </a:extLst>
            </p:cNvPr>
            <p:cNvSpPr txBox="1"/>
            <p:nvPr/>
          </p:nvSpPr>
          <p:spPr>
            <a:xfrm>
              <a:off x="961742" y="4035596"/>
              <a:ext cx="1508760" cy="369332"/>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1A1A2E"/>
                  </a:solidFill>
                  <a:effectLst/>
                  <a:uLnTx/>
                  <a:uFillTx/>
                  <a:latin typeface="72 Brand Medium"/>
                  <a:ea typeface="+mn-ea"/>
                  <a:cs typeface="+mn-cs"/>
                </a:rPr>
                <a:t>50</a:t>
              </a:r>
              <a:r>
                <a:rPr kumimoji="0" lang="en-DE" sz="2400" b="0" i="0" u="none" strike="noStrike" kern="1200" cap="none" spc="0" normalizeH="0" baseline="0" noProof="0">
                  <a:ln>
                    <a:noFill/>
                  </a:ln>
                  <a:solidFill>
                    <a:srgbClr val="1A1A2E"/>
                  </a:solidFill>
                  <a:effectLst/>
                  <a:uLnTx/>
                  <a:uFillTx/>
                  <a:latin typeface="72 Brand Medium"/>
                  <a:ea typeface="+mn-ea"/>
                  <a:cs typeface="+mn-cs"/>
                </a:rPr>
                <a:t>%</a:t>
              </a:r>
            </a:p>
          </p:txBody>
        </p:sp>
        <p:sp>
          <p:nvSpPr>
            <p:cNvPr id="26" name="TextBox 25">
              <a:extLst>
                <a:ext uri="{FF2B5EF4-FFF2-40B4-BE49-F238E27FC236}">
                  <a16:creationId xmlns:a16="http://schemas.microsoft.com/office/drawing/2014/main" id="{185FE9B2-AC19-FD3D-52B0-A130B196FF38}"/>
                </a:ext>
              </a:extLst>
            </p:cNvPr>
            <p:cNvSpPr txBox="1"/>
            <p:nvPr/>
          </p:nvSpPr>
          <p:spPr>
            <a:xfrm>
              <a:off x="977904" y="4427592"/>
              <a:ext cx="2125781" cy="307777"/>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rPr>
                <a:t>Reduction in effort to upload and validate manual journal entries</a:t>
              </a:r>
            </a:p>
          </p:txBody>
        </p:sp>
      </p:grpSp>
      <p:grpSp>
        <p:nvGrpSpPr>
          <p:cNvPr id="31" name="Group 30">
            <a:extLst>
              <a:ext uri="{FF2B5EF4-FFF2-40B4-BE49-F238E27FC236}">
                <a16:creationId xmlns:a16="http://schemas.microsoft.com/office/drawing/2014/main" id="{55389B06-A634-EA35-FE0C-D37D79AB3212}"/>
              </a:ext>
            </a:extLst>
          </p:cNvPr>
          <p:cNvGrpSpPr/>
          <p:nvPr/>
        </p:nvGrpSpPr>
        <p:grpSpPr>
          <a:xfrm>
            <a:off x="6959579" y="647036"/>
            <a:ext cx="4594554" cy="3031529"/>
            <a:chOff x="465711" y="1433342"/>
            <a:chExt cx="5171910" cy="3412474"/>
          </a:xfrm>
        </p:grpSpPr>
        <p:pic>
          <p:nvPicPr>
            <p:cNvPr id="32" name="Picture 31">
              <a:extLst>
                <a:ext uri="{FF2B5EF4-FFF2-40B4-BE49-F238E27FC236}">
                  <a16:creationId xmlns:a16="http://schemas.microsoft.com/office/drawing/2014/main" id="{29477DEE-ADBA-09A2-083A-DB05DDAC797A}"/>
                </a:ext>
              </a:extLst>
            </p:cNvPr>
            <p:cNvPicPr>
              <a:picLocks noChangeAspect="1"/>
            </p:cNvPicPr>
            <p:nvPr/>
          </p:nvPicPr>
          <p:blipFill>
            <a:blip r:embed="rId6" cstate="email">
              <a:extLst>
                <a:ext uri="{28A0092B-C50C-407E-A947-70E740481C1C}">
                  <a14:useLocalDpi xmlns:a14="http://schemas.microsoft.com/office/drawing/2010/main"/>
                </a:ext>
              </a:extLst>
            </a:blip>
            <a:srcRect/>
            <a:stretch>
              <a:fillRect/>
            </a:stretch>
          </p:blipFill>
          <p:spPr>
            <a:xfrm>
              <a:off x="1016390" y="1433342"/>
              <a:ext cx="3541369" cy="2336905"/>
            </a:xfrm>
            <a:prstGeom prst="roundRect">
              <a:avLst>
                <a:gd name="adj" fmla="val 5630"/>
              </a:avLst>
            </a:prstGeom>
            <a:ln w="9525">
              <a:noFill/>
            </a:ln>
            <a:effectLst>
              <a:outerShdw blurRad="50800" algn="ctr" rotWithShape="0">
                <a:prstClr val="black">
                  <a:alpha val="20000"/>
                </a:prstClr>
              </a:outerShdw>
            </a:effectLst>
          </p:spPr>
        </p:pic>
        <p:pic>
          <p:nvPicPr>
            <p:cNvPr id="33" name="Picture 32">
              <a:extLst>
                <a:ext uri="{FF2B5EF4-FFF2-40B4-BE49-F238E27FC236}">
                  <a16:creationId xmlns:a16="http://schemas.microsoft.com/office/drawing/2014/main" id="{F7B37898-A725-B851-7F40-5F2E89BBC4A4}"/>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465711" y="3224237"/>
              <a:ext cx="5171910" cy="1621579"/>
            </a:xfrm>
            <a:prstGeom prst="rect">
              <a:avLst/>
            </a:prstGeom>
          </p:spPr>
        </p:pic>
      </p:grpSp>
      <p:sp>
        <p:nvSpPr>
          <p:cNvPr id="3" name="Rounded Rectangle 56">
            <a:extLst>
              <a:ext uri="{FF2B5EF4-FFF2-40B4-BE49-F238E27FC236}">
                <a16:creationId xmlns:a16="http://schemas.microsoft.com/office/drawing/2014/main" id="{6BAB70E7-4D2E-6A26-D197-E0B9221DF623}"/>
              </a:ext>
            </a:extLst>
          </p:cNvPr>
          <p:cNvSpPr>
            <a:spLocks noChangeAspect="1"/>
          </p:cNvSpPr>
          <p:nvPr/>
        </p:nvSpPr>
        <p:spPr>
          <a:xfrm>
            <a:off x="10731989" y="1"/>
            <a:ext cx="1461599" cy="317029"/>
          </a:xfrm>
          <a:prstGeom prst="roundRect">
            <a:avLst>
              <a:gd name="adj" fmla="val 0"/>
            </a:avLst>
          </a:prstGeom>
          <a:gradFill flip="none" rotWithShape="1">
            <a:gsLst>
              <a:gs pos="0">
                <a:srgbClr val="8D77F9"/>
              </a:gs>
              <a:gs pos="100000">
                <a:srgbClr val="5D36FF"/>
              </a:gs>
            </a:gsLst>
            <a:lin ang="2700000" scaled="1"/>
            <a:tileRect/>
          </a:gradFill>
          <a:ln w="28575" algn="ctr">
            <a:noFill/>
            <a:miter lim="800000"/>
            <a:headEnd/>
            <a:tailEnd/>
          </a:ln>
        </p:spPr>
        <p:txBody>
          <a:bodyPr lIns="90000" tIns="72000" rIns="90000" bIns="7200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E9ECEE"/>
                </a:solidFill>
                <a:effectLst/>
                <a:uLnTx/>
                <a:uFillTx/>
                <a:latin typeface="72 Brand Medium" panose="020B0504030603020204" pitchFamily="34" charset="0"/>
                <a:ea typeface="+mn-ea"/>
                <a:cs typeface="+mn-cs"/>
              </a:rPr>
              <a:t>Labs Preview</a:t>
            </a:r>
          </a:p>
        </p:txBody>
      </p:sp>
      <p:sp>
        <p:nvSpPr>
          <p:cNvPr id="5" name="Rounded Rectangle 56">
            <a:extLst>
              <a:ext uri="{FF2B5EF4-FFF2-40B4-BE49-F238E27FC236}">
                <a16:creationId xmlns:a16="http://schemas.microsoft.com/office/drawing/2014/main" id="{C67CAD87-FB7B-BBEF-C245-03187A15C17D}"/>
              </a:ext>
            </a:extLst>
          </p:cNvPr>
          <p:cNvSpPr>
            <a:spLocks noChangeAspect="1"/>
          </p:cNvSpPr>
          <p:nvPr/>
        </p:nvSpPr>
        <p:spPr>
          <a:xfrm>
            <a:off x="10733576" y="342128"/>
            <a:ext cx="1461599" cy="317029"/>
          </a:xfrm>
          <a:prstGeom prst="roundRect">
            <a:avLst>
              <a:gd name="adj" fmla="val 0"/>
            </a:avLst>
          </a:prstGeom>
          <a:solidFill>
            <a:srgbClr val="1B90FF"/>
          </a:solidFill>
          <a:ln w="28575" algn="ctr">
            <a:noFill/>
            <a:miter lim="800000"/>
            <a:headEnd/>
            <a:tailEnd/>
          </a:ln>
        </p:spPr>
        <p:txBody>
          <a:bodyPr lIns="90000" tIns="72000" rIns="90000" bIns="7200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E9ECEE"/>
                </a:solidFill>
                <a:effectLst/>
                <a:uLnTx/>
                <a:uFillTx/>
                <a:latin typeface="72 Brand Medium" panose="020B0504030603020204" pitchFamily="34" charset="0"/>
                <a:ea typeface="+mn-ea"/>
                <a:cs typeface="+mn-cs"/>
              </a:rPr>
              <a:t>Public &amp; Private Cloud</a:t>
            </a:r>
          </a:p>
        </p:txBody>
      </p:sp>
    </p:spTree>
    <p:extLst>
      <p:ext uri="{BB962C8B-B14F-4D97-AF65-F5344CB8AC3E}">
        <p14:creationId xmlns:p14="http://schemas.microsoft.com/office/powerpoint/2010/main" val="12169670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C5B2F-E9B3-12B1-3100-CF1E0CD98106}"/>
            </a:ext>
          </a:extLst>
        </p:cNvPr>
        <p:cNvGrpSpPr/>
        <p:nvPr/>
      </p:nvGrpSpPr>
      <p:grpSpPr>
        <a:xfrm>
          <a:off x="0" y="0"/>
          <a:ext cx="0" cy="0"/>
          <a:chOff x="0" y="0"/>
          <a:chExt cx="0" cy="0"/>
        </a:xfrm>
      </p:grpSpPr>
      <p:sp>
        <p:nvSpPr>
          <p:cNvPr id="13" name="Arc 12">
            <a:extLst>
              <a:ext uri="{FF2B5EF4-FFF2-40B4-BE49-F238E27FC236}">
                <a16:creationId xmlns:a16="http://schemas.microsoft.com/office/drawing/2014/main" id="{3C95EF82-D44B-D328-0AFE-CE06CBAF0D6D}"/>
              </a:ext>
            </a:extLst>
          </p:cNvPr>
          <p:cNvSpPr/>
          <p:nvPr/>
        </p:nvSpPr>
        <p:spPr>
          <a:xfrm>
            <a:off x="3438920" y="3030982"/>
            <a:ext cx="1727071" cy="1580052"/>
          </a:xfrm>
          <a:prstGeom prst="arc">
            <a:avLst>
              <a:gd name="adj1" fmla="val 11276639"/>
              <a:gd name="adj2" fmla="val 21142585"/>
            </a:avLst>
          </a:prstGeom>
          <a:ln w="3175">
            <a:solidFill>
              <a:schemeClr val="tx1"/>
            </a:solidFill>
            <a:headEnd type="none" w="med" len="med"/>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088776"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a:ln>
                <a:noFill/>
              </a:ln>
              <a:solidFill>
                <a:srgbClr val="000000"/>
              </a:solidFill>
              <a:effectLst/>
              <a:uLnTx/>
              <a:uFillTx/>
              <a:latin typeface="72 Brand"/>
              <a:ea typeface="+mn-ea"/>
              <a:cs typeface="+mn-cs"/>
            </a:endParaRPr>
          </a:p>
        </p:txBody>
      </p:sp>
      <p:sp>
        <p:nvSpPr>
          <p:cNvPr id="15" name="Title 3">
            <a:extLst>
              <a:ext uri="{FF2B5EF4-FFF2-40B4-BE49-F238E27FC236}">
                <a16:creationId xmlns:a16="http://schemas.microsoft.com/office/drawing/2014/main" id="{AD14C900-88D2-6DCE-02EC-2C1F4A5FEB96}"/>
              </a:ext>
            </a:extLst>
          </p:cNvPr>
          <p:cNvSpPr>
            <a:spLocks noGrp="1"/>
          </p:cNvSpPr>
          <p:nvPr>
            <p:ph type="title"/>
          </p:nvPr>
        </p:nvSpPr>
        <p:spPr>
          <a:xfrm>
            <a:off x="555758" y="496857"/>
            <a:ext cx="9510956" cy="369332"/>
          </a:xfrm>
        </p:spPr>
        <p:txBody>
          <a:bodyPr/>
          <a:lstStyle/>
          <a:p>
            <a:r>
              <a:rPr lang="en-US" sz="2399" noProof="0">
                <a:solidFill>
                  <a:srgbClr val="00144A"/>
                </a:solidFill>
              </a:rPr>
              <a:t>Journal Entry Agent</a:t>
            </a:r>
          </a:p>
        </p:txBody>
      </p:sp>
      <p:sp>
        <p:nvSpPr>
          <p:cNvPr id="16" name="Title">
            <a:extLst>
              <a:ext uri="{FF2B5EF4-FFF2-40B4-BE49-F238E27FC236}">
                <a16:creationId xmlns:a16="http://schemas.microsoft.com/office/drawing/2014/main" id="{93EF21A4-78D8-94A3-F1F7-035829B8BEF3}"/>
              </a:ext>
            </a:extLst>
          </p:cNvPr>
          <p:cNvSpPr txBox="1"/>
          <p:nvPr/>
        </p:nvSpPr>
        <p:spPr bwMode="gray">
          <a:xfrm>
            <a:off x="555757" y="873334"/>
            <a:ext cx="10104023" cy="246221"/>
          </a:xfrm>
          <a:prstGeom prst="rect">
            <a:avLst/>
          </a:prstGeom>
        </p:spPr>
        <p:txBody>
          <a:bodyPr vert="horz" wrap="square" lIns="0" tIns="0" rIns="0" bIns="0" rtlCol="0" anchor="t" anchorCtr="0">
            <a:spAutoFit/>
          </a:bodyPr>
          <a:lstStyle>
            <a:lvl1pPr algn="l" defTabSz="1088558" rtl="0" eaLnBrk="1" latinLnBrk="0" hangingPunct="1">
              <a:spcBef>
                <a:spcPct val="0"/>
              </a:spcBef>
              <a:buNone/>
              <a:defRPr sz="2400" b="0" i="0" kern="1200" baseline="0">
                <a:solidFill>
                  <a:schemeClr val="tx1"/>
                </a:solidFill>
                <a:latin typeface="72 Brand Medium" panose="020B0504030603020204" pitchFamily="34" charset="0"/>
                <a:ea typeface="+mj-ea"/>
                <a:cs typeface="+mj-cs"/>
              </a:defRPr>
            </a:lvl1pPr>
          </a:lstStyle>
          <a:p>
            <a:pPr marL="0" marR="0" lvl="0" indent="0" algn="l" defTabSz="1088558" rtl="0" eaLnBrk="1" fontAlgn="auto" latinLnBrk="0" hangingPunct="1">
              <a:lnSpc>
                <a:spcPct val="100000"/>
              </a:lnSpc>
              <a:spcBef>
                <a:spcPct val="0"/>
              </a:spcBef>
              <a:spcAft>
                <a:spcPts val="0"/>
              </a:spcAft>
              <a:buClrTx/>
              <a:buSzTx/>
              <a:buFontTx/>
              <a:buNone/>
              <a:tabLst/>
              <a:defRPr/>
            </a:pPr>
            <a:r>
              <a:rPr kumimoji="0" lang="en-US" sz="1600" b="0" i="0" u="none" strike="noStrike" kern="1200" cap="none" spc="0" normalizeH="0" baseline="0" noProof="0">
                <a:ln>
                  <a:noFill/>
                </a:ln>
                <a:solidFill>
                  <a:srgbClr val="00144A"/>
                </a:solidFill>
                <a:effectLst/>
                <a:uLnTx/>
                <a:uFillTx/>
                <a:latin typeface="72 Brand Book" panose="020B0404030603020204" pitchFamily="34" charset="0"/>
                <a:ea typeface="+mj-ea"/>
                <a:cs typeface="+mj-cs"/>
              </a:rPr>
              <a:t>Process flow and involved roles</a:t>
            </a:r>
          </a:p>
        </p:txBody>
      </p:sp>
      <p:sp>
        <p:nvSpPr>
          <p:cNvPr id="4" name="Arc 3">
            <a:extLst>
              <a:ext uri="{FF2B5EF4-FFF2-40B4-BE49-F238E27FC236}">
                <a16:creationId xmlns:a16="http://schemas.microsoft.com/office/drawing/2014/main" id="{1D038FD0-CC9B-8B7E-F0BF-F69A8EA3E56F}"/>
              </a:ext>
            </a:extLst>
          </p:cNvPr>
          <p:cNvSpPr/>
          <p:nvPr/>
        </p:nvSpPr>
        <p:spPr>
          <a:xfrm>
            <a:off x="6810924" y="1355196"/>
            <a:ext cx="1727071" cy="1580052"/>
          </a:xfrm>
          <a:prstGeom prst="arc">
            <a:avLst>
              <a:gd name="adj1" fmla="val 11276639"/>
              <a:gd name="adj2" fmla="val 21142585"/>
            </a:avLst>
          </a:prstGeom>
          <a:ln w="3175">
            <a:solidFill>
              <a:schemeClr val="tx1"/>
            </a:solidFill>
            <a:headEnd type="none" w="med" len="med"/>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088776"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a:ln>
                <a:noFill/>
              </a:ln>
              <a:solidFill>
                <a:srgbClr val="000000"/>
              </a:solidFill>
              <a:effectLst/>
              <a:uLnTx/>
              <a:uFillTx/>
              <a:latin typeface="72 Brand"/>
              <a:ea typeface="+mn-ea"/>
              <a:cs typeface="+mn-cs"/>
            </a:endParaRPr>
          </a:p>
        </p:txBody>
      </p:sp>
      <p:cxnSp>
        <p:nvCxnSpPr>
          <p:cNvPr id="5" name="Straight Connector 4">
            <a:extLst>
              <a:ext uri="{FF2B5EF4-FFF2-40B4-BE49-F238E27FC236}">
                <a16:creationId xmlns:a16="http://schemas.microsoft.com/office/drawing/2014/main" id="{776427F8-1406-24B9-2F21-15221899851C}"/>
              </a:ext>
            </a:extLst>
          </p:cNvPr>
          <p:cNvCxnSpPr>
            <a:cxnSpLocks/>
          </p:cNvCxnSpPr>
          <p:nvPr/>
        </p:nvCxnSpPr>
        <p:spPr>
          <a:xfrm>
            <a:off x="1688592" y="2366517"/>
            <a:ext cx="0" cy="2761488"/>
          </a:xfrm>
          <a:prstGeom prst="line">
            <a:avLst/>
          </a:prstGeom>
          <a:ln w="3175">
            <a:solidFill>
              <a:schemeClr val="tx1"/>
            </a:solidFill>
            <a:headEnd type="none" w="med" len="med"/>
            <a:tailEnd type="none"/>
          </a:ln>
        </p:spPr>
        <p:style>
          <a:lnRef idx="1">
            <a:schemeClr val="accent1"/>
          </a:lnRef>
          <a:fillRef idx="0">
            <a:schemeClr val="accent1"/>
          </a:fillRef>
          <a:effectRef idx="0">
            <a:schemeClr val="accent1"/>
          </a:effectRef>
          <a:fontRef idx="minor">
            <a:schemeClr val="tx1"/>
          </a:fontRef>
        </p:style>
      </p:cxnSp>
      <p:sp>
        <p:nvSpPr>
          <p:cNvPr id="14" name="Arc 13">
            <a:extLst>
              <a:ext uri="{FF2B5EF4-FFF2-40B4-BE49-F238E27FC236}">
                <a16:creationId xmlns:a16="http://schemas.microsoft.com/office/drawing/2014/main" id="{AD1EEA5A-5C51-8841-1065-E4247B087A61}"/>
              </a:ext>
            </a:extLst>
          </p:cNvPr>
          <p:cNvSpPr/>
          <p:nvPr/>
        </p:nvSpPr>
        <p:spPr>
          <a:xfrm rot="10800000">
            <a:off x="8524750" y="4271517"/>
            <a:ext cx="1723263" cy="1636776"/>
          </a:xfrm>
          <a:prstGeom prst="arc">
            <a:avLst>
              <a:gd name="adj1" fmla="val 10949285"/>
              <a:gd name="adj2" fmla="val 21447674"/>
            </a:avLst>
          </a:prstGeom>
          <a:ln w="3175">
            <a:solidFill>
              <a:schemeClr val="tx1"/>
            </a:solidFill>
            <a:headEnd type="none" w="med" len="med"/>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088776"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a:ln>
                <a:noFill/>
              </a:ln>
              <a:solidFill>
                <a:srgbClr val="000000"/>
              </a:solidFill>
              <a:effectLst/>
              <a:uLnTx/>
              <a:uFillTx/>
              <a:latin typeface="72 Brand"/>
              <a:ea typeface="+mn-ea"/>
              <a:cs typeface="+mn-cs"/>
            </a:endParaRPr>
          </a:p>
        </p:txBody>
      </p:sp>
      <p:sp>
        <p:nvSpPr>
          <p:cNvPr id="17" name="Arc 16">
            <a:extLst>
              <a:ext uri="{FF2B5EF4-FFF2-40B4-BE49-F238E27FC236}">
                <a16:creationId xmlns:a16="http://schemas.microsoft.com/office/drawing/2014/main" id="{1D4A5471-FE6F-7FE7-AEB0-4E4B7F6AC3EB}"/>
              </a:ext>
            </a:extLst>
          </p:cNvPr>
          <p:cNvSpPr/>
          <p:nvPr/>
        </p:nvSpPr>
        <p:spPr>
          <a:xfrm rot="10800000">
            <a:off x="5153025" y="4245391"/>
            <a:ext cx="1723263" cy="1636776"/>
          </a:xfrm>
          <a:prstGeom prst="arc">
            <a:avLst>
              <a:gd name="adj1" fmla="val 10961411"/>
              <a:gd name="adj2" fmla="val 21440755"/>
            </a:avLst>
          </a:prstGeom>
          <a:ln w="3175">
            <a:solidFill>
              <a:schemeClr val="tx1"/>
            </a:solidFill>
            <a:headEnd type="none" w="med" len="med"/>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088776"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a:ln>
                <a:noFill/>
              </a:ln>
              <a:solidFill>
                <a:srgbClr val="000000"/>
              </a:solidFill>
              <a:effectLst/>
              <a:uLnTx/>
              <a:uFillTx/>
              <a:latin typeface="72 Brand"/>
              <a:ea typeface="+mn-ea"/>
              <a:cs typeface="+mn-cs"/>
            </a:endParaRPr>
          </a:p>
        </p:txBody>
      </p:sp>
      <p:sp>
        <p:nvSpPr>
          <p:cNvPr id="18" name="Arc 17">
            <a:extLst>
              <a:ext uri="{FF2B5EF4-FFF2-40B4-BE49-F238E27FC236}">
                <a16:creationId xmlns:a16="http://schemas.microsoft.com/office/drawing/2014/main" id="{AA814C9C-F988-8360-17AD-67E62AA3AF8A}"/>
              </a:ext>
            </a:extLst>
          </p:cNvPr>
          <p:cNvSpPr/>
          <p:nvPr/>
        </p:nvSpPr>
        <p:spPr>
          <a:xfrm rot="10800000">
            <a:off x="1688591" y="4271517"/>
            <a:ext cx="1723262" cy="1636776"/>
          </a:xfrm>
          <a:prstGeom prst="arc">
            <a:avLst>
              <a:gd name="adj1" fmla="val 10925990"/>
              <a:gd name="adj2" fmla="val 21452890"/>
            </a:avLst>
          </a:prstGeom>
          <a:ln w="3175">
            <a:solidFill>
              <a:schemeClr val="tx1"/>
            </a:solidFill>
            <a:headEnd type="none" w="med" len="med"/>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088776"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a:ln>
                <a:noFill/>
              </a:ln>
              <a:solidFill>
                <a:srgbClr val="000000"/>
              </a:solidFill>
              <a:effectLst/>
              <a:uLnTx/>
              <a:uFillTx/>
              <a:latin typeface="72 Brand"/>
              <a:ea typeface="+mn-ea"/>
              <a:cs typeface="+mn-cs"/>
            </a:endParaRPr>
          </a:p>
        </p:txBody>
      </p:sp>
      <p:cxnSp>
        <p:nvCxnSpPr>
          <p:cNvPr id="19" name="Straight Connector 18">
            <a:extLst>
              <a:ext uri="{FF2B5EF4-FFF2-40B4-BE49-F238E27FC236}">
                <a16:creationId xmlns:a16="http://schemas.microsoft.com/office/drawing/2014/main" id="{534E7ED5-F122-D4BC-60B1-5662F4A3CA80}"/>
              </a:ext>
            </a:extLst>
          </p:cNvPr>
          <p:cNvCxnSpPr>
            <a:cxnSpLocks/>
          </p:cNvCxnSpPr>
          <p:nvPr/>
        </p:nvCxnSpPr>
        <p:spPr>
          <a:xfrm>
            <a:off x="3415781" y="4029836"/>
            <a:ext cx="2" cy="906399"/>
          </a:xfrm>
          <a:prstGeom prst="line">
            <a:avLst/>
          </a:prstGeom>
          <a:ln w="3175">
            <a:solidFill>
              <a:schemeClr val="tx1"/>
            </a:solidFill>
            <a:headEnd type="none" w="med" len="med"/>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DDFE998-648F-354A-BDE1-2C0D40FABCB9}"/>
              </a:ext>
            </a:extLst>
          </p:cNvPr>
          <p:cNvCxnSpPr>
            <a:cxnSpLocks/>
          </p:cNvCxnSpPr>
          <p:nvPr/>
        </p:nvCxnSpPr>
        <p:spPr>
          <a:xfrm>
            <a:off x="5153672" y="4124070"/>
            <a:ext cx="0" cy="1003935"/>
          </a:xfrm>
          <a:prstGeom prst="line">
            <a:avLst/>
          </a:prstGeom>
          <a:ln w="3175">
            <a:solidFill>
              <a:schemeClr val="tx1"/>
            </a:solidFill>
            <a:headEnd type="none" w="med" len="med"/>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5B4542F-1997-458A-A243-4A735049B3A0}"/>
              </a:ext>
            </a:extLst>
          </p:cNvPr>
          <p:cNvCxnSpPr>
            <a:cxnSpLocks/>
            <a:endCxn id="17" idx="0"/>
          </p:cNvCxnSpPr>
          <p:nvPr/>
        </p:nvCxnSpPr>
        <p:spPr>
          <a:xfrm>
            <a:off x="6869288" y="1693290"/>
            <a:ext cx="5948" cy="3410925"/>
          </a:xfrm>
          <a:prstGeom prst="line">
            <a:avLst/>
          </a:prstGeom>
          <a:ln w="3175">
            <a:solidFill>
              <a:schemeClr val="tx1"/>
            </a:solidFill>
            <a:headEnd type="none" w="med" len="med"/>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E296B9D-4862-8F62-2BEE-792678C1A4C9}"/>
              </a:ext>
            </a:extLst>
          </p:cNvPr>
          <p:cNvCxnSpPr>
            <a:cxnSpLocks/>
          </p:cNvCxnSpPr>
          <p:nvPr/>
        </p:nvCxnSpPr>
        <p:spPr>
          <a:xfrm>
            <a:off x="8551465" y="2182536"/>
            <a:ext cx="486" cy="3419010"/>
          </a:xfrm>
          <a:prstGeom prst="line">
            <a:avLst/>
          </a:prstGeom>
          <a:ln w="3175">
            <a:solidFill>
              <a:schemeClr val="tx1"/>
            </a:solidFill>
            <a:headEnd type="none" w="med" len="med"/>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B4AEBB0-9646-EA24-8281-1172C7D10143}"/>
              </a:ext>
            </a:extLst>
          </p:cNvPr>
          <p:cNvCxnSpPr>
            <a:cxnSpLocks/>
          </p:cNvCxnSpPr>
          <p:nvPr/>
        </p:nvCxnSpPr>
        <p:spPr>
          <a:xfrm>
            <a:off x="10248013" y="2836925"/>
            <a:ext cx="0" cy="2291080"/>
          </a:xfrm>
          <a:prstGeom prst="line">
            <a:avLst/>
          </a:prstGeom>
          <a:ln w="3175">
            <a:solidFill>
              <a:schemeClr val="tx1"/>
            </a:solidFill>
            <a:headEnd type="none" w="med" len="med"/>
            <a:tailEnd type="non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E258A958-C998-55E5-8C62-2BEEB9630385}"/>
              </a:ext>
            </a:extLst>
          </p:cNvPr>
          <p:cNvSpPr/>
          <p:nvPr/>
        </p:nvSpPr>
        <p:spPr bwMode="gray">
          <a:xfrm>
            <a:off x="2652187" y="3691040"/>
            <a:ext cx="1508760" cy="676656"/>
          </a:xfrm>
          <a:prstGeom prst="rect">
            <a:avLst/>
          </a:prstGeom>
          <a:solidFill>
            <a:schemeClr val="bg1"/>
          </a:solidFill>
          <a:ln>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16" rIns="0" bIns="91416"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0"/>
              </a:spcAft>
              <a:buClrTx/>
              <a:buSzTx/>
              <a:buFontTx/>
              <a:buNone/>
              <a:tabLst/>
              <a:defRPr/>
            </a:pP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Validate correctness of posting input data</a:t>
            </a:r>
          </a:p>
        </p:txBody>
      </p:sp>
      <p:sp>
        <p:nvSpPr>
          <p:cNvPr id="31" name="Rectangle 30">
            <a:extLst>
              <a:ext uri="{FF2B5EF4-FFF2-40B4-BE49-F238E27FC236}">
                <a16:creationId xmlns:a16="http://schemas.microsoft.com/office/drawing/2014/main" id="{E7C1E4C2-4FB5-083F-55A7-E04826BC983F}"/>
              </a:ext>
            </a:extLst>
          </p:cNvPr>
          <p:cNvSpPr/>
          <p:nvPr/>
        </p:nvSpPr>
        <p:spPr bwMode="gray">
          <a:xfrm>
            <a:off x="2274518" y="4951763"/>
            <a:ext cx="1508760" cy="676656"/>
          </a:xfrm>
          <a:prstGeom prst="rect">
            <a:avLst/>
          </a:prstGeom>
          <a:solidFill>
            <a:schemeClr val="bg1"/>
          </a:solidFill>
          <a:ln>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16" rIns="0" bIns="91416"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0"/>
              </a:spcAft>
              <a:buClrTx/>
              <a:buSzTx/>
              <a:buFontTx/>
              <a:buNone/>
              <a:tabLst/>
              <a:defRPr/>
            </a:pP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Parse &amp; Map </a:t>
            </a:r>
            <a:b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b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posting input file</a:t>
            </a:r>
          </a:p>
        </p:txBody>
      </p:sp>
      <p:sp>
        <p:nvSpPr>
          <p:cNvPr id="32" name="Rectangle 31">
            <a:extLst>
              <a:ext uri="{FF2B5EF4-FFF2-40B4-BE49-F238E27FC236}">
                <a16:creationId xmlns:a16="http://schemas.microsoft.com/office/drawing/2014/main" id="{E7349060-9B1B-851F-1C53-E0C4476AA671}"/>
              </a:ext>
            </a:extLst>
          </p:cNvPr>
          <p:cNvSpPr/>
          <p:nvPr/>
        </p:nvSpPr>
        <p:spPr bwMode="gray">
          <a:xfrm>
            <a:off x="4397253" y="3711311"/>
            <a:ext cx="1508760" cy="676656"/>
          </a:xfrm>
          <a:prstGeom prst="rect">
            <a:avLst/>
          </a:prstGeom>
          <a:solidFill>
            <a:schemeClr val="bg1"/>
          </a:solidFill>
          <a:ln>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16" rIns="0" bIns="91416"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0"/>
              </a:spcAft>
              <a:buClrTx/>
              <a:buSzTx/>
              <a:buFontTx/>
              <a:buNone/>
              <a:tabLst/>
              <a:defRPr/>
            </a:pP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Validate against company posting rules (if existing)</a:t>
            </a:r>
          </a:p>
        </p:txBody>
      </p:sp>
      <p:sp>
        <p:nvSpPr>
          <p:cNvPr id="33" name="Rectangle 32">
            <a:extLst>
              <a:ext uri="{FF2B5EF4-FFF2-40B4-BE49-F238E27FC236}">
                <a16:creationId xmlns:a16="http://schemas.microsoft.com/office/drawing/2014/main" id="{F9816D1A-62B1-33E5-3B0D-9CF113EBC203}"/>
              </a:ext>
            </a:extLst>
          </p:cNvPr>
          <p:cNvSpPr/>
          <p:nvPr/>
        </p:nvSpPr>
        <p:spPr bwMode="gray">
          <a:xfrm>
            <a:off x="4459541" y="5032847"/>
            <a:ext cx="1508760" cy="676656"/>
          </a:xfrm>
          <a:prstGeom prst="rect">
            <a:avLst/>
          </a:prstGeom>
          <a:solidFill>
            <a:schemeClr val="bg1"/>
          </a:solidFill>
          <a:ln>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16" rIns="0" bIns="91416"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0"/>
              </a:spcAft>
              <a:buClrTx/>
              <a:buSzTx/>
              <a:buFontTx/>
              <a:buNone/>
              <a:tabLst/>
              <a:defRPr/>
            </a:pP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Validate with historical postings </a:t>
            </a:r>
          </a:p>
        </p:txBody>
      </p:sp>
      <p:sp>
        <p:nvSpPr>
          <p:cNvPr id="34" name="Rectangle 33">
            <a:extLst>
              <a:ext uri="{FF2B5EF4-FFF2-40B4-BE49-F238E27FC236}">
                <a16:creationId xmlns:a16="http://schemas.microsoft.com/office/drawing/2014/main" id="{A01F49FE-7FE7-11A9-746D-E87631036388}"/>
              </a:ext>
            </a:extLst>
          </p:cNvPr>
          <p:cNvSpPr/>
          <p:nvPr/>
        </p:nvSpPr>
        <p:spPr bwMode="gray">
          <a:xfrm>
            <a:off x="6120805" y="3986481"/>
            <a:ext cx="1508760" cy="676656"/>
          </a:xfrm>
          <a:prstGeom prst="rect">
            <a:avLst/>
          </a:prstGeom>
          <a:solidFill>
            <a:schemeClr val="bg1"/>
          </a:solidFill>
          <a:ln>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16" rIns="0" bIns="91416"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0"/>
              </a:spcAft>
              <a:buClrTx/>
              <a:buSzTx/>
              <a:buFontTx/>
              <a:buNone/>
              <a:tabLst/>
              <a:defRPr/>
            </a:pP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Prepare</a:t>
            </a:r>
            <a:b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b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journal entry proposals</a:t>
            </a:r>
          </a:p>
        </p:txBody>
      </p:sp>
      <p:sp>
        <p:nvSpPr>
          <p:cNvPr id="35" name="Rectangle 34">
            <a:extLst>
              <a:ext uri="{FF2B5EF4-FFF2-40B4-BE49-F238E27FC236}">
                <a16:creationId xmlns:a16="http://schemas.microsoft.com/office/drawing/2014/main" id="{892EE4E6-4DC7-0F02-C067-13725BC8B555}"/>
              </a:ext>
            </a:extLst>
          </p:cNvPr>
          <p:cNvSpPr/>
          <p:nvPr/>
        </p:nvSpPr>
        <p:spPr bwMode="gray">
          <a:xfrm>
            <a:off x="6120805" y="2748440"/>
            <a:ext cx="1508760" cy="676656"/>
          </a:xfrm>
          <a:prstGeom prst="rect">
            <a:avLst/>
          </a:prstGeom>
          <a:solidFill>
            <a:schemeClr val="bg1"/>
          </a:solidFill>
          <a:ln>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16" rIns="0" bIns="91416"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0"/>
              </a:spcAft>
              <a:buClrTx/>
              <a:buSzTx/>
              <a:buFontTx/>
              <a:buNone/>
              <a:tabLst/>
              <a:defRPr/>
            </a:pP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Notify</a:t>
            </a:r>
            <a:b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b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User</a:t>
            </a:r>
          </a:p>
        </p:txBody>
      </p:sp>
      <p:sp>
        <p:nvSpPr>
          <p:cNvPr id="36" name="Rectangle 35">
            <a:extLst>
              <a:ext uri="{FF2B5EF4-FFF2-40B4-BE49-F238E27FC236}">
                <a16:creationId xmlns:a16="http://schemas.microsoft.com/office/drawing/2014/main" id="{1AB0BB61-BEA0-0EFA-F89A-AE558FF7C61C}"/>
              </a:ext>
            </a:extLst>
          </p:cNvPr>
          <p:cNvSpPr/>
          <p:nvPr/>
        </p:nvSpPr>
        <p:spPr bwMode="gray">
          <a:xfrm>
            <a:off x="9492492" y="4356191"/>
            <a:ext cx="1508760" cy="676656"/>
          </a:xfrm>
          <a:prstGeom prst="rect">
            <a:avLst/>
          </a:prstGeom>
          <a:solidFill>
            <a:schemeClr val="bg1"/>
          </a:solidFill>
          <a:ln>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16" rIns="0" bIns="91416"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0"/>
              </a:spcAft>
              <a:buClrTx/>
              <a:buSzTx/>
              <a:buFontTx/>
              <a:buNone/>
              <a:tabLst/>
              <a:defRPr/>
            </a:pP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Post journal entries</a:t>
            </a:r>
          </a:p>
        </p:txBody>
      </p:sp>
      <p:sp>
        <p:nvSpPr>
          <p:cNvPr id="37" name="Rectangle 36">
            <a:extLst>
              <a:ext uri="{FF2B5EF4-FFF2-40B4-BE49-F238E27FC236}">
                <a16:creationId xmlns:a16="http://schemas.microsoft.com/office/drawing/2014/main" id="{998EAB99-A59A-26C1-11D0-246879C0D3C8}"/>
              </a:ext>
            </a:extLst>
          </p:cNvPr>
          <p:cNvSpPr/>
          <p:nvPr/>
        </p:nvSpPr>
        <p:spPr bwMode="gray">
          <a:xfrm>
            <a:off x="9464092" y="2610353"/>
            <a:ext cx="1508760" cy="676656"/>
          </a:xfrm>
          <a:prstGeom prst="rect">
            <a:avLst/>
          </a:prstGeom>
          <a:solidFill>
            <a:schemeClr val="bg1"/>
          </a:solidFill>
          <a:ln>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16" rIns="0" bIns="91416"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0"/>
              </a:spcAft>
              <a:buClrTx/>
              <a:buSzTx/>
              <a:buFontTx/>
              <a:buNone/>
              <a:tabLst/>
              <a:defRPr/>
            </a:pP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Check</a:t>
            </a:r>
          </a:p>
          <a:p>
            <a:pPr marL="0" marR="0" lvl="0" indent="0" algn="ctr" defTabSz="932192" rtl="0" eaLnBrk="1" fontAlgn="base" latinLnBrk="0" hangingPunct="1">
              <a:lnSpc>
                <a:spcPct val="90000"/>
              </a:lnSpc>
              <a:spcBef>
                <a:spcPct val="0"/>
              </a:spcBef>
              <a:spcAft>
                <a:spcPts val="0"/>
              </a:spcAft>
              <a:buClrTx/>
              <a:buSzTx/>
              <a:buFontTx/>
              <a:buNone/>
              <a:tabLst/>
              <a:defRPr/>
            </a:pP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accounting entries</a:t>
            </a:r>
          </a:p>
        </p:txBody>
      </p:sp>
      <p:sp>
        <p:nvSpPr>
          <p:cNvPr id="38" name="Rectangle 37">
            <a:extLst>
              <a:ext uri="{FF2B5EF4-FFF2-40B4-BE49-F238E27FC236}">
                <a16:creationId xmlns:a16="http://schemas.microsoft.com/office/drawing/2014/main" id="{49106EA2-CA5B-B095-437C-603ECA4F4C98}"/>
              </a:ext>
            </a:extLst>
          </p:cNvPr>
          <p:cNvSpPr/>
          <p:nvPr/>
        </p:nvSpPr>
        <p:spPr bwMode="gray">
          <a:xfrm>
            <a:off x="7797328" y="3275293"/>
            <a:ext cx="1508760" cy="866111"/>
          </a:xfrm>
          <a:prstGeom prst="rect">
            <a:avLst/>
          </a:prstGeom>
          <a:solidFill>
            <a:schemeClr val="bg1"/>
          </a:solidFill>
          <a:ln>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16" rIns="0" bIns="91416"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0"/>
              </a:spcAft>
              <a:buClrTx/>
              <a:buSzTx/>
              <a:buFontTx/>
              <a:buNone/>
              <a:tabLst/>
              <a:defRPr/>
            </a:pP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Review and Accept/Reject</a:t>
            </a:r>
            <a:b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b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journal entry proposals</a:t>
            </a:r>
          </a:p>
        </p:txBody>
      </p:sp>
      <p:sp>
        <p:nvSpPr>
          <p:cNvPr id="50" name="Rectangle 49">
            <a:extLst>
              <a:ext uri="{FF2B5EF4-FFF2-40B4-BE49-F238E27FC236}">
                <a16:creationId xmlns:a16="http://schemas.microsoft.com/office/drawing/2014/main" id="{F91A02A0-52E7-0711-1D7B-76A1C16E3E27}"/>
              </a:ext>
            </a:extLst>
          </p:cNvPr>
          <p:cNvSpPr/>
          <p:nvPr/>
        </p:nvSpPr>
        <p:spPr bwMode="gray">
          <a:xfrm>
            <a:off x="943778" y="2747794"/>
            <a:ext cx="1508760" cy="676656"/>
          </a:xfrm>
          <a:prstGeom prst="rect">
            <a:avLst/>
          </a:prstGeom>
          <a:solidFill>
            <a:schemeClr val="bg1"/>
          </a:solidFill>
          <a:ln>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16" rIns="0" bIns="91416"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0"/>
              </a:spcAft>
              <a:buClrTx/>
              <a:buSzTx/>
              <a:buFontTx/>
              <a:buNone/>
              <a:tabLst/>
              <a:defRPr/>
            </a:pP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Upload posting input Excel file</a:t>
            </a:r>
          </a:p>
        </p:txBody>
      </p:sp>
      <p:pic>
        <p:nvPicPr>
          <p:cNvPr id="51" name="Picture 50" descr="A blue and white cartoon of a person&#10;&#10;AI-generated content may be incorrect.">
            <a:extLst>
              <a:ext uri="{FF2B5EF4-FFF2-40B4-BE49-F238E27FC236}">
                <a16:creationId xmlns:a16="http://schemas.microsoft.com/office/drawing/2014/main" id="{CDA1BFC6-8DA9-C1B2-D90F-72D927DDE308}"/>
              </a:ext>
            </a:extLst>
          </p:cNvPr>
          <p:cNvPicPr>
            <a:picLocks noChangeAspect="1"/>
          </p:cNvPicPr>
          <p:nvPr/>
        </p:nvPicPr>
        <p:blipFill>
          <a:blip r:embed="rId8" cstate="email">
            <a:alphaModFix/>
            <a:extLst>
              <a:ext uri="{BEBA8EAE-BF5A-486C-A8C5-ECC9F3942E4B}">
                <a14:imgProps xmlns:a14="http://schemas.microsoft.com/office/drawing/2010/main">
                  <a14:imgLayer r:embed="rId9">
                    <a14:imgEffect>
                      <a14:backgroundRemoval t="9324" b="99385" l="6607" r="89941">
                        <a14:foregroundMark x1="36686" y1="96516" x2="10454" y2="56762"/>
                        <a14:foregroundMark x1="10454" y1="56762" x2="34122" y2="15266"/>
                        <a14:foregroundMark x1="34122" y1="15266" x2="79290" y2="22029"/>
                        <a14:foregroundMark x1="79290" y1="22029" x2="92308" y2="67008"/>
                        <a14:foregroundMark x1="92308" y1="67008" x2="59961" y2="99385"/>
                        <a14:foregroundMark x1="59961" y1="99385" x2="39349" y2="99385"/>
                        <a14:foregroundMark x1="6607" y1="61475" x2="6607" y2="48258"/>
                        <a14:foregroundMark x1="53945" y1="52971" x2="40335" y2="61475"/>
                        <a14:foregroundMark x1="33037" y1="44467" x2="67653" y2="73770"/>
                        <a14:foregroundMark x1="31164" y1="70902" x2="82249" y2="42520"/>
                        <a14:foregroundMark x1="47633" y1="44467" x2="43590" y2="95594"/>
                        <a14:foregroundMark x1="43590" y1="95594" x2="56706" y2="94570"/>
                        <a14:foregroundMark x1="57594" y1="57684" x2="62229" y2="55840"/>
                        <a14:foregroundMark x1="39349" y1="58607" x2="36686" y2="60553"/>
                        <a14:foregroundMark x1="54931" y1="69057" x2="59467" y2="91803"/>
                        <a14:foregroundMark x1="61243" y1="61475" x2="54931" y2="66189"/>
                        <a14:foregroundMark x1="49408" y1="75717" x2="53057" y2="78484"/>
                        <a14:foregroundMark x1="43984" y1="61475" x2="49408" y2="77561"/>
                        <a14:foregroundMark x1="34813" y1="56762" x2="41223" y2="59529"/>
                        <a14:foregroundMark x1="58580" y1="88934" x2="60355" y2="79508"/>
                        <a14:foregroundMark x1="53945" y1="86066" x2="58580" y2="81352"/>
                        <a14:foregroundMark x1="41223" y1="93648" x2="41223" y2="86066"/>
                        <a14:foregroundMark x1="39349" y1="9426" x2="56706" y2="10348"/>
                        <a14:backgroundMark x1="50296" y1="73770" x2="49704" y2="73156"/>
                      </a14:backgroundRemoval>
                    </a14:imgEffect>
                    <a14:imgEffect>
                      <a14:sharpenSoften amount="50000"/>
                    </a14:imgEffect>
                  </a14:imgLayer>
                </a14:imgProps>
              </a:ext>
              <a:ext uri="{28A0092B-C50C-407E-A947-70E740481C1C}">
                <a14:useLocalDpi xmlns:a14="http://schemas.microsoft.com/office/drawing/2010/main"/>
              </a:ext>
            </a:extLst>
          </a:blip>
          <a:srcRect l="-942"/>
          <a:stretch>
            <a:fillRect/>
          </a:stretch>
        </p:blipFill>
        <p:spPr>
          <a:xfrm>
            <a:off x="1143000" y="1307224"/>
            <a:ext cx="1113142" cy="1060704"/>
          </a:xfrm>
          <a:prstGeom prst="rect">
            <a:avLst/>
          </a:prstGeom>
          <a:solidFill>
            <a:srgbClr val="FFFFFF">
              <a:alpha val="50000"/>
            </a:srgbClr>
          </a:solidFill>
        </p:spPr>
      </p:pic>
      <p:grpSp>
        <p:nvGrpSpPr>
          <p:cNvPr id="104" name="Group 103">
            <a:extLst>
              <a:ext uri="{FF2B5EF4-FFF2-40B4-BE49-F238E27FC236}">
                <a16:creationId xmlns:a16="http://schemas.microsoft.com/office/drawing/2014/main" id="{A7167409-0DCD-9D18-CB93-08828EEC7E20}"/>
              </a:ext>
            </a:extLst>
          </p:cNvPr>
          <p:cNvGrpSpPr/>
          <p:nvPr/>
        </p:nvGrpSpPr>
        <p:grpSpPr>
          <a:xfrm>
            <a:off x="2721478" y="3143344"/>
            <a:ext cx="1444010" cy="435334"/>
            <a:chOff x="2862056" y="2935248"/>
            <a:chExt cx="1444010" cy="435334"/>
          </a:xfrm>
        </p:grpSpPr>
        <p:sp>
          <p:nvSpPr>
            <p:cNvPr id="54" name="Rounded Rectangle 53">
              <a:extLst>
                <a:ext uri="{FF2B5EF4-FFF2-40B4-BE49-F238E27FC236}">
                  <a16:creationId xmlns:a16="http://schemas.microsoft.com/office/drawing/2014/main" id="{F2F31B32-13DA-141A-9367-CE6CC8AC0BF0}"/>
                </a:ext>
              </a:extLst>
            </p:cNvPr>
            <p:cNvSpPr/>
            <p:nvPr/>
          </p:nvSpPr>
          <p:spPr bwMode="gray">
            <a:xfrm>
              <a:off x="2862056" y="2935248"/>
              <a:ext cx="1444010" cy="435334"/>
            </a:xfrm>
            <a:prstGeom prst="roundRect">
              <a:avLst/>
            </a:prstGeom>
            <a:solidFill>
              <a:srgbClr val="7858FF"/>
            </a:solidFill>
            <a:ln w="28575" algn="ctr">
              <a:noFill/>
              <a:miter lim="800000"/>
              <a:headEnd/>
              <a:tailEnd/>
            </a:ln>
          </p:spPr>
          <p:txBody>
            <a:bodyPr lIns="45720" tIns="72000" rIns="90000" bIns="72000" rtlCol="0" anchor="ctr"/>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r>
                <a:rPr kumimoji="0" lang="en-US" sz="1050" b="0" i="1" u="none" strike="noStrike" kern="0" cap="none" spc="0" normalizeH="0" baseline="0" noProof="0">
                  <a:ln>
                    <a:noFill/>
                  </a:ln>
                  <a:solidFill>
                    <a:srgbClr val="FFFFFF"/>
                  </a:solidFill>
                  <a:effectLst/>
                  <a:uLnTx/>
                  <a:uFillTx/>
                  <a:latin typeface="72 Brand"/>
                  <a:ea typeface="72 Brand" pitchFamily="34" charset="-128"/>
                  <a:cs typeface="72 Brand" pitchFamily="34" charset="-128"/>
                </a:rPr>
                <a:t>SAP ERP-grounded Knowledge Graph</a:t>
              </a:r>
            </a:p>
          </p:txBody>
        </p:sp>
        <p:pic>
          <p:nvPicPr>
            <p:cNvPr id="55" name="Graphic 54">
              <a:extLst>
                <a:ext uri="{FF2B5EF4-FFF2-40B4-BE49-F238E27FC236}">
                  <a16:creationId xmlns:a16="http://schemas.microsoft.com/office/drawing/2014/main" id="{31B404CA-A5E2-7B77-2ACE-9D13195A032D}"/>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068120" y="3086354"/>
              <a:ext cx="175430" cy="175429"/>
            </a:xfrm>
            <a:prstGeom prst="rect">
              <a:avLst/>
            </a:prstGeom>
            <a:effectLst/>
          </p:spPr>
        </p:pic>
      </p:grpSp>
      <p:grpSp>
        <p:nvGrpSpPr>
          <p:cNvPr id="2" name="Group 1">
            <a:extLst>
              <a:ext uri="{FF2B5EF4-FFF2-40B4-BE49-F238E27FC236}">
                <a16:creationId xmlns:a16="http://schemas.microsoft.com/office/drawing/2014/main" id="{BA0EB479-CEC2-0A67-B12D-F13A81B4BC8C}"/>
              </a:ext>
            </a:extLst>
          </p:cNvPr>
          <p:cNvGrpSpPr/>
          <p:nvPr/>
        </p:nvGrpSpPr>
        <p:grpSpPr>
          <a:xfrm>
            <a:off x="6109708" y="6350176"/>
            <a:ext cx="5190249" cy="416102"/>
            <a:chOff x="6109708" y="6350176"/>
            <a:chExt cx="5190249" cy="416102"/>
          </a:xfrm>
        </p:grpSpPr>
        <p:sp>
          <p:nvSpPr>
            <p:cNvPr id="3" name="Rectangle 2">
              <a:extLst>
                <a:ext uri="{FF2B5EF4-FFF2-40B4-BE49-F238E27FC236}">
                  <a16:creationId xmlns:a16="http://schemas.microsoft.com/office/drawing/2014/main" id="{4FA50C89-7E83-D1D1-C647-80507934244D}"/>
                </a:ext>
              </a:extLst>
            </p:cNvPr>
            <p:cNvSpPr/>
            <p:nvPr/>
          </p:nvSpPr>
          <p:spPr bwMode="gray">
            <a:xfrm>
              <a:off x="6109708" y="6350176"/>
              <a:ext cx="5190249" cy="416102"/>
            </a:xfrm>
            <a:prstGeom prst="rect">
              <a:avLst/>
            </a:prstGeom>
            <a:solidFill>
              <a:srgbClr val="EAECEE"/>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grpSp>
          <p:nvGrpSpPr>
            <p:cNvPr id="7" name="Group 6">
              <a:extLst>
                <a:ext uri="{FF2B5EF4-FFF2-40B4-BE49-F238E27FC236}">
                  <a16:creationId xmlns:a16="http://schemas.microsoft.com/office/drawing/2014/main" id="{7594376C-DCF7-D8FA-A2C3-3C91E19E6E8B}"/>
                </a:ext>
              </a:extLst>
            </p:cNvPr>
            <p:cNvGrpSpPr/>
            <p:nvPr/>
          </p:nvGrpSpPr>
          <p:grpSpPr>
            <a:xfrm>
              <a:off x="6198869" y="6399580"/>
              <a:ext cx="5047738" cy="343314"/>
              <a:chOff x="6198869" y="6380864"/>
              <a:chExt cx="5047738" cy="343314"/>
            </a:xfrm>
          </p:grpSpPr>
          <p:grpSp>
            <p:nvGrpSpPr>
              <p:cNvPr id="8" name="Group 7">
                <a:extLst>
                  <a:ext uri="{FF2B5EF4-FFF2-40B4-BE49-F238E27FC236}">
                    <a16:creationId xmlns:a16="http://schemas.microsoft.com/office/drawing/2014/main" id="{62D90C8C-A948-9347-4BA7-3BF469FA365E}"/>
                  </a:ext>
                </a:extLst>
              </p:cNvPr>
              <p:cNvGrpSpPr/>
              <p:nvPr/>
            </p:nvGrpSpPr>
            <p:grpSpPr>
              <a:xfrm>
                <a:off x="10330687" y="6380865"/>
                <a:ext cx="915920" cy="343313"/>
                <a:chOff x="12358260" y="3925250"/>
                <a:chExt cx="1100037" cy="412325"/>
              </a:xfrm>
            </p:grpSpPr>
            <p:grpSp>
              <p:nvGrpSpPr>
                <p:cNvPr id="73" name="Group 72">
                  <a:extLst>
                    <a:ext uri="{FF2B5EF4-FFF2-40B4-BE49-F238E27FC236}">
                      <a16:creationId xmlns:a16="http://schemas.microsoft.com/office/drawing/2014/main" id="{599A5540-D0BC-7A46-3E29-4488F683DDDB}"/>
                    </a:ext>
                  </a:extLst>
                </p:cNvPr>
                <p:cNvGrpSpPr/>
                <p:nvPr/>
              </p:nvGrpSpPr>
              <p:grpSpPr>
                <a:xfrm>
                  <a:off x="12358260" y="3925250"/>
                  <a:ext cx="380876" cy="381077"/>
                  <a:chOff x="12358260" y="3925250"/>
                  <a:chExt cx="380876" cy="381077"/>
                </a:xfrm>
              </p:grpSpPr>
              <p:sp>
                <p:nvSpPr>
                  <p:cNvPr id="75" name="Oval 74">
                    <a:extLst>
                      <a:ext uri="{FF2B5EF4-FFF2-40B4-BE49-F238E27FC236}">
                        <a16:creationId xmlns:a16="http://schemas.microsoft.com/office/drawing/2014/main" id="{0963C058-989D-9A60-05C0-44900064C9CB}"/>
                      </a:ext>
                    </a:extLst>
                  </p:cNvPr>
                  <p:cNvSpPr/>
                  <p:nvPr/>
                </p:nvSpPr>
                <p:spPr bwMode="gray">
                  <a:xfrm>
                    <a:off x="12358260" y="3925250"/>
                    <a:ext cx="380876" cy="381077"/>
                  </a:xfrm>
                  <a:prstGeom prst="ellipse">
                    <a:avLst/>
                  </a:prstGeom>
                  <a:solidFill>
                    <a:srgbClr val="5134C1"/>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76" name="Graphic 75" descr="Single gear with solid fill">
                    <a:extLst>
                      <a:ext uri="{FF2B5EF4-FFF2-40B4-BE49-F238E27FC236}">
                        <a16:creationId xmlns:a16="http://schemas.microsoft.com/office/drawing/2014/main" id="{097BCE83-39EF-42D0-4BB6-2D4A2CA02943}"/>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2369381" y="3936471"/>
                    <a:ext cx="358634" cy="358634"/>
                  </a:xfrm>
                  <a:prstGeom prst="rect">
                    <a:avLst/>
                  </a:prstGeom>
                </p:spPr>
              </p:pic>
            </p:grpSp>
            <p:sp>
              <p:nvSpPr>
                <p:cNvPr id="74" name="TextBox 73">
                  <a:extLst>
                    <a:ext uri="{FF2B5EF4-FFF2-40B4-BE49-F238E27FC236}">
                      <a16:creationId xmlns:a16="http://schemas.microsoft.com/office/drawing/2014/main" id="{3AB365F6-EE2F-B0EC-3B69-C0BBF030195F}"/>
                    </a:ext>
                  </a:extLst>
                </p:cNvPr>
                <p:cNvSpPr txBox="1"/>
                <p:nvPr/>
              </p:nvSpPr>
              <p:spPr>
                <a:xfrm>
                  <a:off x="12808264" y="4041859"/>
                  <a:ext cx="650033" cy="295716"/>
                </a:xfrm>
                <a:prstGeom prst="rect">
                  <a:avLst/>
                </a:prstGeom>
                <a:noFill/>
                <a:ln w="28575">
                  <a:noFill/>
                </a:ln>
              </p:spPr>
              <p:txBody>
                <a:bodyPr wrap="square" lIns="0" tIns="0" rIns="0" bIns="0" rtlCol="0">
                  <a:spAutoFit/>
                </a:bodyPr>
                <a:lstStyle/>
                <a:p>
                  <a:pPr marL="0" marR="0" lvl="0" indent="0" algn="l" defTabSz="1088449" rtl="0" eaLnBrk="1" fontAlgn="base" latinLnBrk="0" hangingPunct="1">
                    <a:lnSpc>
                      <a:spcPct val="100000"/>
                    </a:lnSpc>
                    <a:spcBef>
                      <a:spcPct val="50000"/>
                    </a:spcBef>
                    <a:spcAft>
                      <a:spcPct val="0"/>
                    </a:spcAft>
                    <a:buClr>
                      <a:srgbClr val="000000"/>
                    </a:buClr>
                    <a:buSzPct val="100000"/>
                    <a:buFontTx/>
                    <a:buNone/>
                    <a:tabLst/>
                    <a:defRPr/>
                  </a:pPr>
                  <a:r>
                    <a:rPr kumimoji="0" lang="en-US" sz="800" b="0" i="0" u="none" strike="noStrike" kern="0" cap="none" spc="0" normalizeH="0" baseline="0" noProof="0">
                      <a:ln>
                        <a:noFill/>
                      </a:ln>
                      <a:solidFill>
                        <a:srgbClr val="000000">
                          <a:lumMod val="95000"/>
                          <a:lumOff val="5000"/>
                        </a:srgbClr>
                      </a:solidFill>
                      <a:effectLst/>
                      <a:uLnTx/>
                      <a:uFillTx/>
                      <a:latin typeface="72 Brand" panose="020B0504030603020204" pitchFamily="34" charset="0"/>
                      <a:ea typeface="72 Brand" pitchFamily="34" charset="-128"/>
                      <a:cs typeface="72 Brand" pitchFamily="34" charset="-128"/>
                    </a:rPr>
                    <a:t>ERP Automation</a:t>
                  </a:r>
                </a:p>
              </p:txBody>
            </p:sp>
          </p:grpSp>
          <p:grpSp>
            <p:nvGrpSpPr>
              <p:cNvPr id="12" name="Group 11">
                <a:extLst>
                  <a:ext uri="{FF2B5EF4-FFF2-40B4-BE49-F238E27FC236}">
                    <a16:creationId xmlns:a16="http://schemas.microsoft.com/office/drawing/2014/main" id="{63D08422-7592-7C91-FA7E-BA999681F0BD}"/>
                  </a:ext>
                </a:extLst>
              </p:cNvPr>
              <p:cNvGrpSpPr/>
              <p:nvPr/>
            </p:nvGrpSpPr>
            <p:grpSpPr>
              <a:xfrm>
                <a:off x="9220064" y="6380864"/>
                <a:ext cx="1089919" cy="317295"/>
                <a:chOff x="11899878" y="3481908"/>
                <a:chExt cx="1309012" cy="381077"/>
              </a:xfrm>
            </p:grpSpPr>
            <p:grpSp>
              <p:nvGrpSpPr>
                <p:cNvPr id="69" name="Group 68">
                  <a:extLst>
                    <a:ext uri="{FF2B5EF4-FFF2-40B4-BE49-F238E27FC236}">
                      <a16:creationId xmlns:a16="http://schemas.microsoft.com/office/drawing/2014/main" id="{25F91BDB-9A4A-9FAC-EC7A-B1F721DC8184}"/>
                    </a:ext>
                  </a:extLst>
                </p:cNvPr>
                <p:cNvGrpSpPr/>
                <p:nvPr/>
              </p:nvGrpSpPr>
              <p:grpSpPr>
                <a:xfrm>
                  <a:off x="11899878" y="3481908"/>
                  <a:ext cx="380877" cy="381077"/>
                  <a:chOff x="11899878" y="3481908"/>
                  <a:chExt cx="380877" cy="381077"/>
                </a:xfrm>
              </p:grpSpPr>
              <p:sp>
                <p:nvSpPr>
                  <p:cNvPr id="71" name="Oval 70">
                    <a:extLst>
                      <a:ext uri="{FF2B5EF4-FFF2-40B4-BE49-F238E27FC236}">
                        <a16:creationId xmlns:a16="http://schemas.microsoft.com/office/drawing/2014/main" id="{11F38036-68F4-FCDF-CAEE-0E6920258BD2}"/>
                      </a:ext>
                    </a:extLst>
                  </p:cNvPr>
                  <p:cNvSpPr/>
                  <p:nvPr/>
                </p:nvSpPr>
                <p:spPr bwMode="gray">
                  <a:xfrm>
                    <a:off x="11899878" y="3481908"/>
                    <a:ext cx="380877" cy="381077"/>
                  </a:xfrm>
                  <a:prstGeom prst="ellipse">
                    <a:avLst/>
                  </a:prstGeom>
                  <a:solidFill>
                    <a:srgbClr val="5134C1"/>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72" name="Graphic 71" descr="User with solid fill">
                    <a:extLst>
                      <a:ext uri="{FF2B5EF4-FFF2-40B4-BE49-F238E27FC236}">
                        <a16:creationId xmlns:a16="http://schemas.microsoft.com/office/drawing/2014/main" id="{9C581DF3-EDCD-88B3-35B5-603286C34DF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1939289" y="3521415"/>
                    <a:ext cx="302060" cy="302061"/>
                  </a:xfrm>
                  <a:prstGeom prst="rect">
                    <a:avLst/>
                  </a:prstGeom>
                </p:spPr>
              </p:pic>
            </p:grpSp>
            <p:sp>
              <p:nvSpPr>
                <p:cNvPr id="70" name="TextBox 69">
                  <a:extLst>
                    <a:ext uri="{FF2B5EF4-FFF2-40B4-BE49-F238E27FC236}">
                      <a16:creationId xmlns:a16="http://schemas.microsoft.com/office/drawing/2014/main" id="{A6F11BB7-808C-92D2-13BD-5D315A39ABEB}"/>
                    </a:ext>
                  </a:extLst>
                </p:cNvPr>
                <p:cNvSpPr txBox="1"/>
                <p:nvPr/>
              </p:nvSpPr>
              <p:spPr>
                <a:xfrm>
                  <a:off x="12349888" y="3598517"/>
                  <a:ext cx="859002" cy="147859"/>
                </a:xfrm>
                <a:prstGeom prst="rect">
                  <a:avLst/>
                </a:prstGeom>
                <a:noFill/>
                <a:ln w="28575">
                  <a:noFill/>
                </a:ln>
              </p:spPr>
              <p:txBody>
                <a:bodyPr wrap="square" lIns="0" tIns="0" rIns="0" bIns="0" rtlCol="0">
                  <a:spAutoFit/>
                </a:bodyPr>
                <a:lstStyle/>
                <a:p>
                  <a:pPr marL="0" marR="0" lvl="0" indent="0" algn="l" defTabSz="1088449" rtl="0" eaLnBrk="1" fontAlgn="base" latinLnBrk="0" hangingPunct="1">
                    <a:lnSpc>
                      <a:spcPct val="100000"/>
                    </a:lnSpc>
                    <a:spcBef>
                      <a:spcPct val="50000"/>
                    </a:spcBef>
                    <a:spcAft>
                      <a:spcPct val="0"/>
                    </a:spcAft>
                    <a:buClr>
                      <a:srgbClr val="000000"/>
                    </a:buClr>
                    <a:buSzPct val="100000"/>
                    <a:buFontTx/>
                    <a:buNone/>
                    <a:tabLst/>
                    <a:defRPr/>
                  </a:pPr>
                  <a:r>
                    <a:rPr kumimoji="0" lang="en-US" sz="800" b="0" i="0" u="none" strike="noStrike" kern="0" cap="none" spc="0" normalizeH="0" baseline="0" noProof="0">
                      <a:ln>
                        <a:noFill/>
                      </a:ln>
                      <a:solidFill>
                        <a:srgbClr val="000000">
                          <a:lumMod val="95000"/>
                          <a:lumOff val="5000"/>
                        </a:srgbClr>
                      </a:solidFill>
                      <a:effectLst/>
                      <a:uLnTx/>
                      <a:uFillTx/>
                      <a:latin typeface="72 Brand" panose="020B0504030603020204" pitchFamily="34" charset="0"/>
                      <a:ea typeface="72 Brand" pitchFamily="34" charset="-128"/>
                      <a:cs typeface="72 Brand" pitchFamily="34" charset="-128"/>
                    </a:rPr>
                    <a:t>Manual Activity</a:t>
                  </a:r>
                </a:p>
              </p:txBody>
            </p:sp>
          </p:grpSp>
          <p:grpSp>
            <p:nvGrpSpPr>
              <p:cNvPr id="59" name="Group 58">
                <a:extLst>
                  <a:ext uri="{FF2B5EF4-FFF2-40B4-BE49-F238E27FC236}">
                    <a16:creationId xmlns:a16="http://schemas.microsoft.com/office/drawing/2014/main" id="{8C06AE26-0302-4A90-3C3F-291B8E44FE24}"/>
                  </a:ext>
                </a:extLst>
              </p:cNvPr>
              <p:cNvGrpSpPr/>
              <p:nvPr/>
            </p:nvGrpSpPr>
            <p:grpSpPr>
              <a:xfrm>
                <a:off x="6198869" y="6380864"/>
                <a:ext cx="1572745" cy="317295"/>
                <a:chOff x="12358260" y="2592258"/>
                <a:chExt cx="1888895" cy="381077"/>
              </a:xfrm>
            </p:grpSpPr>
            <p:grpSp>
              <p:nvGrpSpPr>
                <p:cNvPr id="65" name="Group 64">
                  <a:extLst>
                    <a:ext uri="{FF2B5EF4-FFF2-40B4-BE49-F238E27FC236}">
                      <a16:creationId xmlns:a16="http://schemas.microsoft.com/office/drawing/2014/main" id="{54D1FB23-28F3-8DE1-EF28-CB4913C803DD}"/>
                    </a:ext>
                  </a:extLst>
                </p:cNvPr>
                <p:cNvGrpSpPr/>
                <p:nvPr/>
              </p:nvGrpSpPr>
              <p:grpSpPr>
                <a:xfrm>
                  <a:off x="12358260" y="2592258"/>
                  <a:ext cx="1888895" cy="381077"/>
                  <a:chOff x="12358260" y="2592258"/>
                  <a:chExt cx="1888895" cy="381077"/>
                </a:xfrm>
              </p:grpSpPr>
              <p:sp>
                <p:nvSpPr>
                  <p:cNvPr id="67" name="TextBox 66">
                    <a:extLst>
                      <a:ext uri="{FF2B5EF4-FFF2-40B4-BE49-F238E27FC236}">
                        <a16:creationId xmlns:a16="http://schemas.microsoft.com/office/drawing/2014/main" id="{0778080B-E34E-00B7-5616-923778C7BC49}"/>
                      </a:ext>
                    </a:extLst>
                  </p:cNvPr>
                  <p:cNvSpPr txBox="1"/>
                  <p:nvPr/>
                </p:nvSpPr>
                <p:spPr>
                  <a:xfrm>
                    <a:off x="12808263" y="2708867"/>
                    <a:ext cx="1438892" cy="147859"/>
                  </a:xfrm>
                  <a:prstGeom prst="rect">
                    <a:avLst/>
                  </a:prstGeom>
                  <a:noFill/>
                  <a:ln w="28575">
                    <a:noFill/>
                  </a:ln>
                </p:spPr>
                <p:txBody>
                  <a:bodyPr wrap="square" lIns="0" tIns="0" rIns="0" bIns="0" rtlCol="0">
                    <a:spAutoFit/>
                  </a:bodyPr>
                  <a:lstStyle/>
                  <a:p>
                    <a:pPr marL="0" marR="0" lvl="0" indent="0" algn="l" defTabSz="1088449" rtl="0" eaLnBrk="1" fontAlgn="base" latinLnBrk="0" hangingPunct="1">
                      <a:lnSpc>
                        <a:spcPct val="100000"/>
                      </a:lnSpc>
                      <a:spcBef>
                        <a:spcPct val="50000"/>
                      </a:spcBef>
                      <a:spcAft>
                        <a:spcPct val="0"/>
                      </a:spcAft>
                      <a:buClr>
                        <a:srgbClr val="000000"/>
                      </a:buClr>
                      <a:buSzPct val="100000"/>
                      <a:buFontTx/>
                      <a:buNone/>
                      <a:tabLst/>
                      <a:defRPr/>
                    </a:pPr>
                    <a:r>
                      <a:rPr kumimoji="0" lang="en-US" sz="800" b="0" i="0" u="none" strike="noStrike" kern="0" cap="none" spc="0" normalizeH="0" baseline="0" noProof="0">
                        <a:ln>
                          <a:noFill/>
                        </a:ln>
                        <a:solidFill>
                          <a:srgbClr val="000000">
                            <a:lumMod val="95000"/>
                            <a:lumOff val="5000"/>
                          </a:srgbClr>
                        </a:solidFill>
                        <a:effectLst/>
                        <a:uLnTx/>
                        <a:uFillTx/>
                        <a:latin typeface="72 Brand" panose="020B0504030603020204" pitchFamily="34" charset="0"/>
                        <a:ea typeface="72 Brand" pitchFamily="34" charset="-128"/>
                        <a:cs typeface="72 Brand" pitchFamily="34" charset="-128"/>
                      </a:rPr>
                      <a:t>Human in the Loop (HITL)</a:t>
                    </a:r>
                  </a:p>
                </p:txBody>
              </p:sp>
              <p:sp>
                <p:nvSpPr>
                  <p:cNvPr id="68" name="Oval 67">
                    <a:extLst>
                      <a:ext uri="{FF2B5EF4-FFF2-40B4-BE49-F238E27FC236}">
                        <a16:creationId xmlns:a16="http://schemas.microsoft.com/office/drawing/2014/main" id="{FDF26A04-0586-9FBD-34F9-1C2DB7C73C91}"/>
                      </a:ext>
                    </a:extLst>
                  </p:cNvPr>
                  <p:cNvSpPr/>
                  <p:nvPr/>
                </p:nvSpPr>
                <p:spPr bwMode="gray">
                  <a:xfrm>
                    <a:off x="12358260" y="2592258"/>
                    <a:ext cx="380876" cy="381077"/>
                  </a:xfrm>
                  <a:prstGeom prst="ellipse">
                    <a:avLst/>
                  </a:prstGeom>
                  <a:solidFill>
                    <a:srgbClr val="0070F2"/>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grpSp>
            <p:pic>
              <p:nvPicPr>
                <p:cNvPr id="66" name="Graphic 41" descr="ID 298876 - person with checkmark at lower right">
                  <a:extLst>
                    <a:ext uri="{FF2B5EF4-FFF2-40B4-BE49-F238E27FC236}">
                      <a16:creationId xmlns:a16="http://schemas.microsoft.com/office/drawing/2014/main" id="{1F3CBED1-9024-9D98-7C01-5761250BB060}"/>
                    </a:ext>
                  </a:extLst>
                </p:cNvPr>
                <p:cNvPicPr>
                  <a:picLocks noChangeAspect="1"/>
                </p:cNvPicPr>
                <p:nvPr>
                  <p:custDataLst>
                    <p:tags r:id="rId5"/>
                  </p:custDataLst>
                </p:nvPr>
              </p:nvPicPr>
              <p:blipFill>
                <a:blip>
                  <a:extLst>
                    <a:ext uri="{96DAC541-7B7A-43D3-8B79-37D633B846F1}">
                      <asvg:svgBlip xmlns:asvg="http://schemas.microsoft.com/office/drawing/2016/SVG/main" r:embed="rId13"/>
                    </a:ext>
                  </a:extLst>
                </a:blip>
                <a:srcRect/>
                <a:stretch>
                  <a:fillRect/>
                </a:stretch>
              </p:blipFill>
              <p:spPr>
                <a:xfrm>
                  <a:off x="12427720" y="2661817"/>
                  <a:ext cx="241957" cy="241957"/>
                </a:xfrm>
                <a:prstGeom prst="rect">
                  <a:avLst/>
                </a:prstGeom>
              </p:spPr>
            </p:pic>
          </p:grpSp>
          <p:grpSp>
            <p:nvGrpSpPr>
              <p:cNvPr id="60" name="Group 59">
                <a:extLst>
                  <a:ext uri="{FF2B5EF4-FFF2-40B4-BE49-F238E27FC236}">
                    <a16:creationId xmlns:a16="http://schemas.microsoft.com/office/drawing/2014/main" id="{4C6165A9-6397-3768-2CA3-5812FBE06FDE}"/>
                  </a:ext>
                </a:extLst>
              </p:cNvPr>
              <p:cNvGrpSpPr/>
              <p:nvPr/>
            </p:nvGrpSpPr>
            <p:grpSpPr>
              <a:xfrm>
                <a:off x="7792318" y="6380864"/>
                <a:ext cx="1407042" cy="317295"/>
                <a:chOff x="12358260" y="3025391"/>
                <a:chExt cx="1689883" cy="381077"/>
              </a:xfrm>
            </p:grpSpPr>
            <p:sp>
              <p:nvSpPr>
                <p:cNvPr id="61" name="TextBox 60">
                  <a:extLst>
                    <a:ext uri="{FF2B5EF4-FFF2-40B4-BE49-F238E27FC236}">
                      <a16:creationId xmlns:a16="http://schemas.microsoft.com/office/drawing/2014/main" id="{890116B7-411B-F23D-619C-089A5A29CD6D}"/>
                    </a:ext>
                  </a:extLst>
                </p:cNvPr>
                <p:cNvSpPr txBox="1"/>
                <p:nvPr/>
              </p:nvSpPr>
              <p:spPr>
                <a:xfrm>
                  <a:off x="12808263" y="3142000"/>
                  <a:ext cx="1239880" cy="147859"/>
                </a:xfrm>
                <a:prstGeom prst="rect">
                  <a:avLst/>
                </a:prstGeom>
                <a:noFill/>
                <a:ln w="28575">
                  <a:noFill/>
                </a:ln>
              </p:spPr>
              <p:txBody>
                <a:bodyPr wrap="square" lIns="0" tIns="0" rIns="0" bIns="0" rtlCol="0">
                  <a:spAutoFit/>
                </a:bodyPr>
                <a:lstStyle/>
                <a:p>
                  <a:pPr marL="0" marR="0" lvl="0" indent="0" algn="l" defTabSz="1088449" rtl="0" eaLnBrk="1" fontAlgn="base" latinLnBrk="0" hangingPunct="1">
                    <a:lnSpc>
                      <a:spcPct val="100000"/>
                    </a:lnSpc>
                    <a:spcBef>
                      <a:spcPct val="50000"/>
                    </a:spcBef>
                    <a:spcAft>
                      <a:spcPct val="0"/>
                    </a:spcAft>
                    <a:buClr>
                      <a:srgbClr val="000000"/>
                    </a:buClr>
                    <a:buSzPct val="100000"/>
                    <a:buFontTx/>
                    <a:buNone/>
                    <a:tabLst/>
                    <a:defRPr/>
                  </a:pPr>
                  <a:r>
                    <a:rPr kumimoji="0" lang="en-US" sz="800" b="0" i="0" u="none" strike="noStrike" kern="0" cap="none" spc="0" normalizeH="0" baseline="0" noProof="0">
                      <a:ln>
                        <a:noFill/>
                      </a:ln>
                      <a:solidFill>
                        <a:srgbClr val="000000">
                          <a:lumMod val="95000"/>
                          <a:lumOff val="5000"/>
                        </a:srgbClr>
                      </a:solidFill>
                      <a:effectLst/>
                      <a:uLnTx/>
                      <a:uFillTx/>
                      <a:latin typeface="72 Brand" panose="020B0504030603020204" pitchFamily="34" charset="0"/>
                      <a:ea typeface="72 Brand" pitchFamily="34" charset="-128"/>
                      <a:cs typeface="72 Brand" pitchFamily="34" charset="-128"/>
                    </a:rPr>
                    <a:t>Autonomous Process</a:t>
                  </a:r>
                </a:p>
              </p:txBody>
            </p:sp>
            <p:grpSp>
              <p:nvGrpSpPr>
                <p:cNvPr id="62" name="Group 61">
                  <a:extLst>
                    <a:ext uri="{FF2B5EF4-FFF2-40B4-BE49-F238E27FC236}">
                      <a16:creationId xmlns:a16="http://schemas.microsoft.com/office/drawing/2014/main" id="{4C1A5DA4-90F0-ED3A-A9C9-6F770850F0F5}"/>
                    </a:ext>
                  </a:extLst>
                </p:cNvPr>
                <p:cNvGrpSpPr/>
                <p:nvPr/>
              </p:nvGrpSpPr>
              <p:grpSpPr>
                <a:xfrm>
                  <a:off x="12358260" y="3025391"/>
                  <a:ext cx="380876" cy="381077"/>
                  <a:chOff x="12358260" y="2796717"/>
                  <a:chExt cx="380876" cy="381077"/>
                </a:xfrm>
              </p:grpSpPr>
              <p:sp>
                <p:nvSpPr>
                  <p:cNvPr id="63" name="Oval 62">
                    <a:extLst>
                      <a:ext uri="{FF2B5EF4-FFF2-40B4-BE49-F238E27FC236}">
                        <a16:creationId xmlns:a16="http://schemas.microsoft.com/office/drawing/2014/main" id="{545A1979-576F-0C99-7281-AF061C18C14F}"/>
                      </a:ext>
                    </a:extLst>
                  </p:cNvPr>
                  <p:cNvSpPr/>
                  <p:nvPr/>
                </p:nvSpPr>
                <p:spPr bwMode="gray">
                  <a:xfrm>
                    <a:off x="12358260" y="2796717"/>
                    <a:ext cx="380876" cy="381077"/>
                  </a:xfrm>
                  <a:prstGeom prst="ellipse">
                    <a:avLst/>
                  </a:prstGeom>
                  <a:solidFill>
                    <a:srgbClr val="E4DEFF"/>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64" name="Graphic 43">
                    <a:extLst>
                      <a:ext uri="{FF2B5EF4-FFF2-40B4-BE49-F238E27FC236}">
                        <a16:creationId xmlns:a16="http://schemas.microsoft.com/office/drawing/2014/main" id="{A6FE2A54-3B51-DF36-9762-17B1F7291C53}"/>
                      </a:ext>
                    </a:extLst>
                  </p:cNvPr>
                  <p:cNvPicPr>
                    <a:picLocks noChangeAspect="1"/>
                  </p:cNvPicPr>
                  <p:nvPr/>
                </p:nvPicPr>
                <p:blipFill>
                  <a:blip>
                    <a:extLst>
                      <a:ext uri="{96DAC541-7B7A-43D3-8B79-37D633B846F1}">
                        <asvg:svgBlip xmlns:asvg="http://schemas.microsoft.com/office/drawing/2016/SVG/main" r:embed="rId14"/>
                      </a:ext>
                    </a:extLst>
                  </a:blip>
                  <a:srcRect/>
                  <a:stretch/>
                </p:blipFill>
                <p:spPr>
                  <a:xfrm>
                    <a:off x="12419583" y="2858141"/>
                    <a:ext cx="258231" cy="258228"/>
                  </a:xfrm>
                  <a:prstGeom prst="rect">
                    <a:avLst/>
                  </a:prstGeom>
                  <a:effectLst/>
                </p:spPr>
              </p:pic>
            </p:grpSp>
          </p:grpSp>
        </p:grpSp>
      </p:grpSp>
      <p:sp>
        <p:nvSpPr>
          <p:cNvPr id="77" name="Rectangle 76">
            <a:extLst>
              <a:ext uri="{FF2B5EF4-FFF2-40B4-BE49-F238E27FC236}">
                <a16:creationId xmlns:a16="http://schemas.microsoft.com/office/drawing/2014/main" id="{F1E1AE09-4C9E-AAD4-C2FB-57623BE0F352}"/>
              </a:ext>
            </a:extLst>
          </p:cNvPr>
          <p:cNvSpPr/>
          <p:nvPr/>
        </p:nvSpPr>
        <p:spPr bwMode="gray">
          <a:xfrm>
            <a:off x="555756" y="1186983"/>
            <a:ext cx="11458557" cy="5082929"/>
          </a:xfrm>
          <a:prstGeom prst="rect">
            <a:avLst/>
          </a:prstGeom>
          <a:noFill/>
          <a:ln w="9525" algn="ctr">
            <a:gradFill>
              <a:gsLst>
                <a:gs pos="0">
                  <a:srgbClr val="4B30B3"/>
                </a:gs>
                <a:gs pos="100000">
                  <a:srgbClr val="0070F2">
                    <a:lumMod val="30000"/>
                    <a:lumOff val="70000"/>
                  </a:srgbClr>
                </a:gs>
              </a:gsLst>
              <a:lin ang="5400000" scaled="1"/>
            </a:gradFill>
            <a:prstDash val="dash"/>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grpSp>
        <p:nvGrpSpPr>
          <p:cNvPr id="78" name="Group 77">
            <a:extLst>
              <a:ext uri="{FF2B5EF4-FFF2-40B4-BE49-F238E27FC236}">
                <a16:creationId xmlns:a16="http://schemas.microsoft.com/office/drawing/2014/main" id="{DB83B821-3DCC-9303-E2BC-F69DB69FC30F}"/>
              </a:ext>
            </a:extLst>
          </p:cNvPr>
          <p:cNvGrpSpPr/>
          <p:nvPr/>
        </p:nvGrpSpPr>
        <p:grpSpPr>
          <a:xfrm>
            <a:off x="1129342" y="1332507"/>
            <a:ext cx="1113142" cy="1050950"/>
            <a:chOff x="2654120" y="1389939"/>
            <a:chExt cx="1113142" cy="1050950"/>
          </a:xfrm>
        </p:grpSpPr>
        <p:sp>
          <p:nvSpPr>
            <p:cNvPr id="79" name="Oval 78">
              <a:extLst>
                <a:ext uri="{FF2B5EF4-FFF2-40B4-BE49-F238E27FC236}">
                  <a16:creationId xmlns:a16="http://schemas.microsoft.com/office/drawing/2014/main" id="{E29834AB-5590-C521-91B3-A306919E987B}"/>
                </a:ext>
              </a:extLst>
            </p:cNvPr>
            <p:cNvSpPr/>
            <p:nvPr/>
          </p:nvSpPr>
          <p:spPr bwMode="gray">
            <a:xfrm>
              <a:off x="2698050" y="1415606"/>
              <a:ext cx="1025283" cy="1025283"/>
            </a:xfrm>
            <a:prstGeom prst="ellipse">
              <a:avLst/>
            </a:prstGeom>
            <a:solidFill>
              <a:srgbClr val="5134C1"/>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80" name="Graphic 79" descr="User with solid fill">
              <a:extLst>
                <a:ext uri="{FF2B5EF4-FFF2-40B4-BE49-F238E27FC236}">
                  <a16:creationId xmlns:a16="http://schemas.microsoft.com/office/drawing/2014/main" id="{820CB02D-3229-56B7-1948-659030236B6A}"/>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2884203" y="1389939"/>
              <a:ext cx="652976" cy="652976"/>
            </a:xfrm>
            <a:prstGeom prst="rect">
              <a:avLst/>
            </a:prstGeom>
          </p:spPr>
        </p:pic>
        <p:sp>
          <p:nvSpPr>
            <p:cNvPr id="81" name="Rectangle 80">
              <a:extLst>
                <a:ext uri="{FF2B5EF4-FFF2-40B4-BE49-F238E27FC236}">
                  <a16:creationId xmlns:a16="http://schemas.microsoft.com/office/drawing/2014/main" id="{07E128CB-02EC-68D0-65B2-B3BB24089D9B}"/>
                </a:ext>
              </a:extLst>
            </p:cNvPr>
            <p:cNvSpPr/>
            <p:nvPr/>
          </p:nvSpPr>
          <p:spPr bwMode="gray">
            <a:xfrm>
              <a:off x="2654120" y="1921787"/>
              <a:ext cx="1113142" cy="455060"/>
            </a:xfrm>
            <a:prstGeom prst="rect">
              <a:avLst/>
            </a:prstGeom>
            <a:noFill/>
            <a:ln w="3175" algn="ctr">
              <a:noFill/>
              <a:miter lim="800000"/>
              <a:headEnd/>
              <a:tailEnd/>
            </a:ln>
          </p:spPr>
          <p:txBody>
            <a:bodyPr lIns="0" tIns="0" rIns="0" bIns="0" rtlCol="0" anchor="ctr"/>
            <a:lstStyle/>
            <a:p>
              <a:pPr marL="0" marR="0" lvl="0" indent="0" algn="ctr" defTabSz="914400" rtl="0" eaLnBrk="1" fontAlgn="base" latinLnBrk="0" hangingPunct="1">
                <a:lnSpc>
                  <a:spcPct val="100000"/>
                </a:lnSpc>
                <a:spcBef>
                  <a:spcPts val="0"/>
                </a:spcBef>
                <a:spcAft>
                  <a:spcPct val="0"/>
                </a:spcAft>
                <a:buClr>
                  <a:srgbClr val="F0AB00"/>
                </a:buClr>
                <a:buSzPct val="80000"/>
                <a:buFontTx/>
                <a:buNone/>
                <a:tabLst/>
                <a:defRPr/>
              </a:pPr>
              <a:r>
                <a:rPr kumimoji="0" lang="en-US" sz="1000" b="1" i="0" u="none" strike="noStrike" kern="0" cap="none" spc="0" normalizeH="0" baseline="0" noProof="0">
                  <a:ln>
                    <a:noFill/>
                  </a:ln>
                  <a:solidFill>
                    <a:srgbClr val="FFFFFF"/>
                  </a:solidFill>
                  <a:effectLst/>
                  <a:uLnTx/>
                  <a:uFillTx/>
                  <a:latin typeface="72 Brand"/>
                  <a:ea typeface="72 Brand" pitchFamily="34" charset="-128"/>
                  <a:cs typeface="72 Brand" pitchFamily="34" charset="-128"/>
                </a:rPr>
                <a:t>GL</a:t>
              </a:r>
            </a:p>
            <a:p>
              <a:pPr marL="0" marR="0" lvl="0" indent="0" algn="ctr" defTabSz="914400" rtl="0" eaLnBrk="1" fontAlgn="base" latinLnBrk="0" hangingPunct="1">
                <a:lnSpc>
                  <a:spcPct val="100000"/>
                </a:lnSpc>
                <a:spcBef>
                  <a:spcPts val="0"/>
                </a:spcBef>
                <a:spcAft>
                  <a:spcPct val="0"/>
                </a:spcAft>
                <a:buClr>
                  <a:srgbClr val="F0AB00"/>
                </a:buClr>
                <a:buSzPct val="80000"/>
                <a:buFontTx/>
                <a:buNone/>
                <a:tabLst/>
                <a:defRPr/>
              </a:pPr>
              <a:r>
                <a:rPr kumimoji="0" lang="en-US" sz="1000" b="1" i="0" u="none" strike="noStrike" kern="0" cap="none" spc="0" normalizeH="0" baseline="0" noProof="0">
                  <a:ln>
                    <a:noFill/>
                  </a:ln>
                  <a:solidFill>
                    <a:srgbClr val="FFFFFF"/>
                  </a:solidFill>
                  <a:effectLst/>
                  <a:uLnTx/>
                  <a:uFillTx/>
                  <a:latin typeface="72 Brand"/>
                  <a:ea typeface="72 Brand" pitchFamily="34" charset="-128"/>
                  <a:cs typeface="72 Brand" pitchFamily="34" charset="-128"/>
                </a:rPr>
                <a:t>Accountant</a:t>
              </a:r>
            </a:p>
          </p:txBody>
        </p:sp>
      </p:grpSp>
      <p:grpSp>
        <p:nvGrpSpPr>
          <p:cNvPr id="86" name="Group 85">
            <a:extLst>
              <a:ext uri="{FF2B5EF4-FFF2-40B4-BE49-F238E27FC236}">
                <a16:creationId xmlns:a16="http://schemas.microsoft.com/office/drawing/2014/main" id="{896BF42C-EEB7-991F-ACC0-AB2C93259F84}"/>
              </a:ext>
            </a:extLst>
          </p:cNvPr>
          <p:cNvGrpSpPr/>
          <p:nvPr/>
        </p:nvGrpSpPr>
        <p:grpSpPr>
          <a:xfrm>
            <a:off x="6357476" y="1573031"/>
            <a:ext cx="1113142" cy="1094174"/>
            <a:chOff x="2654120" y="1458156"/>
            <a:chExt cx="1113142" cy="1094174"/>
          </a:xfrm>
        </p:grpSpPr>
        <p:sp>
          <p:nvSpPr>
            <p:cNvPr id="87" name="Oval 86">
              <a:extLst>
                <a:ext uri="{FF2B5EF4-FFF2-40B4-BE49-F238E27FC236}">
                  <a16:creationId xmlns:a16="http://schemas.microsoft.com/office/drawing/2014/main" id="{98EFB8B2-A146-F93F-E9D2-652C4F175008}"/>
                </a:ext>
              </a:extLst>
            </p:cNvPr>
            <p:cNvSpPr/>
            <p:nvPr/>
          </p:nvSpPr>
          <p:spPr bwMode="gray">
            <a:xfrm>
              <a:off x="2699608" y="1527047"/>
              <a:ext cx="1025283" cy="1025283"/>
            </a:xfrm>
            <a:prstGeom prst="ellipse">
              <a:avLst/>
            </a:prstGeom>
            <a:solidFill>
              <a:srgbClr val="5134C1"/>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88" name="Graphic 87" descr="User with solid fill">
              <a:extLst>
                <a:ext uri="{FF2B5EF4-FFF2-40B4-BE49-F238E27FC236}">
                  <a16:creationId xmlns:a16="http://schemas.microsoft.com/office/drawing/2014/main" id="{3490230C-8D58-E2D9-745C-5E44B22F8024}"/>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2884203" y="1458156"/>
              <a:ext cx="652976" cy="652976"/>
            </a:xfrm>
            <a:prstGeom prst="rect">
              <a:avLst/>
            </a:prstGeom>
          </p:spPr>
        </p:pic>
        <p:sp>
          <p:nvSpPr>
            <p:cNvPr id="89" name="Rectangle 88">
              <a:extLst>
                <a:ext uri="{FF2B5EF4-FFF2-40B4-BE49-F238E27FC236}">
                  <a16:creationId xmlns:a16="http://schemas.microsoft.com/office/drawing/2014/main" id="{53EDF177-D077-B014-92C6-89FD205CE33A}"/>
                </a:ext>
              </a:extLst>
            </p:cNvPr>
            <p:cNvSpPr/>
            <p:nvPr/>
          </p:nvSpPr>
          <p:spPr bwMode="gray">
            <a:xfrm>
              <a:off x="2654120" y="2043871"/>
              <a:ext cx="1113142" cy="332976"/>
            </a:xfrm>
            <a:prstGeom prst="rect">
              <a:avLst/>
            </a:prstGeom>
            <a:noFill/>
            <a:ln w="3175" algn="ctr">
              <a:noFill/>
              <a:miter lim="800000"/>
              <a:headEnd/>
              <a:tailEnd/>
            </a:ln>
          </p:spPr>
          <p:txBody>
            <a:bodyPr lIns="0" tIns="0" rIns="0" bIns="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US" sz="1000" b="1" i="0" u="none" strike="noStrike" kern="0" cap="none" spc="0" normalizeH="0" baseline="0" noProof="0">
                  <a:ln>
                    <a:noFill/>
                  </a:ln>
                  <a:solidFill>
                    <a:srgbClr val="FFFFFF"/>
                  </a:solidFill>
                  <a:effectLst/>
                  <a:uLnTx/>
                  <a:uFillTx/>
                  <a:latin typeface="72 Brand"/>
                  <a:ea typeface="72 Brand" pitchFamily="34" charset="-128"/>
                  <a:cs typeface="72 Brand" pitchFamily="34" charset="-128"/>
                </a:rPr>
                <a:t>GL</a:t>
              </a:r>
              <a:br>
                <a:rPr kumimoji="0" lang="en-US" sz="1000" b="1" i="0" u="none" strike="noStrike" kern="0" cap="none" spc="0" normalizeH="0" baseline="0" noProof="0">
                  <a:ln>
                    <a:noFill/>
                  </a:ln>
                  <a:solidFill>
                    <a:srgbClr val="FFFFFF"/>
                  </a:solidFill>
                  <a:effectLst/>
                  <a:uLnTx/>
                  <a:uFillTx/>
                  <a:latin typeface="72 Brand"/>
                  <a:ea typeface="72 Brand" pitchFamily="34" charset="-128"/>
                  <a:cs typeface="72 Brand" pitchFamily="34" charset="-128"/>
                </a:rPr>
              </a:br>
              <a:r>
                <a:rPr kumimoji="0" lang="en-US" sz="1000" b="1" i="0" u="none" strike="noStrike" kern="0" cap="none" spc="0" normalizeH="0" baseline="0" noProof="0">
                  <a:ln>
                    <a:noFill/>
                  </a:ln>
                  <a:solidFill>
                    <a:srgbClr val="FFFFFF"/>
                  </a:solidFill>
                  <a:effectLst/>
                  <a:uLnTx/>
                  <a:uFillTx/>
                  <a:latin typeface="72 Brand"/>
                  <a:ea typeface="72 Brand" pitchFamily="34" charset="-128"/>
                  <a:cs typeface="72 Brand" pitchFamily="34" charset="-128"/>
                </a:rPr>
                <a:t>Accountant</a:t>
              </a:r>
            </a:p>
          </p:txBody>
        </p:sp>
      </p:grpSp>
      <p:grpSp>
        <p:nvGrpSpPr>
          <p:cNvPr id="108" name="Group 107">
            <a:extLst>
              <a:ext uri="{FF2B5EF4-FFF2-40B4-BE49-F238E27FC236}">
                <a16:creationId xmlns:a16="http://schemas.microsoft.com/office/drawing/2014/main" id="{85A13927-E0C8-7F01-165C-77CB97308539}"/>
              </a:ext>
            </a:extLst>
          </p:cNvPr>
          <p:cNvGrpSpPr/>
          <p:nvPr/>
        </p:nvGrpSpPr>
        <p:grpSpPr>
          <a:xfrm>
            <a:off x="5538833" y="5771890"/>
            <a:ext cx="1163944" cy="435334"/>
            <a:chOff x="3142122" y="2935248"/>
            <a:chExt cx="1163944" cy="435334"/>
          </a:xfrm>
        </p:grpSpPr>
        <p:sp>
          <p:nvSpPr>
            <p:cNvPr id="109" name="Rounded Rectangle 53">
              <a:extLst>
                <a:ext uri="{FF2B5EF4-FFF2-40B4-BE49-F238E27FC236}">
                  <a16:creationId xmlns:a16="http://schemas.microsoft.com/office/drawing/2014/main" id="{F168BD6C-8841-2E4F-E32E-0FEA256365E5}"/>
                </a:ext>
              </a:extLst>
            </p:cNvPr>
            <p:cNvSpPr/>
            <p:nvPr/>
          </p:nvSpPr>
          <p:spPr bwMode="gray">
            <a:xfrm>
              <a:off x="3142122" y="2935248"/>
              <a:ext cx="1163944" cy="435334"/>
            </a:xfrm>
            <a:prstGeom prst="roundRect">
              <a:avLst/>
            </a:prstGeom>
            <a:solidFill>
              <a:srgbClr val="7858FF"/>
            </a:solidFill>
            <a:ln w="28575" algn="ctr">
              <a:noFill/>
              <a:miter lim="800000"/>
              <a:headEnd/>
              <a:tailEnd/>
            </a:ln>
          </p:spPr>
          <p:txBody>
            <a:bodyPr lIns="45720" tIns="72000" rIns="90000" bIns="72000" rtlCol="0" anchor="ctr"/>
            <a:lstStyle/>
            <a:p>
              <a:pPr marL="0" marR="0" lvl="0" indent="0" algn="l" defTabSz="914400" rtl="0" eaLnBrk="1" fontAlgn="base" latinLnBrk="0" hangingPunct="1">
                <a:lnSpc>
                  <a:spcPct val="100000"/>
                </a:lnSpc>
                <a:spcBef>
                  <a:spcPts val="0"/>
                </a:spcBef>
                <a:spcAft>
                  <a:spcPct val="0"/>
                </a:spcAft>
                <a:buClr>
                  <a:srgbClr val="F0AB00"/>
                </a:buClr>
                <a:buSzPct val="80000"/>
                <a:buFontTx/>
                <a:buNone/>
                <a:tabLst/>
                <a:defRPr/>
              </a:pPr>
              <a:r>
                <a:rPr kumimoji="0" lang="en-US" sz="1050" b="0" i="1" u="none" strike="noStrike" kern="0" cap="none" spc="0" normalizeH="0" baseline="0" noProof="0">
                  <a:ln>
                    <a:noFill/>
                  </a:ln>
                  <a:solidFill>
                    <a:srgbClr val="FFFFFF"/>
                  </a:solidFill>
                  <a:effectLst/>
                  <a:uLnTx/>
                  <a:uFillTx/>
                  <a:latin typeface="72 Brand"/>
                  <a:ea typeface="72 Brand" pitchFamily="34" charset="-128"/>
                  <a:cs typeface="72 Brand" pitchFamily="34" charset="-128"/>
                </a:rPr>
                <a:t>ERP Core </a:t>
              </a:r>
            </a:p>
            <a:p>
              <a:pPr marL="0" marR="0" lvl="0" indent="0" algn="l" defTabSz="914400" rtl="0" eaLnBrk="1" fontAlgn="base" latinLnBrk="0" hangingPunct="1">
                <a:lnSpc>
                  <a:spcPct val="100000"/>
                </a:lnSpc>
                <a:spcBef>
                  <a:spcPts val="0"/>
                </a:spcBef>
                <a:spcAft>
                  <a:spcPct val="0"/>
                </a:spcAft>
                <a:buClr>
                  <a:srgbClr val="F0AB00"/>
                </a:buClr>
                <a:buSzPct val="80000"/>
                <a:buFontTx/>
                <a:buNone/>
                <a:tabLst/>
                <a:defRPr/>
              </a:pPr>
              <a:r>
                <a:rPr kumimoji="0" lang="en-US" sz="1050" b="0" i="1" u="none" strike="noStrike" kern="0" cap="none" spc="0" normalizeH="0" baseline="0" noProof="0">
                  <a:ln>
                    <a:noFill/>
                  </a:ln>
                  <a:solidFill>
                    <a:srgbClr val="FFFFFF"/>
                  </a:solidFill>
                  <a:effectLst/>
                  <a:uLnTx/>
                  <a:uFillTx/>
                  <a:latin typeface="72 Brand"/>
                  <a:ea typeface="72 Brand" pitchFamily="34" charset="-128"/>
                  <a:cs typeface="72 Brand" pitchFamily="34" charset="-128"/>
                </a:rPr>
                <a:t>foundation</a:t>
              </a:r>
            </a:p>
          </p:txBody>
        </p:sp>
        <p:pic>
          <p:nvPicPr>
            <p:cNvPr id="110" name="Graphic 109">
              <a:extLst>
                <a:ext uri="{FF2B5EF4-FFF2-40B4-BE49-F238E27FC236}">
                  <a16:creationId xmlns:a16="http://schemas.microsoft.com/office/drawing/2014/main" id="{6B607B9E-44A5-2D66-F30E-4CC762B572BA}"/>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068120" y="3086354"/>
              <a:ext cx="175430" cy="175429"/>
            </a:xfrm>
            <a:prstGeom prst="rect">
              <a:avLst/>
            </a:prstGeom>
            <a:effectLst/>
          </p:spPr>
        </p:pic>
      </p:grpSp>
      <p:grpSp>
        <p:nvGrpSpPr>
          <p:cNvPr id="132" name="Group 131">
            <a:extLst>
              <a:ext uri="{FF2B5EF4-FFF2-40B4-BE49-F238E27FC236}">
                <a16:creationId xmlns:a16="http://schemas.microsoft.com/office/drawing/2014/main" id="{153B2453-190D-FD3B-1D98-3EC1C98C75DC}"/>
              </a:ext>
            </a:extLst>
          </p:cNvPr>
          <p:cNvGrpSpPr/>
          <p:nvPr/>
        </p:nvGrpSpPr>
        <p:grpSpPr>
          <a:xfrm>
            <a:off x="8025932" y="2006854"/>
            <a:ext cx="1024128" cy="1024128"/>
            <a:chOff x="8339335" y="2116077"/>
            <a:chExt cx="1024128" cy="1024128"/>
          </a:xfrm>
        </p:grpSpPr>
        <p:grpSp>
          <p:nvGrpSpPr>
            <p:cNvPr id="133" name="Group 132">
              <a:extLst>
                <a:ext uri="{FF2B5EF4-FFF2-40B4-BE49-F238E27FC236}">
                  <a16:creationId xmlns:a16="http://schemas.microsoft.com/office/drawing/2014/main" id="{1BE912C8-89B0-1EB1-76BE-F03BE06ECCE8}"/>
                </a:ext>
              </a:extLst>
            </p:cNvPr>
            <p:cNvGrpSpPr/>
            <p:nvPr/>
          </p:nvGrpSpPr>
          <p:grpSpPr>
            <a:xfrm>
              <a:off x="8339335" y="2116077"/>
              <a:ext cx="1024128" cy="1024128"/>
              <a:chOff x="8339335" y="2116077"/>
              <a:chExt cx="1024128" cy="1024128"/>
            </a:xfrm>
          </p:grpSpPr>
          <p:sp>
            <p:nvSpPr>
              <p:cNvPr id="135" name="Oval 134">
                <a:extLst>
                  <a:ext uri="{FF2B5EF4-FFF2-40B4-BE49-F238E27FC236}">
                    <a16:creationId xmlns:a16="http://schemas.microsoft.com/office/drawing/2014/main" id="{63BC90E6-0D86-82A4-29AC-9D3F13F6FF7B}"/>
                  </a:ext>
                </a:extLst>
              </p:cNvPr>
              <p:cNvSpPr/>
              <p:nvPr/>
            </p:nvSpPr>
            <p:spPr bwMode="gray">
              <a:xfrm>
                <a:off x="8339335" y="2116077"/>
                <a:ext cx="1024128" cy="1024128"/>
              </a:xfrm>
              <a:prstGeom prst="ellipse">
                <a:avLst/>
              </a:prstGeom>
              <a:solidFill>
                <a:srgbClr val="0070F2"/>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136" name="Graphic 41" descr="ID 298876 - person with checkmark at lower right">
                <a:extLst>
                  <a:ext uri="{FF2B5EF4-FFF2-40B4-BE49-F238E27FC236}">
                    <a16:creationId xmlns:a16="http://schemas.microsoft.com/office/drawing/2014/main" id="{AAEA4CE0-4699-53D8-42EB-B373392AD8DD}"/>
                  </a:ext>
                </a:extLst>
              </p:cNvPr>
              <p:cNvPicPr>
                <a:picLocks noChangeAspect="1"/>
              </p:cNvPicPr>
              <p:nvPr>
                <p:custDataLst>
                  <p:tags r:id="rId4"/>
                </p:custDataLst>
              </p:nvPr>
            </p:nvPicPr>
            <p:blipFill>
              <a:blip>
                <a:extLst>
                  <a:ext uri="{96DAC541-7B7A-43D3-8B79-37D633B846F1}">
                    <asvg:svgBlip xmlns:asvg="http://schemas.microsoft.com/office/drawing/2016/SVG/main" r:embed="rId13"/>
                  </a:ext>
                </a:extLst>
              </a:blip>
              <a:srcRect/>
              <a:stretch>
                <a:fillRect/>
              </a:stretch>
            </p:blipFill>
            <p:spPr>
              <a:xfrm>
                <a:off x="8619145" y="2267969"/>
                <a:ext cx="464509" cy="464264"/>
              </a:xfrm>
              <a:prstGeom prst="rect">
                <a:avLst/>
              </a:prstGeom>
            </p:spPr>
          </p:pic>
        </p:grpSp>
        <p:sp>
          <p:nvSpPr>
            <p:cNvPr id="134" name="Rectangle 133">
              <a:extLst>
                <a:ext uri="{FF2B5EF4-FFF2-40B4-BE49-F238E27FC236}">
                  <a16:creationId xmlns:a16="http://schemas.microsoft.com/office/drawing/2014/main" id="{2D10624F-D741-1E13-93CA-8E327ED4CBEC}"/>
                </a:ext>
              </a:extLst>
            </p:cNvPr>
            <p:cNvSpPr/>
            <p:nvPr/>
          </p:nvSpPr>
          <p:spPr bwMode="gray">
            <a:xfrm>
              <a:off x="8429538" y="2603025"/>
              <a:ext cx="843722" cy="455060"/>
            </a:xfrm>
            <a:prstGeom prst="rect">
              <a:avLst/>
            </a:prstGeom>
            <a:noFill/>
            <a:ln w="3175" algn="ctr">
              <a:noFill/>
              <a:miter lim="800000"/>
              <a:headEnd/>
              <a:tailEnd/>
            </a:ln>
          </p:spPr>
          <p:txBody>
            <a:bodyPr lIns="0" tIns="0" rIns="0" bIns="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US" sz="1100" b="1" i="0" u="none" strike="noStrike" kern="0" cap="none" spc="0" normalizeH="0" baseline="0" noProof="0">
                  <a:ln>
                    <a:noFill/>
                  </a:ln>
                  <a:solidFill>
                    <a:srgbClr val="FFFFFF"/>
                  </a:solidFill>
                  <a:effectLst/>
                  <a:uLnTx/>
                  <a:uFillTx/>
                  <a:latin typeface="72 Brand"/>
                  <a:ea typeface="72 Brand" pitchFamily="34" charset="-128"/>
                  <a:cs typeface="72 Brand" pitchFamily="34" charset="-128"/>
                </a:rPr>
                <a:t>Decide</a:t>
              </a:r>
            </a:p>
          </p:txBody>
        </p:sp>
      </p:grpSp>
      <p:grpSp>
        <p:nvGrpSpPr>
          <p:cNvPr id="137" name="Group 136">
            <a:extLst>
              <a:ext uri="{FF2B5EF4-FFF2-40B4-BE49-F238E27FC236}">
                <a16:creationId xmlns:a16="http://schemas.microsoft.com/office/drawing/2014/main" id="{BF085922-0B48-E819-B1DC-5F6C76694A66}"/>
              </a:ext>
            </a:extLst>
          </p:cNvPr>
          <p:cNvGrpSpPr/>
          <p:nvPr/>
        </p:nvGrpSpPr>
        <p:grpSpPr>
          <a:xfrm>
            <a:off x="8025932" y="4792355"/>
            <a:ext cx="1024128" cy="1024128"/>
            <a:chOff x="8317487" y="4164344"/>
            <a:chExt cx="1024128" cy="1024128"/>
          </a:xfrm>
        </p:grpSpPr>
        <p:sp>
          <p:nvSpPr>
            <p:cNvPr id="138" name="Oval 137">
              <a:extLst>
                <a:ext uri="{FF2B5EF4-FFF2-40B4-BE49-F238E27FC236}">
                  <a16:creationId xmlns:a16="http://schemas.microsoft.com/office/drawing/2014/main" id="{D98CE1F6-8669-913E-618E-56CA1A0E74AE}"/>
                </a:ext>
              </a:extLst>
            </p:cNvPr>
            <p:cNvSpPr/>
            <p:nvPr/>
          </p:nvSpPr>
          <p:spPr bwMode="gray">
            <a:xfrm>
              <a:off x="8317487" y="4164344"/>
              <a:ext cx="1024128" cy="1024128"/>
            </a:xfrm>
            <a:prstGeom prst="ellipse">
              <a:avLst/>
            </a:prstGeom>
            <a:solidFill>
              <a:srgbClr val="E4DEFF"/>
            </a:solidFill>
            <a:ln w="635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139" name="Graphic 43">
              <a:extLst>
                <a:ext uri="{FF2B5EF4-FFF2-40B4-BE49-F238E27FC236}">
                  <a16:creationId xmlns:a16="http://schemas.microsoft.com/office/drawing/2014/main" id="{8709C0D8-E567-AF29-3F6E-BC9F0D5F4B1E}"/>
                </a:ext>
              </a:extLst>
            </p:cNvPr>
            <p:cNvPicPr>
              <a:picLocks noChangeAspect="1"/>
            </p:cNvPicPr>
            <p:nvPr/>
          </p:nvPicPr>
          <p:blipFill>
            <a:blip>
              <a:extLst>
                <a:ext uri="{96DAC541-7B7A-43D3-8B79-37D633B846F1}">
                  <asvg:svgBlip xmlns:asvg="http://schemas.microsoft.com/office/drawing/2016/SVG/main" r:embed="rId14"/>
                </a:ext>
              </a:extLst>
            </a:blip>
            <a:srcRect/>
            <a:stretch/>
          </p:blipFill>
          <p:spPr>
            <a:xfrm>
              <a:off x="8627387" y="4373491"/>
              <a:ext cx="404328" cy="404323"/>
            </a:xfrm>
            <a:prstGeom prst="rect">
              <a:avLst/>
            </a:prstGeom>
            <a:effectLst/>
          </p:spPr>
        </p:pic>
        <p:sp>
          <p:nvSpPr>
            <p:cNvPr id="140" name="Rectangle 139">
              <a:extLst>
                <a:ext uri="{FF2B5EF4-FFF2-40B4-BE49-F238E27FC236}">
                  <a16:creationId xmlns:a16="http://schemas.microsoft.com/office/drawing/2014/main" id="{8A3CD3B9-CB57-DEF2-836B-AA5B4A744A23}"/>
                </a:ext>
              </a:extLst>
            </p:cNvPr>
            <p:cNvSpPr/>
            <p:nvPr/>
          </p:nvSpPr>
          <p:spPr bwMode="gray">
            <a:xfrm>
              <a:off x="8407690" y="4683600"/>
              <a:ext cx="843722" cy="455060"/>
            </a:xfrm>
            <a:prstGeom prst="rect">
              <a:avLst/>
            </a:prstGeom>
            <a:noFill/>
            <a:ln w="3175" algn="ctr">
              <a:noFill/>
              <a:miter lim="800000"/>
              <a:headEnd/>
              <a:tailEnd/>
            </a:ln>
          </p:spPr>
          <p:txBody>
            <a:bodyPr lIns="0" tIns="0" rIns="0" bIns="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US" sz="1100" b="1" i="0" u="none" strike="noStrike" kern="0" cap="none" spc="0" normalizeH="0" baseline="0" noProof="0">
                  <a:ln>
                    <a:noFill/>
                  </a:ln>
                  <a:solidFill>
                    <a:srgbClr val="000000"/>
                  </a:solidFill>
                  <a:effectLst/>
                  <a:uLnTx/>
                  <a:uFillTx/>
                  <a:latin typeface="72 Brand"/>
                  <a:ea typeface="72 Brand" pitchFamily="34" charset="-128"/>
                  <a:cs typeface="72 Brand" pitchFamily="34" charset="-128"/>
                </a:rPr>
                <a:t>Execute</a:t>
              </a:r>
            </a:p>
          </p:txBody>
        </p:sp>
      </p:grpSp>
      <p:grpSp>
        <p:nvGrpSpPr>
          <p:cNvPr id="6" name="Group 5">
            <a:extLst>
              <a:ext uri="{FF2B5EF4-FFF2-40B4-BE49-F238E27FC236}">
                <a16:creationId xmlns:a16="http://schemas.microsoft.com/office/drawing/2014/main" id="{0810FE38-4A18-2E1F-D69E-32165A6D57D1}"/>
              </a:ext>
            </a:extLst>
          </p:cNvPr>
          <p:cNvGrpSpPr>
            <a:grpSpLocks noChangeAspect="1"/>
          </p:cNvGrpSpPr>
          <p:nvPr/>
        </p:nvGrpSpPr>
        <p:grpSpPr>
          <a:xfrm>
            <a:off x="4687403" y="2756083"/>
            <a:ext cx="913918" cy="914400"/>
            <a:chOff x="12358260" y="3925250"/>
            <a:chExt cx="380876" cy="381077"/>
          </a:xfrm>
        </p:grpSpPr>
        <p:sp>
          <p:nvSpPr>
            <p:cNvPr id="24" name="Oval 23">
              <a:extLst>
                <a:ext uri="{FF2B5EF4-FFF2-40B4-BE49-F238E27FC236}">
                  <a16:creationId xmlns:a16="http://schemas.microsoft.com/office/drawing/2014/main" id="{6AB276C5-CF7F-4EDE-AEC8-CC9AC223696B}"/>
                </a:ext>
              </a:extLst>
            </p:cNvPr>
            <p:cNvSpPr/>
            <p:nvPr/>
          </p:nvSpPr>
          <p:spPr bwMode="gray">
            <a:xfrm>
              <a:off x="12358260" y="3925250"/>
              <a:ext cx="380876" cy="381077"/>
            </a:xfrm>
            <a:prstGeom prst="ellipse">
              <a:avLst/>
            </a:prstGeom>
            <a:solidFill>
              <a:srgbClr val="5134C1"/>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25" name="Graphic 24" descr="Single gear with solid fill">
              <a:extLst>
                <a:ext uri="{FF2B5EF4-FFF2-40B4-BE49-F238E27FC236}">
                  <a16:creationId xmlns:a16="http://schemas.microsoft.com/office/drawing/2014/main" id="{6A041B9E-FC72-C22D-06AB-2BD3370D4CD9}"/>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12369381" y="3936471"/>
              <a:ext cx="358634" cy="358634"/>
            </a:xfrm>
            <a:prstGeom prst="rect">
              <a:avLst/>
            </a:prstGeom>
          </p:spPr>
        </p:pic>
      </p:grpSp>
      <p:grpSp>
        <p:nvGrpSpPr>
          <p:cNvPr id="26" name="Group 25">
            <a:extLst>
              <a:ext uri="{FF2B5EF4-FFF2-40B4-BE49-F238E27FC236}">
                <a16:creationId xmlns:a16="http://schemas.microsoft.com/office/drawing/2014/main" id="{603E51FE-344D-C770-20FD-7C56786E8BCC}"/>
              </a:ext>
            </a:extLst>
          </p:cNvPr>
          <p:cNvGrpSpPr/>
          <p:nvPr/>
        </p:nvGrpSpPr>
        <p:grpSpPr>
          <a:xfrm>
            <a:off x="1163169" y="3773535"/>
            <a:ext cx="1024128" cy="1024128"/>
            <a:chOff x="8317487" y="4164344"/>
            <a:chExt cx="1024128" cy="1024128"/>
          </a:xfrm>
        </p:grpSpPr>
        <p:sp>
          <p:nvSpPr>
            <p:cNvPr id="27" name="Oval 26">
              <a:extLst>
                <a:ext uri="{FF2B5EF4-FFF2-40B4-BE49-F238E27FC236}">
                  <a16:creationId xmlns:a16="http://schemas.microsoft.com/office/drawing/2014/main" id="{73FBB4FD-93A7-599F-C60B-357C499733EC}"/>
                </a:ext>
              </a:extLst>
            </p:cNvPr>
            <p:cNvSpPr/>
            <p:nvPr/>
          </p:nvSpPr>
          <p:spPr bwMode="gray">
            <a:xfrm>
              <a:off x="8317487" y="4164344"/>
              <a:ext cx="1024128" cy="1024128"/>
            </a:xfrm>
            <a:prstGeom prst="ellipse">
              <a:avLst/>
            </a:prstGeom>
            <a:solidFill>
              <a:srgbClr val="E4DEFF"/>
            </a:solidFill>
            <a:ln w="635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28" name="Graphic 43">
              <a:extLst>
                <a:ext uri="{FF2B5EF4-FFF2-40B4-BE49-F238E27FC236}">
                  <a16:creationId xmlns:a16="http://schemas.microsoft.com/office/drawing/2014/main" id="{ABD6AB44-83AD-EDCC-3E4F-10B77F4D27B5}"/>
                </a:ext>
              </a:extLst>
            </p:cNvPr>
            <p:cNvPicPr>
              <a:picLocks noChangeAspect="1"/>
            </p:cNvPicPr>
            <p:nvPr/>
          </p:nvPicPr>
          <p:blipFill>
            <a:blip>
              <a:extLst>
                <a:ext uri="{96DAC541-7B7A-43D3-8B79-37D633B846F1}">
                  <asvg:svgBlip xmlns:asvg="http://schemas.microsoft.com/office/drawing/2016/SVG/main" r:embed="rId14"/>
                </a:ext>
              </a:extLst>
            </a:blip>
            <a:srcRect/>
            <a:stretch/>
          </p:blipFill>
          <p:spPr>
            <a:xfrm>
              <a:off x="8627387" y="4373491"/>
              <a:ext cx="404328" cy="404323"/>
            </a:xfrm>
            <a:prstGeom prst="rect">
              <a:avLst/>
            </a:prstGeom>
            <a:effectLst/>
          </p:spPr>
        </p:pic>
        <p:sp>
          <p:nvSpPr>
            <p:cNvPr id="29" name="Rectangle 28">
              <a:extLst>
                <a:ext uri="{FF2B5EF4-FFF2-40B4-BE49-F238E27FC236}">
                  <a16:creationId xmlns:a16="http://schemas.microsoft.com/office/drawing/2014/main" id="{78B622F6-EBDA-289D-E747-A386158D2F7E}"/>
                </a:ext>
              </a:extLst>
            </p:cNvPr>
            <p:cNvSpPr/>
            <p:nvPr/>
          </p:nvSpPr>
          <p:spPr bwMode="gray">
            <a:xfrm>
              <a:off x="8407690" y="4683600"/>
              <a:ext cx="843722" cy="455060"/>
            </a:xfrm>
            <a:prstGeom prst="rect">
              <a:avLst/>
            </a:prstGeom>
            <a:noFill/>
            <a:ln w="3175" algn="ctr">
              <a:noFill/>
              <a:miter lim="800000"/>
              <a:headEnd/>
              <a:tailEnd/>
            </a:ln>
          </p:spPr>
          <p:txBody>
            <a:bodyPr lIns="0" tIns="0" rIns="0" bIns="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US" sz="1100" b="1" i="0" u="none" strike="noStrike" kern="0" cap="none" spc="0" normalizeH="0" baseline="0" noProof="0">
                  <a:ln>
                    <a:noFill/>
                  </a:ln>
                  <a:solidFill>
                    <a:srgbClr val="000000"/>
                  </a:solidFill>
                  <a:effectLst/>
                  <a:uLnTx/>
                  <a:uFillTx/>
                  <a:latin typeface="72 Brand"/>
                  <a:ea typeface="72 Brand" pitchFamily="34" charset="-128"/>
                  <a:cs typeface="72 Brand" pitchFamily="34" charset="-128"/>
                </a:rPr>
                <a:t>Execute</a:t>
              </a:r>
            </a:p>
          </p:txBody>
        </p:sp>
      </p:grpSp>
      <p:grpSp>
        <p:nvGrpSpPr>
          <p:cNvPr id="52" name="Group 51">
            <a:extLst>
              <a:ext uri="{FF2B5EF4-FFF2-40B4-BE49-F238E27FC236}">
                <a16:creationId xmlns:a16="http://schemas.microsoft.com/office/drawing/2014/main" id="{AEE2B780-9A85-658B-3B88-651D5FE63C0B}"/>
              </a:ext>
            </a:extLst>
          </p:cNvPr>
          <p:cNvGrpSpPr/>
          <p:nvPr/>
        </p:nvGrpSpPr>
        <p:grpSpPr>
          <a:xfrm>
            <a:off x="9708923" y="1397548"/>
            <a:ext cx="1113142" cy="1094174"/>
            <a:chOff x="2654120" y="1458156"/>
            <a:chExt cx="1113142" cy="1094174"/>
          </a:xfrm>
        </p:grpSpPr>
        <p:sp>
          <p:nvSpPr>
            <p:cNvPr id="53" name="Oval 52">
              <a:extLst>
                <a:ext uri="{FF2B5EF4-FFF2-40B4-BE49-F238E27FC236}">
                  <a16:creationId xmlns:a16="http://schemas.microsoft.com/office/drawing/2014/main" id="{3239F2FC-4E49-2200-3356-E710823BFED9}"/>
                </a:ext>
              </a:extLst>
            </p:cNvPr>
            <p:cNvSpPr/>
            <p:nvPr/>
          </p:nvSpPr>
          <p:spPr bwMode="gray">
            <a:xfrm>
              <a:off x="2699608" y="1527047"/>
              <a:ext cx="1025283" cy="1025283"/>
            </a:xfrm>
            <a:prstGeom prst="ellipse">
              <a:avLst/>
            </a:prstGeom>
            <a:solidFill>
              <a:srgbClr val="5134C1"/>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56" name="Graphic 55" descr="User with solid fill">
              <a:extLst>
                <a:ext uri="{FF2B5EF4-FFF2-40B4-BE49-F238E27FC236}">
                  <a16:creationId xmlns:a16="http://schemas.microsoft.com/office/drawing/2014/main" id="{B298AD09-4D9B-F394-925A-01DBD1701BB6}"/>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2884203" y="1458156"/>
              <a:ext cx="652976" cy="652976"/>
            </a:xfrm>
            <a:prstGeom prst="rect">
              <a:avLst/>
            </a:prstGeom>
          </p:spPr>
        </p:pic>
        <p:sp>
          <p:nvSpPr>
            <p:cNvPr id="57" name="Rectangle 56">
              <a:extLst>
                <a:ext uri="{FF2B5EF4-FFF2-40B4-BE49-F238E27FC236}">
                  <a16:creationId xmlns:a16="http://schemas.microsoft.com/office/drawing/2014/main" id="{3DF5354B-4D7F-D466-0289-D0F1BD4EBBBF}"/>
                </a:ext>
              </a:extLst>
            </p:cNvPr>
            <p:cNvSpPr/>
            <p:nvPr/>
          </p:nvSpPr>
          <p:spPr bwMode="gray">
            <a:xfrm>
              <a:off x="2654120" y="2043871"/>
              <a:ext cx="1113142" cy="332976"/>
            </a:xfrm>
            <a:prstGeom prst="rect">
              <a:avLst/>
            </a:prstGeom>
            <a:noFill/>
            <a:ln w="3175" algn="ctr">
              <a:noFill/>
              <a:miter lim="800000"/>
              <a:headEnd/>
              <a:tailEnd/>
            </a:ln>
          </p:spPr>
          <p:txBody>
            <a:bodyPr lIns="0" tIns="0" rIns="0" bIns="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US" sz="1000" b="1" i="0" u="none" strike="noStrike" kern="0" cap="none" spc="0" normalizeH="0" baseline="0" noProof="0">
                  <a:ln>
                    <a:noFill/>
                  </a:ln>
                  <a:solidFill>
                    <a:srgbClr val="FFFFFF"/>
                  </a:solidFill>
                  <a:effectLst/>
                  <a:uLnTx/>
                  <a:uFillTx/>
                  <a:latin typeface="72 Brand"/>
                  <a:ea typeface="72 Brand" pitchFamily="34" charset="-128"/>
                  <a:cs typeface="72 Brand" pitchFamily="34" charset="-128"/>
                </a:rPr>
                <a:t>GL</a:t>
              </a:r>
              <a:br>
                <a:rPr kumimoji="0" lang="en-US" sz="1000" b="1" i="0" u="none" strike="noStrike" kern="0" cap="none" spc="0" normalizeH="0" baseline="0" noProof="0">
                  <a:ln>
                    <a:noFill/>
                  </a:ln>
                  <a:solidFill>
                    <a:srgbClr val="FFFFFF"/>
                  </a:solidFill>
                  <a:effectLst/>
                  <a:uLnTx/>
                  <a:uFillTx/>
                  <a:latin typeface="72 Brand"/>
                  <a:ea typeface="72 Brand" pitchFamily="34" charset="-128"/>
                  <a:cs typeface="72 Brand" pitchFamily="34" charset="-128"/>
                </a:rPr>
              </a:br>
              <a:r>
                <a:rPr kumimoji="0" lang="en-US" sz="1000" b="1" i="0" u="none" strike="noStrike" kern="0" cap="none" spc="0" normalizeH="0" baseline="0" noProof="0">
                  <a:ln>
                    <a:noFill/>
                  </a:ln>
                  <a:solidFill>
                    <a:srgbClr val="FFFFFF"/>
                  </a:solidFill>
                  <a:effectLst/>
                  <a:uLnTx/>
                  <a:uFillTx/>
                  <a:latin typeface="72 Brand"/>
                  <a:ea typeface="72 Brand" pitchFamily="34" charset="-128"/>
                  <a:cs typeface="72 Brand" pitchFamily="34" charset="-128"/>
                </a:rPr>
                <a:t>Accountant</a:t>
              </a:r>
            </a:p>
          </p:txBody>
        </p:sp>
      </p:grpSp>
      <p:grpSp>
        <p:nvGrpSpPr>
          <p:cNvPr id="90" name="Group 89">
            <a:extLst>
              <a:ext uri="{FF2B5EF4-FFF2-40B4-BE49-F238E27FC236}">
                <a16:creationId xmlns:a16="http://schemas.microsoft.com/office/drawing/2014/main" id="{279B429E-897E-0807-C810-B00FF67B3FDA}"/>
              </a:ext>
            </a:extLst>
          </p:cNvPr>
          <p:cNvGrpSpPr>
            <a:grpSpLocks noChangeAspect="1"/>
          </p:cNvGrpSpPr>
          <p:nvPr/>
        </p:nvGrpSpPr>
        <p:grpSpPr>
          <a:xfrm>
            <a:off x="9238978" y="5194179"/>
            <a:ext cx="913918" cy="914400"/>
            <a:chOff x="12358260" y="3925250"/>
            <a:chExt cx="380876" cy="381077"/>
          </a:xfrm>
        </p:grpSpPr>
        <p:sp>
          <p:nvSpPr>
            <p:cNvPr id="91" name="Oval 90">
              <a:extLst>
                <a:ext uri="{FF2B5EF4-FFF2-40B4-BE49-F238E27FC236}">
                  <a16:creationId xmlns:a16="http://schemas.microsoft.com/office/drawing/2014/main" id="{E235D838-1E3D-0BFE-4B32-79F054FED342}"/>
                </a:ext>
              </a:extLst>
            </p:cNvPr>
            <p:cNvSpPr/>
            <p:nvPr/>
          </p:nvSpPr>
          <p:spPr bwMode="gray">
            <a:xfrm>
              <a:off x="12358260" y="3925250"/>
              <a:ext cx="380876" cy="381077"/>
            </a:xfrm>
            <a:prstGeom prst="ellipse">
              <a:avLst/>
            </a:prstGeom>
            <a:solidFill>
              <a:srgbClr val="5134C1"/>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92" name="Graphic 91" descr="Single gear with solid fill">
              <a:extLst>
                <a:ext uri="{FF2B5EF4-FFF2-40B4-BE49-F238E27FC236}">
                  <a16:creationId xmlns:a16="http://schemas.microsoft.com/office/drawing/2014/main" id="{8BFF9872-30A5-A47C-EF3A-B2BF07A0215B}"/>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12369381" y="3936471"/>
              <a:ext cx="358634" cy="358634"/>
            </a:xfrm>
            <a:prstGeom prst="rect">
              <a:avLst/>
            </a:prstGeom>
          </p:spPr>
        </p:pic>
      </p:grpSp>
      <p:sp>
        <p:nvSpPr>
          <p:cNvPr id="9" name="Rounded Rectangle 56">
            <a:extLst>
              <a:ext uri="{FF2B5EF4-FFF2-40B4-BE49-F238E27FC236}">
                <a16:creationId xmlns:a16="http://schemas.microsoft.com/office/drawing/2014/main" id="{8BB451C9-0443-238D-FFC7-BE6B6F29EDAB}"/>
              </a:ext>
            </a:extLst>
          </p:cNvPr>
          <p:cNvSpPr>
            <a:spLocks noChangeAspect="1"/>
          </p:cNvSpPr>
          <p:nvPr/>
        </p:nvSpPr>
        <p:spPr>
          <a:xfrm>
            <a:off x="10731989" y="1"/>
            <a:ext cx="1461599" cy="317029"/>
          </a:xfrm>
          <a:prstGeom prst="roundRect">
            <a:avLst>
              <a:gd name="adj" fmla="val 0"/>
            </a:avLst>
          </a:prstGeom>
          <a:gradFill flip="none" rotWithShape="1">
            <a:gsLst>
              <a:gs pos="0">
                <a:srgbClr val="8D77F9"/>
              </a:gs>
              <a:gs pos="100000">
                <a:srgbClr val="5D36FF"/>
              </a:gs>
            </a:gsLst>
            <a:lin ang="2700000" scaled="1"/>
            <a:tileRect/>
          </a:gradFill>
          <a:ln w="28575" algn="ctr">
            <a:noFill/>
            <a:miter lim="800000"/>
            <a:headEnd/>
            <a:tailEnd/>
          </a:ln>
        </p:spPr>
        <p:txBody>
          <a:bodyPr lIns="90000" tIns="72000" rIns="90000" bIns="7200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E9ECEE"/>
                </a:solidFill>
                <a:effectLst/>
                <a:uLnTx/>
                <a:uFillTx/>
                <a:latin typeface="72 Brand Medium" panose="020B0504030603020204" pitchFamily="34" charset="0"/>
                <a:ea typeface="+mn-ea"/>
                <a:cs typeface="+mn-cs"/>
              </a:rPr>
              <a:t>Labs Preview</a:t>
            </a:r>
          </a:p>
        </p:txBody>
      </p:sp>
      <p:sp>
        <p:nvSpPr>
          <p:cNvPr id="10" name="Rounded Rectangle 56">
            <a:extLst>
              <a:ext uri="{FF2B5EF4-FFF2-40B4-BE49-F238E27FC236}">
                <a16:creationId xmlns:a16="http://schemas.microsoft.com/office/drawing/2014/main" id="{EDA0E19D-0B67-E640-75FD-94BD2BEE61DE}"/>
              </a:ext>
            </a:extLst>
          </p:cNvPr>
          <p:cNvSpPr>
            <a:spLocks noChangeAspect="1"/>
          </p:cNvSpPr>
          <p:nvPr/>
        </p:nvSpPr>
        <p:spPr>
          <a:xfrm>
            <a:off x="10733576" y="342128"/>
            <a:ext cx="1461599" cy="317029"/>
          </a:xfrm>
          <a:prstGeom prst="roundRect">
            <a:avLst>
              <a:gd name="adj" fmla="val 0"/>
            </a:avLst>
          </a:prstGeom>
          <a:solidFill>
            <a:srgbClr val="1B90FF"/>
          </a:solidFill>
          <a:ln w="28575" algn="ctr">
            <a:noFill/>
            <a:miter lim="800000"/>
            <a:headEnd/>
            <a:tailEnd/>
          </a:ln>
        </p:spPr>
        <p:txBody>
          <a:bodyPr lIns="90000" tIns="72000" rIns="90000" bIns="7200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E9ECEE"/>
                </a:solidFill>
                <a:effectLst/>
                <a:uLnTx/>
                <a:uFillTx/>
                <a:latin typeface="72 Brand Medium" panose="020B0504030603020204" pitchFamily="34" charset="0"/>
                <a:ea typeface="+mn-ea"/>
                <a:cs typeface="+mn-cs"/>
              </a:rPr>
              <a:t>Public &amp; Private Cloud</a:t>
            </a:r>
          </a:p>
        </p:txBody>
      </p:sp>
      <p:pic>
        <p:nvPicPr>
          <p:cNvPr id="11" name="Group 54" descr="ID 299527 - filled rhombus">
            <a:extLst>
              <a:ext uri="{FF2B5EF4-FFF2-40B4-BE49-F238E27FC236}">
                <a16:creationId xmlns:a16="http://schemas.microsoft.com/office/drawing/2014/main" id="{C7051C88-45ED-7691-1412-C10756DF0067}"/>
              </a:ext>
            </a:extLst>
          </p:cNvPr>
          <p:cNvPicPr>
            <a:picLocks noChangeAspect="1"/>
          </p:cNvPicPr>
          <p:nvPr>
            <p:custDataLst>
              <p:tags r:id="rId1"/>
            </p:custDataLst>
          </p:nvPr>
        </p:nvPicPr>
        <p:blipFill>
          <a:blip>
            <a:extLst>
              <a:ext uri="{96DAC541-7B7A-43D3-8B79-37D633B846F1}">
                <asvg:svgBlip xmlns:asvg="http://schemas.microsoft.com/office/drawing/2016/SVG/main" r:embed="rId17"/>
              </a:ext>
            </a:extLst>
          </a:blip>
          <a:srcRect t="2794" b="2794"/>
          <a:stretch>
            <a:fillRect/>
          </a:stretch>
        </p:blipFill>
        <p:spPr>
          <a:xfrm>
            <a:off x="3504004" y="6442319"/>
            <a:ext cx="182880" cy="172663"/>
          </a:xfrm>
          <a:prstGeom prst="rect">
            <a:avLst/>
          </a:prstGeom>
        </p:spPr>
      </p:pic>
      <p:sp>
        <p:nvSpPr>
          <p:cNvPr id="40" name="TextBox 39">
            <a:extLst>
              <a:ext uri="{FF2B5EF4-FFF2-40B4-BE49-F238E27FC236}">
                <a16:creationId xmlns:a16="http://schemas.microsoft.com/office/drawing/2014/main" id="{3DE55A1F-3A7E-FEA7-F973-93357D64B76D}"/>
              </a:ext>
            </a:extLst>
          </p:cNvPr>
          <p:cNvSpPr txBox="1"/>
          <p:nvPr/>
        </p:nvSpPr>
        <p:spPr>
          <a:xfrm>
            <a:off x="3686884" y="6359374"/>
            <a:ext cx="2460926" cy="461665"/>
          </a:xfrm>
          <a:prstGeom prst="rect">
            <a:avLst/>
          </a:prstGeom>
          <a:noFill/>
        </p:spPr>
        <p:txBody>
          <a:bodyPr wrap="square">
            <a:spAutoFit/>
          </a:bodyPr>
          <a:lstStyle/>
          <a:p>
            <a:pPr marL="0" marR="0" lvl="0" indent="0" algn="l" defTabSz="108877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Only Available with SAP</a:t>
            </a:r>
            <a:br>
              <a:rPr kumimoji="0" lang="en-US" sz="800" b="0" i="0" u="none" strike="noStrike" kern="1200" cap="none" spc="0" normalizeH="0" baseline="0" noProof="0">
                <a:ln>
                  <a:noFill/>
                </a:ln>
                <a:solidFill>
                  <a:srgbClr val="000000"/>
                </a:solidFill>
                <a:effectLst/>
                <a:uLnTx/>
                <a:uFillTx/>
                <a:latin typeface="Arial"/>
                <a:ea typeface="+mn-ea"/>
                <a:cs typeface="+mn-cs"/>
              </a:rPr>
            </a:br>
            <a:r>
              <a:rPr kumimoji="0" lang="en-US" sz="800" b="0" i="0" u="none" strike="noStrike" kern="1200" cap="none" spc="0" normalizeH="0" baseline="0" noProof="0">
                <a:ln>
                  <a:noFill/>
                </a:ln>
                <a:solidFill>
                  <a:srgbClr val="000000"/>
                </a:solidFill>
                <a:effectLst/>
                <a:uLnTx/>
                <a:uFillTx/>
                <a:latin typeface="Arial"/>
                <a:ea typeface="+mn-ea"/>
                <a:cs typeface="+mn-cs"/>
              </a:rPr>
              <a:t>-Real-time interoperability with SAP ERP Core</a:t>
            </a:r>
          </a:p>
          <a:p>
            <a:pPr marL="0" marR="0" lvl="0" indent="0" algn="l" defTabSz="108877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-Real-time integration with SAP Knowledge Graph</a:t>
            </a:r>
            <a:endParaRPr kumimoji="0" lang="en-US" sz="1050" b="0" i="0" u="none" strike="noStrike" kern="1200" cap="none" spc="0" normalizeH="0" baseline="0" noProof="0">
              <a:ln>
                <a:noFill/>
              </a:ln>
              <a:solidFill>
                <a:srgbClr val="000000"/>
              </a:solidFill>
              <a:effectLst/>
              <a:uLnTx/>
              <a:uFillTx/>
              <a:latin typeface="Arial"/>
              <a:ea typeface="+mn-ea"/>
              <a:cs typeface="+mn-cs"/>
            </a:endParaRPr>
          </a:p>
        </p:txBody>
      </p:sp>
      <p:pic>
        <p:nvPicPr>
          <p:cNvPr id="41" name="Group 54" descr="ID 299527 - filled rhombus">
            <a:extLst>
              <a:ext uri="{FF2B5EF4-FFF2-40B4-BE49-F238E27FC236}">
                <a16:creationId xmlns:a16="http://schemas.microsoft.com/office/drawing/2014/main" id="{79E08DCE-5D24-DA3C-624A-185B79798514}"/>
              </a:ext>
            </a:extLst>
          </p:cNvPr>
          <p:cNvPicPr>
            <a:picLocks noChangeAspect="1"/>
          </p:cNvPicPr>
          <p:nvPr>
            <p:custDataLst>
              <p:tags r:id="rId2"/>
            </p:custDataLst>
          </p:nvPr>
        </p:nvPicPr>
        <p:blipFill>
          <a:blip>
            <a:extLst>
              <a:ext uri="{96DAC541-7B7A-43D3-8B79-37D633B846F1}">
                <asvg:svgBlip xmlns:asvg="http://schemas.microsoft.com/office/drawing/2016/SVG/main" r:embed="rId17"/>
              </a:ext>
            </a:extLst>
          </a:blip>
          <a:srcRect t="2794" b="2794"/>
          <a:stretch>
            <a:fillRect/>
          </a:stretch>
        </p:blipFill>
        <p:spPr>
          <a:xfrm>
            <a:off x="5728116" y="5051652"/>
            <a:ext cx="182880" cy="172663"/>
          </a:xfrm>
          <a:prstGeom prst="rect">
            <a:avLst/>
          </a:prstGeom>
        </p:spPr>
      </p:pic>
      <p:pic>
        <p:nvPicPr>
          <p:cNvPr id="42" name="Group 54" descr="ID 299527 - filled rhombus">
            <a:extLst>
              <a:ext uri="{FF2B5EF4-FFF2-40B4-BE49-F238E27FC236}">
                <a16:creationId xmlns:a16="http://schemas.microsoft.com/office/drawing/2014/main" id="{C2743C82-2B1A-6DF2-1F79-D8621ABE73CE}"/>
              </a:ext>
            </a:extLst>
          </p:cNvPr>
          <p:cNvPicPr>
            <a:picLocks noChangeAspect="1"/>
          </p:cNvPicPr>
          <p:nvPr>
            <p:custDataLst>
              <p:tags r:id="rId3"/>
            </p:custDataLst>
          </p:nvPr>
        </p:nvPicPr>
        <p:blipFill>
          <a:blip>
            <a:extLst>
              <a:ext uri="{96DAC541-7B7A-43D3-8B79-37D633B846F1}">
                <asvg:svgBlip xmlns:asvg="http://schemas.microsoft.com/office/drawing/2016/SVG/main" r:embed="rId17"/>
              </a:ext>
            </a:extLst>
          </a:blip>
          <a:srcRect t="2794" b="2794"/>
          <a:stretch>
            <a:fillRect/>
          </a:stretch>
        </p:blipFill>
        <p:spPr>
          <a:xfrm>
            <a:off x="3937395" y="3713397"/>
            <a:ext cx="182880" cy="172663"/>
          </a:xfrm>
          <a:prstGeom prst="rect">
            <a:avLst/>
          </a:prstGeom>
        </p:spPr>
      </p:pic>
    </p:spTree>
    <p:extLst>
      <p:ext uri="{BB962C8B-B14F-4D97-AF65-F5344CB8AC3E}">
        <p14:creationId xmlns:p14="http://schemas.microsoft.com/office/powerpoint/2010/main" val="36587491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1A02E-D5BB-294F-5AE5-3F045B00327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B971FBC-47B7-31A9-5D9A-27F7D65A7A5B}"/>
              </a:ext>
            </a:extLst>
          </p:cNvPr>
          <p:cNvPicPr>
            <a:picLocks noChangeAspect="1"/>
          </p:cNvPicPr>
          <p:nvPr/>
        </p:nvPicPr>
        <p:blipFill>
          <a:blip r:embed="rId3"/>
          <a:stretch>
            <a:fillRect/>
          </a:stretch>
        </p:blipFill>
        <p:spPr>
          <a:xfrm>
            <a:off x="1" y="0"/>
            <a:ext cx="12191999" cy="6858000"/>
          </a:xfrm>
          <a:prstGeom prst="rect">
            <a:avLst/>
          </a:prstGeom>
        </p:spPr>
      </p:pic>
      <p:sp>
        <p:nvSpPr>
          <p:cNvPr id="7" name="Title 6">
            <a:extLst>
              <a:ext uri="{FF2B5EF4-FFF2-40B4-BE49-F238E27FC236}">
                <a16:creationId xmlns:a16="http://schemas.microsoft.com/office/drawing/2014/main" id="{1C0874FC-8C76-51B6-8204-AD2849C08973}"/>
              </a:ext>
            </a:extLst>
          </p:cNvPr>
          <p:cNvSpPr>
            <a:spLocks noGrp="1"/>
          </p:cNvSpPr>
          <p:nvPr>
            <p:ph type="title"/>
          </p:nvPr>
        </p:nvSpPr>
        <p:spPr>
          <a:xfrm>
            <a:off x="555757" y="3090446"/>
            <a:ext cx="11066331" cy="677108"/>
          </a:xfrm>
        </p:spPr>
        <p:txBody>
          <a:bodyPr/>
          <a:lstStyle/>
          <a:p>
            <a:pPr defTabSz="914400">
              <a:spcBef>
                <a:spcPts val="0"/>
              </a:spcBef>
              <a:defRPr/>
            </a:pPr>
            <a:r>
              <a:rPr lang="en-US" sz="4400">
                <a:solidFill>
                  <a:srgbClr val="FFFFFF"/>
                </a:solidFill>
                <a:ea typeface="+mn-ea"/>
                <a:cs typeface="+mn-cs"/>
              </a:rPr>
              <a:t>Accounting Accruals Agent</a:t>
            </a:r>
          </a:p>
        </p:txBody>
      </p:sp>
    </p:spTree>
    <p:extLst>
      <p:ext uri="{BB962C8B-B14F-4D97-AF65-F5344CB8AC3E}">
        <p14:creationId xmlns:p14="http://schemas.microsoft.com/office/powerpoint/2010/main" val="10214572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B5A24-63CC-C4A3-8A18-938E0AC787B0}"/>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DAD733D4-9B7E-73F2-737F-6999E6F08F1B}"/>
              </a:ext>
            </a:extLst>
          </p:cNvPr>
          <p:cNvSpPr txBox="1"/>
          <p:nvPr/>
        </p:nvSpPr>
        <p:spPr>
          <a:xfrm>
            <a:off x="458787" y="854819"/>
            <a:ext cx="5015942" cy="430887"/>
          </a:xfrm>
          <a:prstGeom prst="rect">
            <a:avLst/>
          </a:prstGeom>
          <a:noFill/>
        </p:spPr>
        <p:txBody>
          <a:bodyPr wrap="square" lIns="0" tIns="0" rIns="0" bIns="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0144A"/>
                </a:solidFill>
                <a:effectLst/>
                <a:uLnTx/>
                <a:uFillTx/>
                <a:latin typeface="72 Brand Medium" panose="020B0604030603020204" pitchFamily="34" charset="0"/>
                <a:ea typeface="+mn-ea"/>
                <a:cs typeface="+mn-cs"/>
              </a:rPr>
              <a:t>Accounting Accruals Agent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rPr>
              <a:t>Agent summary</a:t>
            </a:r>
            <a:endParaRPr kumimoji="0" lang="de-DE" sz="2800" b="0" i="0" u="none" strike="noStrike" kern="1200" cap="none" spc="0" normalizeH="0" baseline="0" noProof="0">
              <a:ln>
                <a:noFill/>
              </a:ln>
              <a:solidFill>
                <a:srgbClr val="00144A"/>
              </a:solidFill>
              <a:effectLst/>
              <a:uLnTx/>
              <a:uFillTx/>
              <a:latin typeface="72 Brand Medium" panose="020B0604030603020204" pitchFamily="34" charset="0"/>
              <a:ea typeface="+mn-ea"/>
              <a:cs typeface="+mn-cs"/>
            </a:endParaRPr>
          </a:p>
        </p:txBody>
      </p:sp>
      <p:sp>
        <p:nvSpPr>
          <p:cNvPr id="10" name="TextBox 9">
            <a:extLst>
              <a:ext uri="{FF2B5EF4-FFF2-40B4-BE49-F238E27FC236}">
                <a16:creationId xmlns:a16="http://schemas.microsoft.com/office/drawing/2014/main" id="{16888FC7-BDE1-2E3C-98ED-5BC45B184036}"/>
              </a:ext>
            </a:extLst>
          </p:cNvPr>
          <p:cNvSpPr txBox="1"/>
          <p:nvPr/>
        </p:nvSpPr>
        <p:spPr>
          <a:xfrm>
            <a:off x="481012" y="1921708"/>
            <a:ext cx="5678614" cy="430887"/>
          </a:xfrm>
          <a:prstGeom prst="rect">
            <a:avLst/>
          </a:prstGeom>
          <a:noFill/>
        </p:spPr>
        <p:txBody>
          <a:bodyPr wrap="square" lIns="0" tIns="0" rIns="0" bIns="0" anchor="t">
            <a:spAutoFit/>
          </a:bodyPr>
          <a:lstStyle/>
          <a:p>
            <a:pPr marL="0" marR="0" lvl="0" indent="0" algn="l" defTabSz="1088231"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ptos" panose="020B0004020202020204"/>
                <a:ea typeface="+mn-ea"/>
                <a:cs typeface="+mn-cs"/>
              </a:rPr>
              <a:t>The Accounting Accruals Agent uses accounting policy documents and historical data to propose accrual and deferral journal entries</a:t>
            </a:r>
          </a:p>
        </p:txBody>
      </p:sp>
      <p:sp>
        <p:nvSpPr>
          <p:cNvPr id="12" name="TextBox 11">
            <a:extLst>
              <a:ext uri="{FF2B5EF4-FFF2-40B4-BE49-F238E27FC236}">
                <a16:creationId xmlns:a16="http://schemas.microsoft.com/office/drawing/2014/main" id="{4454355C-17CC-AD50-B2B0-7CEEE59AD498}"/>
              </a:ext>
            </a:extLst>
          </p:cNvPr>
          <p:cNvSpPr txBox="1"/>
          <p:nvPr/>
        </p:nvSpPr>
        <p:spPr>
          <a:xfrm>
            <a:off x="698048" y="2605805"/>
            <a:ext cx="6564869" cy="15388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D36FF"/>
                </a:solidFill>
                <a:effectLst/>
                <a:uLnTx/>
                <a:uFillTx/>
                <a:latin typeface="72 Brand Medium"/>
                <a:ea typeface="+mn-ea"/>
                <a:cs typeface="+mn-cs"/>
              </a:rPr>
              <a:t>100% of agent-generated accrual proposals aligned with accounting policy</a:t>
            </a:r>
          </a:p>
        </p:txBody>
      </p:sp>
      <p:sp>
        <p:nvSpPr>
          <p:cNvPr id="13" name="TextBox 12">
            <a:extLst>
              <a:ext uri="{FF2B5EF4-FFF2-40B4-BE49-F238E27FC236}">
                <a16:creationId xmlns:a16="http://schemas.microsoft.com/office/drawing/2014/main" id="{6AFBCAC1-F014-860E-4277-A9E5F0C24943}"/>
              </a:ext>
            </a:extLst>
          </p:cNvPr>
          <p:cNvSpPr txBox="1"/>
          <p:nvPr/>
        </p:nvSpPr>
        <p:spPr>
          <a:xfrm>
            <a:off x="698048" y="3139561"/>
            <a:ext cx="6564869" cy="15388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D36FF"/>
                </a:solidFill>
                <a:effectLst/>
                <a:uLnTx/>
                <a:uFillTx/>
                <a:latin typeface="72 Brand Medium"/>
                <a:ea typeface="+mn-ea"/>
                <a:cs typeface="+mn-cs"/>
              </a:rPr>
              <a:t>Clear description of reasoning and validation steps help accountants approve proposals with confidence</a:t>
            </a:r>
          </a:p>
        </p:txBody>
      </p:sp>
      <p:sp>
        <p:nvSpPr>
          <p:cNvPr id="14" name="TextBox 13">
            <a:extLst>
              <a:ext uri="{FF2B5EF4-FFF2-40B4-BE49-F238E27FC236}">
                <a16:creationId xmlns:a16="http://schemas.microsoft.com/office/drawing/2014/main" id="{B2EABABC-495F-EE8C-01C7-242CAB5B34E0}"/>
              </a:ext>
            </a:extLst>
          </p:cNvPr>
          <p:cNvSpPr txBox="1"/>
          <p:nvPr/>
        </p:nvSpPr>
        <p:spPr>
          <a:xfrm>
            <a:off x="698048" y="2878136"/>
            <a:ext cx="6564869" cy="15388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D36FF"/>
                </a:solidFill>
                <a:effectLst/>
                <a:uLnTx/>
                <a:uFillTx/>
                <a:latin typeface="72 Brand Medium"/>
                <a:ea typeface="+mn-ea"/>
                <a:cs typeface="+mn-cs"/>
              </a:rPr>
              <a:t>Data analyzed from across ERP and Business Suite (Ariba, Concur)</a:t>
            </a:r>
          </a:p>
        </p:txBody>
      </p:sp>
      <p:pic>
        <p:nvPicPr>
          <p:cNvPr id="2" name="Graphic 1">
            <a:extLst>
              <a:ext uri="{FF2B5EF4-FFF2-40B4-BE49-F238E27FC236}">
                <a16:creationId xmlns:a16="http://schemas.microsoft.com/office/drawing/2014/main" id="{5A0B4517-78A3-E9B8-CB90-DA8C0D0EE22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1013" y="2604997"/>
            <a:ext cx="153889" cy="153889"/>
          </a:xfrm>
          <a:prstGeom prst="rect">
            <a:avLst/>
          </a:prstGeom>
        </p:spPr>
      </p:pic>
      <p:pic>
        <p:nvPicPr>
          <p:cNvPr id="4" name="Graphic 3">
            <a:extLst>
              <a:ext uri="{FF2B5EF4-FFF2-40B4-BE49-F238E27FC236}">
                <a16:creationId xmlns:a16="http://schemas.microsoft.com/office/drawing/2014/main" id="{B6A5BD25-E34F-D0A7-EE19-3100C5CB5C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1013" y="2881841"/>
            <a:ext cx="153889" cy="153889"/>
          </a:xfrm>
          <a:prstGeom prst="rect">
            <a:avLst/>
          </a:prstGeom>
        </p:spPr>
      </p:pic>
      <p:pic>
        <p:nvPicPr>
          <p:cNvPr id="16" name="Graphic 15">
            <a:extLst>
              <a:ext uri="{FF2B5EF4-FFF2-40B4-BE49-F238E27FC236}">
                <a16:creationId xmlns:a16="http://schemas.microsoft.com/office/drawing/2014/main" id="{7C85746A-9837-BEFA-37AA-7632535D6B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1013" y="3140030"/>
            <a:ext cx="153889" cy="153889"/>
          </a:xfrm>
          <a:prstGeom prst="rect">
            <a:avLst/>
          </a:prstGeom>
        </p:spPr>
      </p:pic>
      <p:sp>
        <p:nvSpPr>
          <p:cNvPr id="36" name="Rounded Rectangle 35">
            <a:extLst>
              <a:ext uri="{FF2B5EF4-FFF2-40B4-BE49-F238E27FC236}">
                <a16:creationId xmlns:a16="http://schemas.microsoft.com/office/drawing/2014/main" id="{23FD5042-9390-444B-79DE-84300B64C260}"/>
              </a:ext>
            </a:extLst>
          </p:cNvPr>
          <p:cNvSpPr/>
          <p:nvPr/>
        </p:nvSpPr>
        <p:spPr>
          <a:xfrm>
            <a:off x="8271503" y="89603"/>
            <a:ext cx="1865073" cy="369113"/>
          </a:xfrm>
          <a:prstGeom prst="roundRect">
            <a:avLst>
              <a:gd name="adj" fmla="val 33975"/>
            </a:avLst>
          </a:prstGeom>
          <a:solidFill>
            <a:srgbClr val="5D36FF">
              <a:alpha val="8000"/>
            </a:srgb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737" tIns="146190" rIns="182737" bIns="146190" numCol="1" spcCol="0" rtlCol="0" fromWordArt="0" anchor="ctr" anchorCtr="0" forceAA="0" compatLnSpc="1">
            <a:prstTxWarp prst="textNoShape">
              <a:avLst/>
            </a:prstTxWarp>
            <a:noAutofit/>
          </a:bodyPr>
          <a:lstStyle/>
          <a:p>
            <a:pPr marL="0" marR="0" lvl="0" indent="0" algn="ctr" defTabSz="253944" rtl="0" eaLnBrk="1" fontAlgn="base" latinLnBrk="0" hangingPunct="1">
              <a:lnSpc>
                <a:spcPct val="100000"/>
              </a:lnSpc>
              <a:spcBef>
                <a:spcPct val="50000"/>
              </a:spcBef>
              <a:spcAft>
                <a:spcPct val="0"/>
              </a:spcAft>
              <a:buClr>
                <a:srgbClr val="F0AB00"/>
              </a:buClr>
              <a:buSzPct val="80000"/>
              <a:buFontTx/>
              <a:buNone/>
              <a:tabLst/>
              <a:defRPr/>
            </a:pPr>
            <a:r>
              <a:rPr kumimoji="0" lang="en-US" sz="1050" b="0" i="0" u="none" strike="noStrike" kern="0" cap="none" spc="0" normalizeH="0" baseline="0" noProof="0">
                <a:ln>
                  <a:noFill/>
                </a:ln>
                <a:solidFill>
                  <a:srgbClr val="5D36FF"/>
                </a:solidFill>
                <a:effectLst/>
                <a:uLnTx/>
                <a:uFillTx/>
                <a:latin typeface="72 Brand Book" panose="020B0404030603020204" pitchFamily="34" charset="0"/>
                <a:ea typeface="+mn-ea"/>
                <a:cs typeface="+mn-cs"/>
                <a:hlinkClick r:id="rId4"/>
              </a:rPr>
              <a:t>Accounting Accruals Agent </a:t>
            </a:r>
            <a:br>
              <a:rPr kumimoji="0" lang="en-US" sz="1050" b="0" i="0" u="none" strike="noStrike" kern="0" cap="none" spc="0" normalizeH="0" baseline="0" noProof="0">
                <a:ln>
                  <a:noFill/>
                </a:ln>
                <a:solidFill>
                  <a:srgbClr val="5D36FF"/>
                </a:solidFill>
                <a:effectLst/>
                <a:uLnTx/>
                <a:uFillTx/>
                <a:latin typeface="72 Brand Book" panose="020B0404030603020204" pitchFamily="34" charset="0"/>
                <a:ea typeface="+mn-ea"/>
                <a:cs typeface="+mn-cs"/>
                <a:hlinkClick r:id="rId4"/>
              </a:rPr>
            </a:br>
            <a:r>
              <a:rPr kumimoji="0" lang="en-US" sz="1050" b="0" i="0" u="none" strike="noStrike" kern="0" cap="none" spc="0" normalizeH="0" baseline="0" noProof="0">
                <a:ln>
                  <a:noFill/>
                </a:ln>
                <a:solidFill>
                  <a:srgbClr val="5D36FF"/>
                </a:solidFill>
                <a:effectLst/>
                <a:uLnTx/>
                <a:uFillTx/>
                <a:latin typeface="72 Brand Book" panose="020B0404030603020204" pitchFamily="34" charset="0"/>
                <a:ea typeface="+mn-ea"/>
                <a:cs typeface="+mn-cs"/>
                <a:hlinkClick r:id="rId4"/>
              </a:rPr>
              <a:t>Flyover Video</a:t>
            </a:r>
            <a:endParaRPr kumimoji="0" lang="en-GB" sz="1050" b="0" i="0" u="none" strike="noStrike" kern="0" cap="none" spc="0" normalizeH="0" baseline="0" noProof="0">
              <a:ln>
                <a:noFill/>
              </a:ln>
              <a:solidFill>
                <a:srgbClr val="5D36FF"/>
              </a:solidFill>
              <a:effectLst/>
              <a:uLnTx/>
              <a:uFillTx/>
              <a:latin typeface="72 Brand Book" panose="020B0404030603020204" pitchFamily="34" charset="0"/>
              <a:ea typeface="+mn-ea"/>
              <a:cs typeface="+mn-cs"/>
            </a:endParaRPr>
          </a:p>
        </p:txBody>
      </p:sp>
      <p:sp>
        <p:nvSpPr>
          <p:cNvPr id="8" name="Rounded Rectangle 24">
            <a:extLst>
              <a:ext uri="{FF2B5EF4-FFF2-40B4-BE49-F238E27FC236}">
                <a16:creationId xmlns:a16="http://schemas.microsoft.com/office/drawing/2014/main" id="{731E1FBF-E8A5-8478-521E-2402B034D901}"/>
              </a:ext>
            </a:extLst>
          </p:cNvPr>
          <p:cNvSpPr/>
          <p:nvPr/>
        </p:nvSpPr>
        <p:spPr>
          <a:xfrm>
            <a:off x="486721" y="5231086"/>
            <a:ext cx="7190955" cy="1154335"/>
          </a:xfrm>
          <a:prstGeom prst="roundRect">
            <a:avLst>
              <a:gd name="adj" fmla="val 14303"/>
            </a:avLst>
          </a:prstGeom>
          <a:gradFill flip="none" rotWithShape="1">
            <a:gsLst>
              <a:gs pos="0">
                <a:srgbClr val="F1ECFF">
                  <a:alpha val="75017"/>
                </a:srgbClr>
              </a:gs>
              <a:gs pos="100000">
                <a:srgbClr val="E2D8FF">
                  <a:alpha val="75000"/>
                </a:srgbClr>
              </a:gs>
            </a:gsLst>
            <a:lin ang="2700000" scaled="1"/>
            <a:tileRect/>
          </a:gradFill>
          <a:ln w="9525">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E9ECEE"/>
              </a:solidFill>
              <a:effectLst/>
              <a:uLnTx/>
              <a:uFillTx/>
              <a:latin typeface="72 Brand" panose="020B0504030603020204" pitchFamily="34" charset="0"/>
              <a:ea typeface="+mn-ea"/>
              <a:cs typeface="+mn-cs"/>
            </a:endParaRPr>
          </a:p>
        </p:txBody>
      </p:sp>
      <p:sp>
        <p:nvSpPr>
          <p:cNvPr id="15" name="Rounded Rectangle 2">
            <a:extLst>
              <a:ext uri="{FF2B5EF4-FFF2-40B4-BE49-F238E27FC236}">
                <a16:creationId xmlns:a16="http://schemas.microsoft.com/office/drawing/2014/main" id="{F8379D61-A471-CA61-1B02-14201F6F4A3D}"/>
              </a:ext>
            </a:extLst>
          </p:cNvPr>
          <p:cNvSpPr/>
          <p:nvPr/>
        </p:nvSpPr>
        <p:spPr>
          <a:xfrm>
            <a:off x="458787" y="3986485"/>
            <a:ext cx="7218889" cy="1154334"/>
          </a:xfrm>
          <a:prstGeom prst="roundRect">
            <a:avLst>
              <a:gd name="adj" fmla="val 17910"/>
            </a:avLst>
          </a:prstGeom>
          <a:gradFill flip="none" rotWithShape="1">
            <a:gsLst>
              <a:gs pos="0">
                <a:srgbClr val="F1ECFF">
                  <a:alpha val="75017"/>
                </a:srgbClr>
              </a:gs>
              <a:gs pos="100000">
                <a:srgbClr val="E2D8FF">
                  <a:alpha val="75000"/>
                </a:srgbClr>
              </a:gs>
            </a:gsLst>
            <a:lin ang="2700000" scaled="1"/>
            <a:tileRect/>
          </a:gradFill>
          <a:ln w="9525">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E9ECEE"/>
              </a:solidFill>
              <a:effectLst/>
              <a:uLnTx/>
              <a:uFillTx/>
              <a:latin typeface="72 Brand" panose="020B0504030603020204" pitchFamily="34" charset="0"/>
              <a:ea typeface="+mn-ea"/>
              <a:cs typeface="+mn-cs"/>
            </a:endParaRPr>
          </a:p>
        </p:txBody>
      </p:sp>
      <p:grpSp>
        <p:nvGrpSpPr>
          <p:cNvPr id="103" name="Group 102">
            <a:extLst>
              <a:ext uri="{FF2B5EF4-FFF2-40B4-BE49-F238E27FC236}">
                <a16:creationId xmlns:a16="http://schemas.microsoft.com/office/drawing/2014/main" id="{C1A15EA4-4BCF-AF2E-65D5-6F30AB7B4311}"/>
              </a:ext>
            </a:extLst>
          </p:cNvPr>
          <p:cNvGrpSpPr/>
          <p:nvPr/>
        </p:nvGrpSpPr>
        <p:grpSpPr>
          <a:xfrm>
            <a:off x="963330" y="4124515"/>
            <a:ext cx="2141943" cy="853661"/>
            <a:chOff x="961742" y="4035596"/>
            <a:chExt cx="2141943" cy="853661"/>
          </a:xfrm>
        </p:grpSpPr>
        <p:sp>
          <p:nvSpPr>
            <p:cNvPr id="38" name="TextBox 37">
              <a:extLst>
                <a:ext uri="{FF2B5EF4-FFF2-40B4-BE49-F238E27FC236}">
                  <a16:creationId xmlns:a16="http://schemas.microsoft.com/office/drawing/2014/main" id="{33868036-01A3-EDAC-B025-A15B397D9F16}"/>
                </a:ext>
              </a:extLst>
            </p:cNvPr>
            <p:cNvSpPr txBox="1"/>
            <p:nvPr/>
          </p:nvSpPr>
          <p:spPr>
            <a:xfrm>
              <a:off x="961742" y="4035596"/>
              <a:ext cx="1508760" cy="369332"/>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1A1A2E"/>
                  </a:solidFill>
                  <a:effectLst/>
                  <a:uLnTx/>
                  <a:uFillTx/>
                  <a:latin typeface="72 Brand Medium"/>
                  <a:ea typeface="+mn-ea"/>
                  <a:cs typeface="+mn-cs"/>
                </a:rPr>
                <a:t>80</a:t>
              </a:r>
              <a:r>
                <a:rPr kumimoji="0" lang="en-DE" sz="2400" b="0" i="0" u="none" strike="noStrike" kern="1200" cap="none" spc="0" normalizeH="0" baseline="0" noProof="0">
                  <a:ln>
                    <a:noFill/>
                  </a:ln>
                  <a:solidFill>
                    <a:srgbClr val="1A1A2E"/>
                  </a:solidFill>
                  <a:effectLst/>
                  <a:uLnTx/>
                  <a:uFillTx/>
                  <a:latin typeface="72 Brand Medium"/>
                  <a:ea typeface="+mn-ea"/>
                  <a:cs typeface="+mn-cs"/>
                </a:rPr>
                <a:t>%</a:t>
              </a:r>
            </a:p>
          </p:txBody>
        </p:sp>
        <p:sp>
          <p:nvSpPr>
            <p:cNvPr id="39" name="TextBox 38">
              <a:extLst>
                <a:ext uri="{FF2B5EF4-FFF2-40B4-BE49-F238E27FC236}">
                  <a16:creationId xmlns:a16="http://schemas.microsoft.com/office/drawing/2014/main" id="{C991CB09-727C-8266-08A5-3970904D7605}"/>
                </a:ext>
              </a:extLst>
            </p:cNvPr>
            <p:cNvSpPr txBox="1"/>
            <p:nvPr/>
          </p:nvSpPr>
          <p:spPr>
            <a:xfrm>
              <a:off x="977904" y="4427592"/>
              <a:ext cx="2125781" cy="461665"/>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rPr>
                <a:t>Reduction in manual work of calculating the accruals/deferrals amounts.​</a:t>
              </a:r>
            </a:p>
          </p:txBody>
        </p:sp>
      </p:grpSp>
      <p:grpSp>
        <p:nvGrpSpPr>
          <p:cNvPr id="104" name="Group 103">
            <a:extLst>
              <a:ext uri="{FF2B5EF4-FFF2-40B4-BE49-F238E27FC236}">
                <a16:creationId xmlns:a16="http://schemas.microsoft.com/office/drawing/2014/main" id="{2A5AB578-24C5-C59D-263C-C68615ECA150}"/>
              </a:ext>
            </a:extLst>
          </p:cNvPr>
          <p:cNvGrpSpPr/>
          <p:nvPr/>
        </p:nvGrpSpPr>
        <p:grpSpPr>
          <a:xfrm>
            <a:off x="5736816" y="4124515"/>
            <a:ext cx="1526100" cy="699773"/>
            <a:chOff x="3753427" y="4035596"/>
            <a:chExt cx="1526100" cy="699773"/>
          </a:xfrm>
        </p:grpSpPr>
        <p:sp>
          <p:nvSpPr>
            <p:cNvPr id="40" name="TextBox 39">
              <a:extLst>
                <a:ext uri="{FF2B5EF4-FFF2-40B4-BE49-F238E27FC236}">
                  <a16:creationId xmlns:a16="http://schemas.microsoft.com/office/drawing/2014/main" id="{7947758F-410A-BC1E-FF13-A0A7F560BE93}"/>
                </a:ext>
              </a:extLst>
            </p:cNvPr>
            <p:cNvSpPr txBox="1"/>
            <p:nvPr/>
          </p:nvSpPr>
          <p:spPr>
            <a:xfrm>
              <a:off x="3753427" y="4035596"/>
              <a:ext cx="1508760" cy="369332"/>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srgbClr val="1A1A2E"/>
                  </a:solidFill>
                  <a:effectLst/>
                  <a:uLnTx/>
                  <a:uFillTx/>
                  <a:latin typeface="72 Brand Medium"/>
                  <a:ea typeface="+mn-ea"/>
                  <a:cs typeface="+mn-cs"/>
                </a:rPr>
                <a:t>Reduced</a:t>
              </a:r>
            </a:p>
          </p:txBody>
        </p:sp>
        <p:sp>
          <p:nvSpPr>
            <p:cNvPr id="41" name="TextBox 40">
              <a:extLst>
                <a:ext uri="{FF2B5EF4-FFF2-40B4-BE49-F238E27FC236}">
                  <a16:creationId xmlns:a16="http://schemas.microsoft.com/office/drawing/2014/main" id="{5A1BA212-E2C1-5533-1457-2091D422D394}"/>
                </a:ext>
              </a:extLst>
            </p:cNvPr>
            <p:cNvSpPr txBox="1"/>
            <p:nvPr/>
          </p:nvSpPr>
          <p:spPr>
            <a:xfrm>
              <a:off x="3770767" y="4427592"/>
              <a:ext cx="1508760" cy="307777"/>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rPr>
                <a:t>Manual effort and errors during period-end close.</a:t>
              </a:r>
            </a:p>
          </p:txBody>
        </p:sp>
      </p:grpSp>
      <p:grpSp>
        <p:nvGrpSpPr>
          <p:cNvPr id="79" name="Group 78">
            <a:extLst>
              <a:ext uri="{FF2B5EF4-FFF2-40B4-BE49-F238E27FC236}">
                <a16:creationId xmlns:a16="http://schemas.microsoft.com/office/drawing/2014/main" id="{0117373A-07F5-6AB5-4978-C1C8245166CD}"/>
              </a:ext>
            </a:extLst>
          </p:cNvPr>
          <p:cNvGrpSpPr/>
          <p:nvPr/>
        </p:nvGrpSpPr>
        <p:grpSpPr>
          <a:xfrm>
            <a:off x="979492" y="5578817"/>
            <a:ext cx="1944169" cy="573312"/>
            <a:chOff x="977904" y="5578817"/>
            <a:chExt cx="1944169" cy="573312"/>
          </a:xfrm>
        </p:grpSpPr>
        <p:sp>
          <p:nvSpPr>
            <p:cNvPr id="61" name="TextBox 60">
              <a:extLst>
                <a:ext uri="{FF2B5EF4-FFF2-40B4-BE49-F238E27FC236}">
                  <a16:creationId xmlns:a16="http://schemas.microsoft.com/office/drawing/2014/main" id="{85D2F4B8-980A-D190-ED1E-26BAFD3CD84D}"/>
                </a:ext>
              </a:extLst>
            </p:cNvPr>
            <p:cNvSpPr txBox="1"/>
            <p:nvPr/>
          </p:nvSpPr>
          <p:spPr>
            <a:xfrm>
              <a:off x="977905" y="5578817"/>
              <a:ext cx="1944168" cy="161583"/>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srgbClr val="5D36FF"/>
                  </a:solidFill>
                  <a:effectLst/>
                  <a:uLnTx/>
                  <a:uFillTx/>
                  <a:latin typeface="72 Brand Medium"/>
                  <a:ea typeface="+mn-ea"/>
                  <a:cs typeface="+mn-cs"/>
                </a:rPr>
                <a:t>General Availability</a:t>
              </a:r>
              <a:endParaRPr kumimoji="0" lang="de-DE" sz="105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endParaRPr>
            </a:p>
          </p:txBody>
        </p:sp>
        <p:sp>
          <p:nvSpPr>
            <p:cNvPr id="64" name="TextBox 63">
              <a:extLst>
                <a:ext uri="{FF2B5EF4-FFF2-40B4-BE49-F238E27FC236}">
                  <a16:creationId xmlns:a16="http://schemas.microsoft.com/office/drawing/2014/main" id="{25A88853-E941-4C7D-7B67-B2628C2EA493}"/>
                </a:ext>
              </a:extLst>
            </p:cNvPr>
            <p:cNvSpPr txBox="1"/>
            <p:nvPr/>
          </p:nvSpPr>
          <p:spPr>
            <a:xfrm>
              <a:off x="977904" y="5812108"/>
              <a:ext cx="1944168" cy="340021"/>
            </a:xfrm>
            <a:prstGeom prst="roundRect">
              <a:avLst>
                <a:gd name="adj" fmla="val 50000"/>
              </a:avLst>
            </a:prstGeom>
            <a:gradFill flip="none" rotWithShape="1">
              <a:gsLst>
                <a:gs pos="0">
                  <a:srgbClr val="D2C0FD"/>
                </a:gs>
                <a:gs pos="100000">
                  <a:srgbClr val="E2D8FF"/>
                </a:gs>
              </a:gsLst>
              <a:lin ang="2700000" scaled="1"/>
              <a:tileRect/>
            </a:gradFill>
          </p:spPr>
          <p:txBody>
            <a:bodyPr wrap="square" lIns="0" tIns="0" rIns="0" bIns="0" anchor="ctr">
              <a:noAutofit/>
            </a:bodyPr>
            <a:lstStyle>
              <a:defPPr>
                <a:defRPr lang="en-US"/>
              </a:defPPr>
              <a:lvl1pPr marR="0" lvl="0" indent="0" algn="ctr" defTabSz="457200" fontAlgn="auto">
                <a:lnSpc>
                  <a:spcPct val="100000"/>
                </a:lnSpc>
                <a:spcBef>
                  <a:spcPts val="0"/>
                </a:spcBef>
                <a:spcAft>
                  <a:spcPts val="0"/>
                </a:spcAft>
                <a:buClrTx/>
                <a:buSzTx/>
                <a:buFontTx/>
                <a:buNone/>
                <a:tabLst/>
                <a:defRPr kumimoji="0" sz="900" u="none" strike="noStrike" cap="none" spc="0" normalizeH="0" baseline="0">
                  <a:ln>
                    <a:noFill/>
                  </a:ln>
                  <a:solidFill>
                    <a:srgbClr val="1A1A2E"/>
                  </a:solidFill>
                  <a:effectLst/>
                  <a:uLnTx/>
                  <a:uFillTx/>
                  <a:latin typeface="72 Brand Book" panose="020B0404030603020204" pitchFamily="34" charset="0"/>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srgbClr val="1A1A2E"/>
                  </a:solidFill>
                  <a:effectLst/>
                  <a:uLnTx/>
                  <a:uFillTx/>
                  <a:latin typeface="72 Brand Book" panose="020B0404030603020204" pitchFamily="34" charset="0"/>
                  <a:ea typeface="+mn-ea"/>
                  <a:cs typeface="+mn-cs"/>
                </a:rPr>
                <a:t>Planned September 30, 2026</a:t>
              </a:r>
            </a:p>
          </p:txBody>
        </p:sp>
      </p:grpSp>
      <p:grpSp>
        <p:nvGrpSpPr>
          <p:cNvPr id="80" name="Group 79">
            <a:extLst>
              <a:ext uri="{FF2B5EF4-FFF2-40B4-BE49-F238E27FC236}">
                <a16:creationId xmlns:a16="http://schemas.microsoft.com/office/drawing/2014/main" id="{DAC923D6-1DBE-8399-0B78-5631F313E224}"/>
              </a:ext>
            </a:extLst>
          </p:cNvPr>
          <p:cNvGrpSpPr/>
          <p:nvPr/>
        </p:nvGrpSpPr>
        <p:grpSpPr>
          <a:xfrm>
            <a:off x="3221247" y="5578817"/>
            <a:ext cx="1944169" cy="573312"/>
            <a:chOff x="977904" y="5578817"/>
            <a:chExt cx="1944169" cy="573312"/>
          </a:xfrm>
        </p:grpSpPr>
        <p:sp>
          <p:nvSpPr>
            <p:cNvPr id="81" name="TextBox 80">
              <a:extLst>
                <a:ext uri="{FF2B5EF4-FFF2-40B4-BE49-F238E27FC236}">
                  <a16:creationId xmlns:a16="http://schemas.microsoft.com/office/drawing/2014/main" id="{1DD10B72-6E29-2991-E47C-0D6FA109CDF1}"/>
                </a:ext>
              </a:extLst>
            </p:cNvPr>
            <p:cNvSpPr txBox="1"/>
            <p:nvPr/>
          </p:nvSpPr>
          <p:spPr>
            <a:xfrm>
              <a:off x="977905" y="5578817"/>
              <a:ext cx="1944168" cy="161583"/>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srgbClr val="5D36FF"/>
                  </a:solidFill>
                  <a:effectLst/>
                  <a:uLnTx/>
                  <a:uFillTx/>
                  <a:latin typeface="72 Brand Medium"/>
                  <a:ea typeface="+mn-ea"/>
                  <a:cs typeface="+mn-cs"/>
                </a:rPr>
                <a:t>Early Adopter Care</a:t>
              </a:r>
              <a:endParaRPr kumimoji="0" lang="de-DE" sz="105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endParaRPr>
            </a:p>
          </p:txBody>
        </p:sp>
        <p:sp>
          <p:nvSpPr>
            <p:cNvPr id="86" name="TextBox 85">
              <a:extLst>
                <a:ext uri="{FF2B5EF4-FFF2-40B4-BE49-F238E27FC236}">
                  <a16:creationId xmlns:a16="http://schemas.microsoft.com/office/drawing/2014/main" id="{2CD3C26B-64FD-9379-8C58-7B7BCEE01A77}"/>
                </a:ext>
              </a:extLst>
            </p:cNvPr>
            <p:cNvSpPr txBox="1"/>
            <p:nvPr/>
          </p:nvSpPr>
          <p:spPr>
            <a:xfrm>
              <a:off x="977904" y="5812108"/>
              <a:ext cx="1944168" cy="340021"/>
            </a:xfrm>
            <a:prstGeom prst="roundRect">
              <a:avLst>
                <a:gd name="adj" fmla="val 50000"/>
              </a:avLst>
            </a:prstGeom>
            <a:gradFill flip="none" rotWithShape="1">
              <a:gsLst>
                <a:gs pos="0">
                  <a:srgbClr val="D2C0FD"/>
                </a:gs>
                <a:gs pos="100000">
                  <a:srgbClr val="E2D8FF"/>
                </a:gs>
              </a:gsLst>
              <a:lin ang="2700000" scaled="1"/>
              <a:tileRect/>
            </a:gradFill>
          </p:spPr>
          <p:txBody>
            <a:bodyPr wrap="square" lIns="0" tIns="0" rIns="0" bIns="0" anchor="ctr">
              <a:noAutofit/>
            </a:bodyPr>
            <a:lstStyle>
              <a:defPPr>
                <a:defRPr lang="en-US"/>
              </a:defPPr>
              <a:lvl1pPr marR="0" lvl="0" indent="0" algn="ctr" defTabSz="457200" fontAlgn="auto">
                <a:lnSpc>
                  <a:spcPct val="100000"/>
                </a:lnSpc>
                <a:spcBef>
                  <a:spcPts val="0"/>
                </a:spcBef>
                <a:spcAft>
                  <a:spcPts val="0"/>
                </a:spcAft>
                <a:buClrTx/>
                <a:buSzTx/>
                <a:buFontTx/>
                <a:buNone/>
                <a:tabLst/>
                <a:defRPr kumimoji="0" sz="900" u="none" strike="noStrike" cap="none" spc="0" normalizeH="0" baseline="0">
                  <a:ln>
                    <a:noFill/>
                  </a:ln>
                  <a:solidFill>
                    <a:srgbClr val="1A1A2E"/>
                  </a:solidFill>
                  <a:effectLst/>
                  <a:uLnTx/>
                  <a:uFillTx/>
                  <a:latin typeface="72 Brand Book" panose="020B0404030603020204" pitchFamily="34" charset="0"/>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1A1A2E"/>
                  </a:solidFill>
                  <a:effectLst/>
                  <a:uLnTx/>
                  <a:uFillTx/>
                  <a:latin typeface="72 Brand Book" panose="020B0404030603020204" pitchFamily="34" charset="0"/>
                  <a:ea typeface="+mn-ea"/>
                  <a:cs typeface="+mn-cs"/>
                </a:rPr>
                <a:t>Registration Full</a:t>
              </a:r>
              <a:endParaRPr kumimoji="0" lang="en-CA" sz="900" b="0" i="0" u="none" strike="noStrike" kern="1200" cap="none" spc="0" normalizeH="0" baseline="0" noProof="0">
                <a:ln>
                  <a:noFill/>
                </a:ln>
                <a:solidFill>
                  <a:srgbClr val="1A1A2E"/>
                </a:solidFill>
                <a:effectLst/>
                <a:uLnTx/>
                <a:uFillTx/>
                <a:latin typeface="72 Brand Book" panose="020B0404030603020204" pitchFamily="34" charset="0"/>
                <a:ea typeface="+mn-ea"/>
                <a:cs typeface="+mn-cs"/>
              </a:endParaRPr>
            </a:p>
          </p:txBody>
        </p:sp>
      </p:grpSp>
      <p:grpSp>
        <p:nvGrpSpPr>
          <p:cNvPr id="87" name="Group 86">
            <a:extLst>
              <a:ext uri="{FF2B5EF4-FFF2-40B4-BE49-F238E27FC236}">
                <a16:creationId xmlns:a16="http://schemas.microsoft.com/office/drawing/2014/main" id="{180F5DFA-C80B-60E9-FF9F-B287E92740FD}"/>
              </a:ext>
            </a:extLst>
          </p:cNvPr>
          <p:cNvGrpSpPr/>
          <p:nvPr/>
        </p:nvGrpSpPr>
        <p:grpSpPr>
          <a:xfrm>
            <a:off x="5474730" y="5578817"/>
            <a:ext cx="1944169" cy="573312"/>
            <a:chOff x="977904" y="5578817"/>
            <a:chExt cx="1944169" cy="573312"/>
          </a:xfrm>
        </p:grpSpPr>
        <p:sp>
          <p:nvSpPr>
            <p:cNvPr id="88" name="TextBox 87">
              <a:extLst>
                <a:ext uri="{FF2B5EF4-FFF2-40B4-BE49-F238E27FC236}">
                  <a16:creationId xmlns:a16="http://schemas.microsoft.com/office/drawing/2014/main" id="{E68D57FD-E9B9-5E13-083A-A1D2E9CEE643}"/>
                </a:ext>
              </a:extLst>
            </p:cNvPr>
            <p:cNvSpPr txBox="1"/>
            <p:nvPr/>
          </p:nvSpPr>
          <p:spPr>
            <a:xfrm>
              <a:off x="977905" y="5578817"/>
              <a:ext cx="1944168" cy="161583"/>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srgbClr val="5D36FF"/>
                  </a:solidFill>
                  <a:effectLst/>
                  <a:uLnTx/>
                  <a:uFillTx/>
                  <a:latin typeface="72 Brand Medium"/>
                  <a:ea typeface="+mn-ea"/>
                  <a:cs typeface="+mn-cs"/>
                </a:rPr>
                <a:t>Roadmap</a:t>
              </a:r>
              <a:endParaRPr kumimoji="0" lang="de-DE" sz="105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endParaRPr>
            </a:p>
          </p:txBody>
        </p:sp>
        <p:sp>
          <p:nvSpPr>
            <p:cNvPr id="89" name="TextBox 88">
              <a:extLst>
                <a:ext uri="{FF2B5EF4-FFF2-40B4-BE49-F238E27FC236}">
                  <a16:creationId xmlns:a16="http://schemas.microsoft.com/office/drawing/2014/main" id="{FA259207-8EAC-2F41-FBA3-5615FB854EED}"/>
                </a:ext>
              </a:extLst>
            </p:cNvPr>
            <p:cNvSpPr txBox="1"/>
            <p:nvPr/>
          </p:nvSpPr>
          <p:spPr>
            <a:xfrm>
              <a:off x="977904" y="5812108"/>
              <a:ext cx="1944168" cy="340021"/>
            </a:xfrm>
            <a:prstGeom prst="roundRect">
              <a:avLst>
                <a:gd name="adj" fmla="val 50000"/>
              </a:avLst>
            </a:prstGeom>
            <a:gradFill flip="none" rotWithShape="1">
              <a:gsLst>
                <a:gs pos="0">
                  <a:srgbClr val="D2C0FD"/>
                </a:gs>
                <a:gs pos="100000">
                  <a:srgbClr val="E2D8FF"/>
                </a:gs>
              </a:gsLst>
              <a:lin ang="2700000" scaled="1"/>
              <a:tileRect/>
            </a:gradFill>
          </p:spPr>
          <p:txBody>
            <a:bodyPr wrap="square" lIns="0" tIns="0" rIns="0" bIns="0" anchor="ctr">
              <a:noAutofit/>
            </a:bodyPr>
            <a:lstStyle>
              <a:defPPr>
                <a:defRPr lang="en-US"/>
              </a:defPPr>
              <a:lvl1pPr marR="0" lvl="0" indent="0" algn="ctr" defTabSz="457200" fontAlgn="auto">
                <a:lnSpc>
                  <a:spcPct val="100000"/>
                </a:lnSpc>
                <a:spcBef>
                  <a:spcPts val="0"/>
                </a:spcBef>
                <a:spcAft>
                  <a:spcPts val="0"/>
                </a:spcAft>
                <a:buClrTx/>
                <a:buSzTx/>
                <a:buFontTx/>
                <a:buNone/>
                <a:tabLst/>
                <a:defRPr kumimoji="0" sz="900" u="none" strike="noStrike" cap="none" spc="0" normalizeH="0" baseline="0">
                  <a:ln>
                    <a:noFill/>
                  </a:ln>
                  <a:solidFill>
                    <a:srgbClr val="1A1A2E"/>
                  </a:solidFill>
                  <a:effectLst/>
                  <a:uLnTx/>
                  <a:uFillTx/>
                  <a:latin typeface="72 Brand Book" panose="020B0404030603020204" pitchFamily="34" charset="0"/>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hlinkClick r:id="rId5"/>
                </a:rPr>
                <a:t>Public Cloud link</a:t>
              </a:r>
              <a:r>
                <a:rPr kumimoji="0" lang="en-US" sz="90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rPr>
                <a:t>   </a:t>
              </a:r>
              <a:r>
                <a:rPr kumimoji="0" lang="en-US" sz="90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hlinkClick r:id="rId6"/>
                </a:rPr>
                <a:t>Private Cloud link</a:t>
              </a:r>
              <a:r>
                <a:rPr kumimoji="0" lang="en-US" sz="90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rPr>
                <a:t>. </a:t>
              </a:r>
              <a:r>
                <a:rPr kumimoji="0" lang="en-US" sz="900" b="0" i="0" u="none" strike="noStrike" kern="1200" cap="none" spc="0" normalizeH="0" baseline="0" noProof="0">
                  <a:ln>
                    <a:noFill/>
                  </a:ln>
                  <a:solidFill>
                    <a:srgbClr val="000000"/>
                  </a:solidFill>
                  <a:effectLst/>
                  <a:uLnTx/>
                  <a:uFillTx/>
                  <a:latin typeface="72 Brand Book" panose="020B0404030603020204" pitchFamily="34" charset="0"/>
                  <a:ea typeface="+mn-ea"/>
                  <a:cs typeface="+mn-cs"/>
                  <a:hlinkClick r:id="rId7"/>
                </a:rPr>
                <a:t>Discovery Center Link</a:t>
              </a:r>
              <a:endParaRPr kumimoji="0" lang="en-US" sz="900" b="0" i="0" u="none" strike="noStrike" kern="1200" cap="none" spc="0" normalizeH="0" baseline="0" noProof="0">
                <a:ln>
                  <a:noFill/>
                </a:ln>
                <a:solidFill>
                  <a:srgbClr val="1A1A2E"/>
                </a:solidFill>
                <a:effectLst/>
                <a:uLnTx/>
                <a:uFillTx/>
                <a:latin typeface="72 Brand Book" panose="020B0404030603020204" pitchFamily="34" charset="0"/>
                <a:ea typeface="+mn-ea"/>
                <a:cs typeface="+mn-cs"/>
              </a:endParaRPr>
            </a:p>
          </p:txBody>
        </p:sp>
      </p:grpSp>
      <p:grpSp>
        <p:nvGrpSpPr>
          <p:cNvPr id="105" name="Group 104">
            <a:extLst>
              <a:ext uri="{FF2B5EF4-FFF2-40B4-BE49-F238E27FC236}">
                <a16:creationId xmlns:a16="http://schemas.microsoft.com/office/drawing/2014/main" id="{8C389775-9C07-942F-2545-3458B12EA303}"/>
              </a:ext>
            </a:extLst>
          </p:cNvPr>
          <p:cNvGrpSpPr/>
          <p:nvPr/>
        </p:nvGrpSpPr>
        <p:grpSpPr>
          <a:xfrm>
            <a:off x="7786982" y="3986486"/>
            <a:ext cx="3603765" cy="1154335"/>
            <a:chOff x="7785394" y="3897567"/>
            <a:chExt cx="3603765" cy="1154335"/>
          </a:xfrm>
        </p:grpSpPr>
        <p:sp>
          <p:nvSpPr>
            <p:cNvPr id="95" name="Rounded Rectangle 82">
              <a:extLst>
                <a:ext uri="{FF2B5EF4-FFF2-40B4-BE49-F238E27FC236}">
                  <a16:creationId xmlns:a16="http://schemas.microsoft.com/office/drawing/2014/main" id="{33FE6CD6-3714-52F8-9875-51D9CBAD06F9}"/>
                </a:ext>
              </a:extLst>
            </p:cNvPr>
            <p:cNvSpPr/>
            <p:nvPr/>
          </p:nvSpPr>
          <p:spPr>
            <a:xfrm>
              <a:off x="7785394" y="3897567"/>
              <a:ext cx="3603765" cy="1154335"/>
            </a:xfrm>
            <a:prstGeom prst="roundRect">
              <a:avLst>
                <a:gd name="adj" fmla="val 18085"/>
              </a:avLst>
            </a:prstGeom>
            <a:gradFill flip="none" rotWithShape="1">
              <a:gsLst>
                <a:gs pos="0">
                  <a:srgbClr val="D0BDFD"/>
                </a:gs>
                <a:gs pos="99000">
                  <a:srgbClr val="EAE6FA"/>
                </a:gs>
              </a:gsLst>
              <a:lin ang="2700000" scaled="1"/>
              <a:tileRect/>
            </a:gradFill>
            <a:ln w="9525">
              <a:gradFill flip="none" rotWithShape="1">
                <a:gsLst>
                  <a:gs pos="0">
                    <a:srgbClr val="8C76FA"/>
                  </a:gs>
                  <a:gs pos="100000">
                    <a:srgbClr val="EAE7FA"/>
                  </a:gs>
                </a:gsLst>
                <a:lin ang="2700000" scaled="1"/>
                <a:tileRect/>
              </a:gradFill>
            </a:ln>
            <a:effectLst/>
          </p:spPr>
          <p:style>
            <a:lnRef idx="1">
              <a:schemeClr val="accent1"/>
            </a:lnRef>
            <a:fillRef idx="3">
              <a:schemeClr val="accent1"/>
            </a:fillRef>
            <a:effectRef idx="2">
              <a:schemeClr val="accent1"/>
            </a:effectRef>
            <a:fontRef idx="minor">
              <a:schemeClr val="lt1"/>
            </a:fontRef>
          </p:style>
          <p:txBody>
            <a:bodyPr tIns="36576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1A1A2E"/>
                  </a:solidFill>
                  <a:effectLst/>
                  <a:uLnTx/>
                  <a:uFillTx/>
                  <a:latin typeface="72 Brand Book" panose="020B0404030603020204" pitchFamily="34" charset="0"/>
                  <a:ea typeface="+mn-ea"/>
                  <a:cs typeface="+mn-cs"/>
                </a:rPr>
                <a:t>SAP S/4HANA Cloud Public Edition</a:t>
              </a:r>
            </a:p>
            <a:p>
              <a:pPr marL="0" marR="0" lvl="0" indent="0" algn="ctr" defTabSz="457200" rtl="0" eaLnBrk="1" fontAlgn="auto" latinLnBrk="0" hangingPunct="1">
                <a:lnSpc>
                  <a:spcPct val="100000"/>
                </a:lnSpc>
                <a:spcBef>
                  <a:spcPts val="600"/>
                </a:spcBef>
                <a:spcAft>
                  <a:spcPts val="0"/>
                </a:spcAft>
                <a:buClrTx/>
                <a:buSzTx/>
                <a:buFontTx/>
                <a:buNone/>
                <a:tabLst/>
                <a:defRPr/>
              </a:pPr>
              <a:r>
                <a:rPr kumimoji="0" lang="en-US" sz="900" b="0" i="0" u="none" strike="noStrike" kern="1200" cap="none" spc="0" normalizeH="0" baseline="0" noProof="0">
                  <a:ln>
                    <a:noFill/>
                  </a:ln>
                  <a:solidFill>
                    <a:srgbClr val="1A1A2E"/>
                  </a:solidFill>
                  <a:effectLst/>
                  <a:uLnTx/>
                  <a:uFillTx/>
                  <a:latin typeface="72 Brand Book" panose="020B0404030603020204" pitchFamily="34" charset="0"/>
                  <a:ea typeface="+mn-ea"/>
                  <a:cs typeface="+mn-cs"/>
                </a:rPr>
                <a:t> SAP S/4HANA Cloud Private Edition (Min Version Required: For EAC: 2025 FPS01; For GA: 2023 FPS1</a:t>
              </a:r>
            </a:p>
          </p:txBody>
        </p:sp>
        <p:sp>
          <p:nvSpPr>
            <p:cNvPr id="96" name="TextBox 95">
              <a:extLst>
                <a:ext uri="{FF2B5EF4-FFF2-40B4-BE49-F238E27FC236}">
                  <a16:creationId xmlns:a16="http://schemas.microsoft.com/office/drawing/2014/main" id="{EDFC9139-A53A-F203-C771-F3BB1A4B170F}"/>
                </a:ext>
              </a:extLst>
            </p:cNvPr>
            <p:cNvSpPr txBox="1"/>
            <p:nvPr/>
          </p:nvSpPr>
          <p:spPr>
            <a:xfrm>
              <a:off x="8689294" y="3986028"/>
              <a:ext cx="1795964" cy="234234"/>
            </a:xfrm>
            <a:prstGeom prst="roundRect">
              <a:avLst>
                <a:gd name="adj" fmla="val 50000"/>
              </a:avLst>
            </a:prstGeom>
            <a:gradFill flip="none" rotWithShape="1">
              <a:gsLst>
                <a:gs pos="0">
                  <a:srgbClr val="8C76FA"/>
                </a:gs>
                <a:gs pos="100000">
                  <a:srgbClr val="6A49FF"/>
                </a:gs>
              </a:gsLst>
              <a:lin ang="2700000" scaled="1"/>
              <a:tileRect/>
            </a:gradFill>
            <a:ln>
              <a:noFill/>
            </a:ln>
          </p:spPr>
          <p:txBody>
            <a:bodyPr wrap="squar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srgbClr val="FFFFFF"/>
                  </a:solidFill>
                  <a:effectLst/>
                  <a:uLnTx/>
                  <a:uFillTx/>
                  <a:latin typeface="72 Brand Book" panose="020B0404030603020204" pitchFamily="34" charset="0"/>
                  <a:ea typeface="+mn-ea"/>
                  <a:cs typeface="+mn-cs"/>
                </a:rPr>
                <a:t>Pre-Requisites</a:t>
              </a:r>
            </a:p>
          </p:txBody>
        </p:sp>
      </p:grpSp>
      <p:grpSp>
        <p:nvGrpSpPr>
          <p:cNvPr id="106" name="Group 105">
            <a:extLst>
              <a:ext uri="{FF2B5EF4-FFF2-40B4-BE49-F238E27FC236}">
                <a16:creationId xmlns:a16="http://schemas.microsoft.com/office/drawing/2014/main" id="{10CDD335-B388-B168-1314-93545E05AC3B}"/>
              </a:ext>
            </a:extLst>
          </p:cNvPr>
          <p:cNvGrpSpPr/>
          <p:nvPr/>
        </p:nvGrpSpPr>
        <p:grpSpPr>
          <a:xfrm>
            <a:off x="7786982" y="5212529"/>
            <a:ext cx="3603765" cy="1154335"/>
            <a:chOff x="7785394" y="5212528"/>
            <a:chExt cx="3603765" cy="1154335"/>
          </a:xfrm>
        </p:grpSpPr>
        <p:sp>
          <p:nvSpPr>
            <p:cNvPr id="101" name="Rounded Rectangle 82">
              <a:extLst>
                <a:ext uri="{FF2B5EF4-FFF2-40B4-BE49-F238E27FC236}">
                  <a16:creationId xmlns:a16="http://schemas.microsoft.com/office/drawing/2014/main" id="{E091A4C1-18B1-3F09-E9FF-856C1F2C069E}"/>
                </a:ext>
              </a:extLst>
            </p:cNvPr>
            <p:cNvSpPr/>
            <p:nvPr/>
          </p:nvSpPr>
          <p:spPr>
            <a:xfrm>
              <a:off x="7785394" y="5212528"/>
              <a:ext cx="3603765" cy="1154335"/>
            </a:xfrm>
            <a:prstGeom prst="roundRect">
              <a:avLst>
                <a:gd name="adj" fmla="val 18085"/>
              </a:avLst>
            </a:prstGeom>
            <a:gradFill flip="none" rotWithShape="1">
              <a:gsLst>
                <a:gs pos="0">
                  <a:srgbClr val="D0BDFD"/>
                </a:gs>
                <a:gs pos="99000">
                  <a:srgbClr val="EAE6FA"/>
                </a:gs>
              </a:gsLst>
              <a:lin ang="2700000" scaled="1"/>
              <a:tileRect/>
            </a:gradFill>
            <a:ln w="9525">
              <a:gradFill flip="none" rotWithShape="1">
                <a:gsLst>
                  <a:gs pos="0">
                    <a:srgbClr val="8C76FA"/>
                  </a:gs>
                  <a:gs pos="100000">
                    <a:srgbClr val="EAE7FA"/>
                  </a:gs>
                </a:gsLst>
                <a:lin ang="2700000" scaled="1"/>
                <a:tileRect/>
              </a:gradFill>
            </a:ln>
            <a:effectLst/>
          </p:spPr>
          <p:style>
            <a:lnRef idx="1">
              <a:schemeClr val="accent1"/>
            </a:lnRef>
            <a:fillRef idx="3">
              <a:schemeClr val="accent1"/>
            </a:fillRef>
            <a:effectRef idx="2">
              <a:schemeClr val="accent1"/>
            </a:effectRef>
            <a:fontRef idx="minor">
              <a:schemeClr val="lt1"/>
            </a:fontRef>
          </p:style>
          <p:txBody>
            <a:bodyPr tIns="36576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1A1A2E"/>
                  </a:solidFill>
                  <a:effectLst/>
                  <a:uLnTx/>
                  <a:uFillTx/>
                  <a:latin typeface="72 Brand Book" panose="020B0404030603020204" pitchFamily="34" charset="0"/>
                  <a:ea typeface="+mn-ea"/>
                  <a:cs typeface="+mn-cs"/>
                </a:rPr>
                <a:t>SAP Advanced Financial Closing</a:t>
              </a:r>
            </a:p>
          </p:txBody>
        </p:sp>
        <p:sp>
          <p:nvSpPr>
            <p:cNvPr id="102" name="TextBox 101">
              <a:extLst>
                <a:ext uri="{FF2B5EF4-FFF2-40B4-BE49-F238E27FC236}">
                  <a16:creationId xmlns:a16="http://schemas.microsoft.com/office/drawing/2014/main" id="{A8668C88-C9AE-EDC9-0DD5-BEA7C2DD761C}"/>
                </a:ext>
              </a:extLst>
            </p:cNvPr>
            <p:cNvSpPr txBox="1"/>
            <p:nvPr/>
          </p:nvSpPr>
          <p:spPr>
            <a:xfrm>
              <a:off x="8689294" y="5300989"/>
              <a:ext cx="1795964" cy="234234"/>
            </a:xfrm>
            <a:prstGeom prst="roundRect">
              <a:avLst>
                <a:gd name="adj" fmla="val 50000"/>
              </a:avLst>
            </a:prstGeom>
            <a:gradFill flip="none" rotWithShape="1">
              <a:gsLst>
                <a:gs pos="0">
                  <a:srgbClr val="8C76FA"/>
                </a:gs>
                <a:gs pos="100000">
                  <a:srgbClr val="6A49FF"/>
                </a:gs>
              </a:gsLst>
              <a:lin ang="2700000" scaled="1"/>
              <a:tileRect/>
            </a:gradFill>
            <a:ln>
              <a:noFill/>
            </a:ln>
          </p:spPr>
          <p:txBody>
            <a:bodyPr wrap="squar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srgbClr val="FFFFFF"/>
                  </a:solidFill>
                  <a:effectLst/>
                  <a:uLnTx/>
                  <a:uFillTx/>
                  <a:latin typeface="72 Brand Book" panose="020B0404030603020204" pitchFamily="34" charset="0"/>
                  <a:ea typeface="+mn-ea"/>
                  <a:cs typeface="+mn-cs"/>
                </a:rPr>
                <a:t>Additionally recommended solutions</a:t>
              </a:r>
            </a:p>
          </p:txBody>
        </p:sp>
      </p:grpSp>
      <p:cxnSp>
        <p:nvCxnSpPr>
          <p:cNvPr id="107" name="Straight Connector 106">
            <a:extLst>
              <a:ext uri="{FF2B5EF4-FFF2-40B4-BE49-F238E27FC236}">
                <a16:creationId xmlns:a16="http://schemas.microsoft.com/office/drawing/2014/main" id="{F1321AC6-8385-2071-BEC3-F8245E891936}"/>
              </a:ext>
            </a:extLst>
          </p:cNvPr>
          <p:cNvCxnSpPr>
            <a:cxnSpLocks/>
          </p:cNvCxnSpPr>
          <p:nvPr/>
        </p:nvCxnSpPr>
        <p:spPr>
          <a:xfrm>
            <a:off x="481012" y="3760064"/>
            <a:ext cx="11201046" cy="0"/>
          </a:xfrm>
          <a:prstGeom prst="line">
            <a:avLst/>
          </a:prstGeom>
          <a:ln w="9525">
            <a:gradFill flip="none" rotWithShape="1">
              <a:gsLst>
                <a:gs pos="0">
                  <a:srgbClr val="B894FF">
                    <a:alpha val="0"/>
                  </a:srgbClr>
                </a:gs>
                <a:gs pos="92992">
                  <a:srgbClr val="AF8BFF"/>
                </a:gs>
                <a:gs pos="5980">
                  <a:srgbClr val="B18DFF"/>
                </a:gs>
                <a:gs pos="52000">
                  <a:srgbClr val="7858FF"/>
                </a:gs>
                <a:gs pos="100000">
                  <a:srgbClr val="B894FF">
                    <a:alpha val="0"/>
                  </a:srgbClr>
                </a:gs>
              </a:gsLst>
              <a:lin ang="0" scaled="1"/>
              <a:tileRect/>
            </a:gra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E9A27851-E794-443E-C3AD-4EECE30DF4BA}"/>
              </a:ext>
            </a:extLst>
          </p:cNvPr>
          <p:cNvGrpSpPr/>
          <p:nvPr/>
        </p:nvGrpSpPr>
        <p:grpSpPr>
          <a:xfrm>
            <a:off x="3352512" y="4124515"/>
            <a:ext cx="2141943" cy="699773"/>
            <a:chOff x="961742" y="4035596"/>
            <a:chExt cx="2141943" cy="699773"/>
          </a:xfrm>
        </p:grpSpPr>
        <p:sp>
          <p:nvSpPr>
            <p:cNvPr id="25" name="TextBox 24">
              <a:extLst>
                <a:ext uri="{FF2B5EF4-FFF2-40B4-BE49-F238E27FC236}">
                  <a16:creationId xmlns:a16="http://schemas.microsoft.com/office/drawing/2014/main" id="{4FC5BD4B-64B2-A506-2AB1-1B599F097A11}"/>
                </a:ext>
              </a:extLst>
            </p:cNvPr>
            <p:cNvSpPr txBox="1"/>
            <p:nvPr/>
          </p:nvSpPr>
          <p:spPr>
            <a:xfrm>
              <a:off x="961742" y="4035596"/>
              <a:ext cx="1508760" cy="369332"/>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1A1A2E"/>
                  </a:solidFill>
                  <a:effectLst/>
                  <a:uLnTx/>
                  <a:uFillTx/>
                  <a:latin typeface="72 Brand Medium"/>
                  <a:ea typeface="+mn-ea"/>
                  <a:cs typeface="+mn-cs"/>
                </a:rPr>
                <a:t>50</a:t>
              </a:r>
              <a:r>
                <a:rPr kumimoji="0" lang="en-DE" sz="2400" b="0" i="0" u="none" strike="noStrike" kern="1200" cap="none" spc="0" normalizeH="0" baseline="0" noProof="0">
                  <a:ln>
                    <a:noFill/>
                  </a:ln>
                  <a:solidFill>
                    <a:srgbClr val="1A1A2E"/>
                  </a:solidFill>
                  <a:effectLst/>
                  <a:uLnTx/>
                  <a:uFillTx/>
                  <a:latin typeface="72 Brand Medium"/>
                  <a:ea typeface="+mn-ea"/>
                  <a:cs typeface="+mn-cs"/>
                </a:rPr>
                <a:t>%</a:t>
              </a:r>
            </a:p>
          </p:txBody>
        </p:sp>
        <p:sp>
          <p:nvSpPr>
            <p:cNvPr id="26" name="TextBox 25">
              <a:extLst>
                <a:ext uri="{FF2B5EF4-FFF2-40B4-BE49-F238E27FC236}">
                  <a16:creationId xmlns:a16="http://schemas.microsoft.com/office/drawing/2014/main" id="{185FE9B2-AC19-FD3D-52B0-A130B196FF38}"/>
                </a:ext>
              </a:extLst>
            </p:cNvPr>
            <p:cNvSpPr txBox="1"/>
            <p:nvPr/>
          </p:nvSpPr>
          <p:spPr>
            <a:xfrm>
              <a:off x="977904" y="4427592"/>
              <a:ext cx="2125781" cy="307777"/>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rPr>
                <a:t>Reduction in time spent reviewing the calculated amounts and posting</a:t>
              </a:r>
            </a:p>
          </p:txBody>
        </p:sp>
      </p:grpSp>
      <p:pic>
        <p:nvPicPr>
          <p:cNvPr id="34" name="Picture 33" descr="A screenshot of a computer&#10;&#10;AI-generated content may be incorrect.">
            <a:extLst>
              <a:ext uri="{FF2B5EF4-FFF2-40B4-BE49-F238E27FC236}">
                <a16:creationId xmlns:a16="http://schemas.microsoft.com/office/drawing/2014/main" id="{63D7A85F-B00A-0237-AD94-9C04DCDEA5D5}"/>
              </a:ext>
            </a:extLst>
          </p:cNvPr>
          <p:cNvPicPr>
            <a:picLocks noChangeAspect="1"/>
          </p:cNvPicPr>
          <p:nvPr/>
        </p:nvPicPr>
        <p:blipFill>
          <a:blip r:embed="rId8" cstate="email">
            <a:extLst>
              <a:ext uri="{28A0092B-C50C-407E-A947-70E740481C1C}">
                <a14:useLocalDpi xmlns:a14="http://schemas.microsoft.com/office/drawing/2010/main"/>
              </a:ext>
            </a:extLst>
          </a:blip>
          <a:srcRect/>
          <a:stretch>
            <a:fillRect/>
          </a:stretch>
        </p:blipFill>
        <p:spPr>
          <a:xfrm>
            <a:off x="7404822" y="685138"/>
            <a:ext cx="3704069" cy="2991955"/>
          </a:xfrm>
          <a:prstGeom prst="roundRect">
            <a:avLst>
              <a:gd name="adj" fmla="val 5630"/>
            </a:avLst>
          </a:prstGeom>
          <a:ln w="9525">
            <a:noFill/>
          </a:ln>
          <a:effectLst>
            <a:outerShdw blurRad="50800" algn="ctr" rotWithShape="0">
              <a:prstClr val="black">
                <a:alpha val="20000"/>
              </a:prstClr>
            </a:outerShdw>
          </a:effectLst>
        </p:spPr>
      </p:pic>
      <p:sp>
        <p:nvSpPr>
          <p:cNvPr id="3" name="Rounded Rectangle 56">
            <a:extLst>
              <a:ext uri="{FF2B5EF4-FFF2-40B4-BE49-F238E27FC236}">
                <a16:creationId xmlns:a16="http://schemas.microsoft.com/office/drawing/2014/main" id="{95255AD9-A16E-5B81-4B01-5E3E297856DF}"/>
              </a:ext>
            </a:extLst>
          </p:cNvPr>
          <p:cNvSpPr>
            <a:spLocks noChangeAspect="1"/>
          </p:cNvSpPr>
          <p:nvPr/>
        </p:nvSpPr>
        <p:spPr>
          <a:xfrm>
            <a:off x="10731989" y="1"/>
            <a:ext cx="1461599" cy="317029"/>
          </a:xfrm>
          <a:prstGeom prst="roundRect">
            <a:avLst>
              <a:gd name="adj" fmla="val 0"/>
            </a:avLst>
          </a:prstGeom>
          <a:gradFill flip="none" rotWithShape="1">
            <a:gsLst>
              <a:gs pos="0">
                <a:srgbClr val="8D77F9"/>
              </a:gs>
              <a:gs pos="100000">
                <a:srgbClr val="5D36FF"/>
              </a:gs>
            </a:gsLst>
            <a:lin ang="2700000" scaled="1"/>
            <a:tileRect/>
          </a:gradFill>
          <a:ln w="28575" algn="ctr">
            <a:noFill/>
            <a:miter lim="800000"/>
            <a:headEnd/>
            <a:tailEnd/>
          </a:ln>
        </p:spPr>
        <p:txBody>
          <a:bodyPr lIns="90000" tIns="72000" rIns="90000" bIns="7200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E9ECEE"/>
                </a:solidFill>
                <a:effectLst/>
                <a:uLnTx/>
                <a:uFillTx/>
                <a:latin typeface="72 Brand Medium" panose="020B0504030603020204" pitchFamily="34" charset="0"/>
                <a:ea typeface="+mn-ea"/>
                <a:cs typeface="+mn-cs"/>
              </a:rPr>
              <a:t>Labs Preview</a:t>
            </a:r>
          </a:p>
        </p:txBody>
      </p:sp>
      <p:sp>
        <p:nvSpPr>
          <p:cNvPr id="5" name="Rounded Rectangle 56">
            <a:extLst>
              <a:ext uri="{FF2B5EF4-FFF2-40B4-BE49-F238E27FC236}">
                <a16:creationId xmlns:a16="http://schemas.microsoft.com/office/drawing/2014/main" id="{1AD2B0B8-442D-0584-C9B7-BBA2E66D04A6}"/>
              </a:ext>
            </a:extLst>
          </p:cNvPr>
          <p:cNvSpPr>
            <a:spLocks noChangeAspect="1"/>
          </p:cNvSpPr>
          <p:nvPr/>
        </p:nvSpPr>
        <p:spPr>
          <a:xfrm>
            <a:off x="10733576" y="342128"/>
            <a:ext cx="1461599" cy="317029"/>
          </a:xfrm>
          <a:prstGeom prst="roundRect">
            <a:avLst>
              <a:gd name="adj" fmla="val 0"/>
            </a:avLst>
          </a:prstGeom>
          <a:solidFill>
            <a:srgbClr val="1B90FF"/>
          </a:solidFill>
          <a:ln w="28575" algn="ctr">
            <a:noFill/>
            <a:miter lim="800000"/>
            <a:headEnd/>
            <a:tailEnd/>
          </a:ln>
        </p:spPr>
        <p:txBody>
          <a:bodyPr lIns="90000" tIns="72000" rIns="90000" bIns="7200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E9ECEE"/>
                </a:solidFill>
                <a:effectLst/>
                <a:uLnTx/>
                <a:uFillTx/>
                <a:latin typeface="72 Brand Medium" panose="020B0504030603020204" pitchFamily="34" charset="0"/>
                <a:ea typeface="+mn-ea"/>
                <a:cs typeface="+mn-cs"/>
              </a:rPr>
              <a:t>Public Cloud</a:t>
            </a:r>
          </a:p>
        </p:txBody>
      </p:sp>
      <p:sp>
        <p:nvSpPr>
          <p:cNvPr id="7" name="Rounded Rectangle 35">
            <a:extLst>
              <a:ext uri="{FF2B5EF4-FFF2-40B4-BE49-F238E27FC236}">
                <a16:creationId xmlns:a16="http://schemas.microsoft.com/office/drawing/2014/main" id="{F880B960-889A-312E-D994-CB9EF418EF39}"/>
              </a:ext>
            </a:extLst>
          </p:cNvPr>
          <p:cNvSpPr/>
          <p:nvPr/>
        </p:nvSpPr>
        <p:spPr>
          <a:xfrm>
            <a:off x="616479" y="606162"/>
            <a:ext cx="1865073" cy="274320"/>
          </a:xfrm>
          <a:prstGeom prst="roundRect">
            <a:avLst>
              <a:gd name="adj" fmla="val 33975"/>
            </a:avLst>
          </a:prstGeom>
          <a:solidFill>
            <a:srgbClr val="5D36FF">
              <a:alpha val="8000"/>
            </a:srgb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737" tIns="146190" rIns="182737" bIns="146190" numCol="1" spcCol="0" rtlCol="0" fromWordArt="0" anchor="ctr" anchorCtr="0" forceAA="0" compatLnSpc="1">
            <a:prstTxWarp prst="textNoShape">
              <a:avLst/>
            </a:prstTxWarp>
            <a:noAutofit/>
          </a:bodyPr>
          <a:lstStyle/>
          <a:p>
            <a:pPr marL="0" marR="0" lvl="0" indent="0" algn="ctr" defTabSz="253944" rtl="0" eaLnBrk="1" fontAlgn="base" latinLnBrk="0" hangingPunct="1">
              <a:lnSpc>
                <a:spcPct val="100000"/>
              </a:lnSpc>
              <a:spcBef>
                <a:spcPct val="50000"/>
              </a:spcBef>
              <a:spcAft>
                <a:spcPct val="0"/>
              </a:spcAft>
              <a:buClr>
                <a:srgbClr val="F0AB00"/>
              </a:buClr>
              <a:buSzPct val="80000"/>
              <a:buFontTx/>
              <a:buNone/>
              <a:tabLst/>
              <a:defRPr/>
            </a:pPr>
            <a:r>
              <a:rPr kumimoji="0" lang="en-US" sz="1050" b="0" i="0" u="none" strike="noStrike" kern="0" cap="none" spc="0" normalizeH="0" baseline="0" noProof="0">
                <a:ln>
                  <a:noFill/>
                </a:ln>
                <a:solidFill>
                  <a:srgbClr val="5D36FF"/>
                </a:solidFill>
                <a:effectLst/>
                <a:uLnTx/>
                <a:uFillTx/>
                <a:latin typeface="72 Brand Book" panose="020B0404030603020204" pitchFamily="34" charset="0"/>
                <a:ea typeface="+mn-ea"/>
                <a:cs typeface="+mn-cs"/>
              </a:rPr>
              <a:t>Autonomous Finance</a:t>
            </a:r>
            <a:endParaRPr kumimoji="0" lang="en-GB" sz="1050" b="0" i="0" u="none" strike="noStrike" kern="0" cap="none" spc="0" normalizeH="0" baseline="0" noProof="0">
              <a:ln>
                <a:noFill/>
              </a:ln>
              <a:solidFill>
                <a:srgbClr val="5D36FF"/>
              </a:solidFill>
              <a:effectLst/>
              <a:uLnTx/>
              <a:uFillTx/>
              <a:latin typeface="72 Brand Book" panose="020B0404030603020204" pitchFamily="34" charset="0"/>
              <a:ea typeface="+mn-ea"/>
              <a:cs typeface="+mn-cs"/>
            </a:endParaRPr>
          </a:p>
        </p:txBody>
      </p:sp>
    </p:spTree>
    <p:extLst>
      <p:ext uri="{BB962C8B-B14F-4D97-AF65-F5344CB8AC3E}">
        <p14:creationId xmlns:p14="http://schemas.microsoft.com/office/powerpoint/2010/main" val="34478549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7B724-6EC9-325D-2A96-3FDDBBE24E22}"/>
            </a:ext>
          </a:extLst>
        </p:cNvPr>
        <p:cNvGrpSpPr/>
        <p:nvPr/>
      </p:nvGrpSpPr>
      <p:grpSpPr>
        <a:xfrm>
          <a:off x="0" y="0"/>
          <a:ext cx="0" cy="0"/>
          <a:chOff x="0" y="0"/>
          <a:chExt cx="0" cy="0"/>
        </a:xfrm>
      </p:grpSpPr>
      <p:sp>
        <p:nvSpPr>
          <p:cNvPr id="15" name="Title 3">
            <a:extLst>
              <a:ext uri="{FF2B5EF4-FFF2-40B4-BE49-F238E27FC236}">
                <a16:creationId xmlns:a16="http://schemas.microsoft.com/office/drawing/2014/main" id="{DDE7E6DE-6FAB-445E-A2D0-141CB06B8CD4}"/>
              </a:ext>
            </a:extLst>
          </p:cNvPr>
          <p:cNvSpPr>
            <a:spLocks noGrp="1"/>
          </p:cNvSpPr>
          <p:nvPr>
            <p:ph type="title"/>
          </p:nvPr>
        </p:nvSpPr>
        <p:spPr>
          <a:xfrm>
            <a:off x="555758" y="496857"/>
            <a:ext cx="9905810" cy="369332"/>
          </a:xfrm>
        </p:spPr>
        <p:txBody>
          <a:bodyPr/>
          <a:lstStyle/>
          <a:p>
            <a:r>
              <a:rPr lang="en-US" sz="2399" noProof="0">
                <a:solidFill>
                  <a:srgbClr val="00144A"/>
                </a:solidFill>
              </a:rPr>
              <a:t>Accounting Accruals Agent</a:t>
            </a:r>
          </a:p>
        </p:txBody>
      </p:sp>
      <p:sp>
        <p:nvSpPr>
          <p:cNvPr id="16" name="Title">
            <a:extLst>
              <a:ext uri="{FF2B5EF4-FFF2-40B4-BE49-F238E27FC236}">
                <a16:creationId xmlns:a16="http://schemas.microsoft.com/office/drawing/2014/main" id="{FE1926C1-4A39-2364-BA7E-3F4E69D76E33}"/>
              </a:ext>
            </a:extLst>
          </p:cNvPr>
          <p:cNvSpPr txBox="1"/>
          <p:nvPr/>
        </p:nvSpPr>
        <p:spPr bwMode="gray">
          <a:xfrm>
            <a:off x="555757" y="873334"/>
            <a:ext cx="10104023" cy="246221"/>
          </a:xfrm>
          <a:prstGeom prst="rect">
            <a:avLst/>
          </a:prstGeom>
        </p:spPr>
        <p:txBody>
          <a:bodyPr vert="horz" wrap="square" lIns="0" tIns="0" rIns="0" bIns="0" rtlCol="0" anchor="t" anchorCtr="0">
            <a:spAutoFit/>
          </a:bodyPr>
          <a:lstStyle>
            <a:lvl1pPr algn="l" defTabSz="1088558" rtl="0" eaLnBrk="1" latinLnBrk="0" hangingPunct="1">
              <a:spcBef>
                <a:spcPct val="0"/>
              </a:spcBef>
              <a:buNone/>
              <a:defRPr sz="2400" b="0" i="0" kern="1200" baseline="0">
                <a:solidFill>
                  <a:schemeClr val="tx1"/>
                </a:solidFill>
                <a:latin typeface="72 Brand Medium" panose="020B0504030603020204" pitchFamily="34" charset="0"/>
                <a:ea typeface="+mj-ea"/>
                <a:cs typeface="+mj-cs"/>
              </a:defRPr>
            </a:lvl1pPr>
          </a:lstStyle>
          <a:p>
            <a:pPr marL="0" marR="0" lvl="0" indent="0" algn="l" defTabSz="1088558" rtl="0" eaLnBrk="1" fontAlgn="auto" latinLnBrk="0" hangingPunct="1">
              <a:lnSpc>
                <a:spcPct val="100000"/>
              </a:lnSpc>
              <a:spcBef>
                <a:spcPct val="0"/>
              </a:spcBef>
              <a:spcAft>
                <a:spcPts val="0"/>
              </a:spcAft>
              <a:buClrTx/>
              <a:buSzTx/>
              <a:buFontTx/>
              <a:buNone/>
              <a:tabLst/>
              <a:defRPr/>
            </a:pPr>
            <a:r>
              <a:rPr kumimoji="0" lang="en-US" sz="1600" b="0" i="0" u="none" strike="noStrike" kern="1200" cap="none" spc="0" normalizeH="0" baseline="0" noProof="0">
                <a:ln>
                  <a:noFill/>
                </a:ln>
                <a:solidFill>
                  <a:srgbClr val="00144A"/>
                </a:solidFill>
                <a:effectLst/>
                <a:uLnTx/>
                <a:uFillTx/>
                <a:latin typeface="72 Brand Book" panose="020B0404030603020204" pitchFamily="34" charset="0"/>
                <a:ea typeface="+mj-ea"/>
                <a:cs typeface="+mj-cs"/>
              </a:rPr>
              <a:t>Process flow and involved roles</a:t>
            </a:r>
          </a:p>
        </p:txBody>
      </p:sp>
      <p:sp>
        <p:nvSpPr>
          <p:cNvPr id="4" name="Arc 3">
            <a:extLst>
              <a:ext uri="{FF2B5EF4-FFF2-40B4-BE49-F238E27FC236}">
                <a16:creationId xmlns:a16="http://schemas.microsoft.com/office/drawing/2014/main" id="{914CE26A-69CC-BB68-F73B-64E0EA3CA386}"/>
              </a:ext>
            </a:extLst>
          </p:cNvPr>
          <p:cNvSpPr/>
          <p:nvPr/>
        </p:nvSpPr>
        <p:spPr>
          <a:xfrm>
            <a:off x="6783359" y="1402676"/>
            <a:ext cx="1727071" cy="1580052"/>
          </a:xfrm>
          <a:prstGeom prst="arc">
            <a:avLst>
              <a:gd name="adj1" fmla="val 11276639"/>
              <a:gd name="adj2" fmla="val 21142585"/>
            </a:avLst>
          </a:prstGeom>
          <a:ln w="3175">
            <a:solidFill>
              <a:schemeClr val="tx1"/>
            </a:solidFill>
            <a:headEnd type="none" w="med" len="med"/>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088776"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a:ln>
                <a:noFill/>
              </a:ln>
              <a:solidFill>
                <a:srgbClr val="000000"/>
              </a:solidFill>
              <a:effectLst/>
              <a:uLnTx/>
              <a:uFillTx/>
              <a:latin typeface="72 Brand"/>
              <a:ea typeface="+mn-ea"/>
              <a:cs typeface="+mn-cs"/>
            </a:endParaRPr>
          </a:p>
        </p:txBody>
      </p:sp>
      <p:cxnSp>
        <p:nvCxnSpPr>
          <p:cNvPr id="5" name="Straight Connector 4">
            <a:extLst>
              <a:ext uri="{FF2B5EF4-FFF2-40B4-BE49-F238E27FC236}">
                <a16:creationId xmlns:a16="http://schemas.microsoft.com/office/drawing/2014/main" id="{F6C3A894-9A9C-2580-0610-6DDAFEF2C125}"/>
              </a:ext>
            </a:extLst>
          </p:cNvPr>
          <p:cNvCxnSpPr>
            <a:cxnSpLocks/>
          </p:cNvCxnSpPr>
          <p:nvPr/>
        </p:nvCxnSpPr>
        <p:spPr>
          <a:xfrm>
            <a:off x="1661027" y="2413997"/>
            <a:ext cx="0" cy="2761488"/>
          </a:xfrm>
          <a:prstGeom prst="line">
            <a:avLst/>
          </a:prstGeom>
          <a:ln w="3175">
            <a:solidFill>
              <a:schemeClr val="tx1"/>
            </a:solidFill>
            <a:headEnd type="none" w="med" len="med"/>
            <a:tailEnd type="none"/>
          </a:ln>
        </p:spPr>
        <p:style>
          <a:lnRef idx="1">
            <a:schemeClr val="accent1"/>
          </a:lnRef>
          <a:fillRef idx="0">
            <a:schemeClr val="accent1"/>
          </a:fillRef>
          <a:effectRef idx="0">
            <a:schemeClr val="accent1"/>
          </a:effectRef>
          <a:fontRef idx="minor">
            <a:schemeClr val="tx1"/>
          </a:fontRef>
        </p:style>
      </p:cxnSp>
      <p:sp>
        <p:nvSpPr>
          <p:cNvPr id="13" name="Arc 12">
            <a:extLst>
              <a:ext uri="{FF2B5EF4-FFF2-40B4-BE49-F238E27FC236}">
                <a16:creationId xmlns:a16="http://schemas.microsoft.com/office/drawing/2014/main" id="{783B083E-CAC8-A754-88D3-EB04902DF6A3}"/>
              </a:ext>
            </a:extLst>
          </p:cNvPr>
          <p:cNvSpPr/>
          <p:nvPr/>
        </p:nvSpPr>
        <p:spPr>
          <a:xfrm>
            <a:off x="3394577" y="3078462"/>
            <a:ext cx="1727071" cy="1580052"/>
          </a:xfrm>
          <a:prstGeom prst="arc">
            <a:avLst>
              <a:gd name="adj1" fmla="val 11276639"/>
              <a:gd name="adj2" fmla="val 21142585"/>
            </a:avLst>
          </a:prstGeom>
          <a:ln w="3175">
            <a:solidFill>
              <a:schemeClr val="tx1"/>
            </a:solidFill>
            <a:headEnd type="none" w="med" len="med"/>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088776"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a:ln>
                <a:noFill/>
              </a:ln>
              <a:solidFill>
                <a:srgbClr val="000000"/>
              </a:solidFill>
              <a:effectLst/>
              <a:uLnTx/>
              <a:uFillTx/>
              <a:latin typeface="72 Brand"/>
              <a:ea typeface="+mn-ea"/>
              <a:cs typeface="+mn-cs"/>
            </a:endParaRPr>
          </a:p>
        </p:txBody>
      </p:sp>
      <p:sp>
        <p:nvSpPr>
          <p:cNvPr id="14" name="Arc 13">
            <a:extLst>
              <a:ext uri="{FF2B5EF4-FFF2-40B4-BE49-F238E27FC236}">
                <a16:creationId xmlns:a16="http://schemas.microsoft.com/office/drawing/2014/main" id="{B2E9D8D4-EBCE-D84D-AF5E-A5ED4914D98B}"/>
              </a:ext>
            </a:extLst>
          </p:cNvPr>
          <p:cNvSpPr/>
          <p:nvPr/>
        </p:nvSpPr>
        <p:spPr>
          <a:xfrm rot="10800000">
            <a:off x="8497185" y="4318997"/>
            <a:ext cx="1723263" cy="1636776"/>
          </a:xfrm>
          <a:prstGeom prst="arc">
            <a:avLst>
              <a:gd name="adj1" fmla="val 10949285"/>
              <a:gd name="adj2" fmla="val 21447674"/>
            </a:avLst>
          </a:prstGeom>
          <a:ln w="3175">
            <a:solidFill>
              <a:schemeClr val="tx1"/>
            </a:solidFill>
            <a:headEnd type="none" w="med" len="med"/>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088776"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a:ln>
                <a:noFill/>
              </a:ln>
              <a:solidFill>
                <a:srgbClr val="000000"/>
              </a:solidFill>
              <a:effectLst/>
              <a:uLnTx/>
              <a:uFillTx/>
              <a:latin typeface="72 Brand"/>
              <a:ea typeface="+mn-ea"/>
              <a:cs typeface="+mn-cs"/>
            </a:endParaRPr>
          </a:p>
        </p:txBody>
      </p:sp>
      <p:sp>
        <p:nvSpPr>
          <p:cNvPr id="17" name="Arc 16">
            <a:extLst>
              <a:ext uri="{FF2B5EF4-FFF2-40B4-BE49-F238E27FC236}">
                <a16:creationId xmlns:a16="http://schemas.microsoft.com/office/drawing/2014/main" id="{E306F421-9917-6449-82D3-79F58D0F5F71}"/>
              </a:ext>
            </a:extLst>
          </p:cNvPr>
          <p:cNvSpPr/>
          <p:nvPr/>
        </p:nvSpPr>
        <p:spPr>
          <a:xfrm rot="10800000">
            <a:off x="5125460" y="4292871"/>
            <a:ext cx="1723263" cy="1636776"/>
          </a:xfrm>
          <a:prstGeom prst="arc">
            <a:avLst>
              <a:gd name="adj1" fmla="val 11085143"/>
              <a:gd name="adj2" fmla="val 21440755"/>
            </a:avLst>
          </a:prstGeom>
          <a:ln w="3175">
            <a:solidFill>
              <a:schemeClr val="tx1"/>
            </a:solidFill>
            <a:headEnd type="none" w="med" len="med"/>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088776"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a:ln>
                <a:noFill/>
              </a:ln>
              <a:solidFill>
                <a:srgbClr val="000000"/>
              </a:solidFill>
              <a:effectLst/>
              <a:uLnTx/>
              <a:uFillTx/>
              <a:latin typeface="72 Brand"/>
              <a:ea typeface="+mn-ea"/>
              <a:cs typeface="+mn-cs"/>
            </a:endParaRPr>
          </a:p>
        </p:txBody>
      </p:sp>
      <p:sp>
        <p:nvSpPr>
          <p:cNvPr id="18" name="Arc 17">
            <a:extLst>
              <a:ext uri="{FF2B5EF4-FFF2-40B4-BE49-F238E27FC236}">
                <a16:creationId xmlns:a16="http://schemas.microsoft.com/office/drawing/2014/main" id="{088C7A2B-D7A8-1B36-8DAF-CC2010F67CFF}"/>
              </a:ext>
            </a:extLst>
          </p:cNvPr>
          <p:cNvSpPr/>
          <p:nvPr/>
        </p:nvSpPr>
        <p:spPr>
          <a:xfrm rot="10800000">
            <a:off x="1661026" y="4318997"/>
            <a:ext cx="1723262" cy="1636776"/>
          </a:xfrm>
          <a:prstGeom prst="arc">
            <a:avLst>
              <a:gd name="adj1" fmla="val 10925990"/>
              <a:gd name="adj2" fmla="val 21452890"/>
            </a:avLst>
          </a:prstGeom>
          <a:ln w="3175">
            <a:solidFill>
              <a:schemeClr val="tx1"/>
            </a:solidFill>
            <a:headEnd type="none" w="med" len="med"/>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088776"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a:ln>
                <a:noFill/>
              </a:ln>
              <a:solidFill>
                <a:srgbClr val="000000"/>
              </a:solidFill>
              <a:effectLst/>
              <a:uLnTx/>
              <a:uFillTx/>
              <a:latin typeface="72 Brand"/>
              <a:ea typeface="+mn-ea"/>
              <a:cs typeface="+mn-cs"/>
            </a:endParaRPr>
          </a:p>
        </p:txBody>
      </p:sp>
      <p:cxnSp>
        <p:nvCxnSpPr>
          <p:cNvPr id="19" name="Straight Connector 18">
            <a:extLst>
              <a:ext uri="{FF2B5EF4-FFF2-40B4-BE49-F238E27FC236}">
                <a16:creationId xmlns:a16="http://schemas.microsoft.com/office/drawing/2014/main" id="{EDA01A38-F982-4AE8-4D17-27DCF8997D82}"/>
              </a:ext>
            </a:extLst>
          </p:cNvPr>
          <p:cNvCxnSpPr>
            <a:cxnSpLocks/>
          </p:cNvCxnSpPr>
          <p:nvPr/>
        </p:nvCxnSpPr>
        <p:spPr>
          <a:xfrm>
            <a:off x="3388216" y="4077316"/>
            <a:ext cx="2" cy="906399"/>
          </a:xfrm>
          <a:prstGeom prst="line">
            <a:avLst/>
          </a:prstGeom>
          <a:ln w="3175">
            <a:solidFill>
              <a:schemeClr val="tx1"/>
            </a:solidFill>
            <a:headEnd type="none" w="med" len="med"/>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09B71D0-7625-18BD-15B0-8A7646D591DD}"/>
              </a:ext>
            </a:extLst>
          </p:cNvPr>
          <p:cNvCxnSpPr>
            <a:cxnSpLocks/>
          </p:cNvCxnSpPr>
          <p:nvPr/>
        </p:nvCxnSpPr>
        <p:spPr>
          <a:xfrm>
            <a:off x="5126107" y="4171550"/>
            <a:ext cx="0" cy="1003935"/>
          </a:xfrm>
          <a:prstGeom prst="line">
            <a:avLst/>
          </a:prstGeom>
          <a:ln w="3175">
            <a:solidFill>
              <a:schemeClr val="tx1"/>
            </a:solidFill>
            <a:headEnd type="none" w="med" len="med"/>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C32F671-2F67-F0AE-F7EC-DBAEC986CB61}"/>
              </a:ext>
            </a:extLst>
          </p:cNvPr>
          <p:cNvCxnSpPr>
            <a:cxnSpLocks/>
            <a:endCxn id="17" idx="0"/>
          </p:cNvCxnSpPr>
          <p:nvPr/>
        </p:nvCxnSpPr>
        <p:spPr>
          <a:xfrm>
            <a:off x="6841723" y="1740770"/>
            <a:ext cx="3718" cy="3441848"/>
          </a:xfrm>
          <a:prstGeom prst="line">
            <a:avLst/>
          </a:prstGeom>
          <a:ln w="3175">
            <a:solidFill>
              <a:schemeClr val="tx1"/>
            </a:solidFill>
            <a:headEnd type="none" w="med" len="med"/>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BE65459-7379-A93F-4D8C-65E9EB4DE1C5}"/>
              </a:ext>
            </a:extLst>
          </p:cNvPr>
          <p:cNvCxnSpPr>
            <a:cxnSpLocks/>
          </p:cNvCxnSpPr>
          <p:nvPr/>
        </p:nvCxnSpPr>
        <p:spPr>
          <a:xfrm>
            <a:off x="8516948" y="2230016"/>
            <a:ext cx="486" cy="3419010"/>
          </a:xfrm>
          <a:prstGeom prst="line">
            <a:avLst/>
          </a:prstGeom>
          <a:ln w="3175">
            <a:solidFill>
              <a:schemeClr val="tx1"/>
            </a:solidFill>
            <a:headEnd type="none" w="med" len="med"/>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031B0A31-3084-290B-A046-2F3FFB6D9AAF}"/>
              </a:ext>
            </a:extLst>
          </p:cNvPr>
          <p:cNvCxnSpPr>
            <a:cxnSpLocks/>
          </p:cNvCxnSpPr>
          <p:nvPr/>
        </p:nvCxnSpPr>
        <p:spPr>
          <a:xfrm>
            <a:off x="10220448" y="2884405"/>
            <a:ext cx="0" cy="2291080"/>
          </a:xfrm>
          <a:prstGeom prst="line">
            <a:avLst/>
          </a:prstGeom>
          <a:ln w="3175">
            <a:solidFill>
              <a:schemeClr val="tx1"/>
            </a:solidFill>
            <a:headEnd type="none" w="med" len="med"/>
            <a:tailEnd type="non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B233521E-AEB2-865A-0671-1F8C63F7CE39}"/>
              </a:ext>
            </a:extLst>
          </p:cNvPr>
          <p:cNvSpPr/>
          <p:nvPr/>
        </p:nvSpPr>
        <p:spPr bwMode="gray">
          <a:xfrm>
            <a:off x="2626371" y="3414670"/>
            <a:ext cx="1508760" cy="676656"/>
          </a:xfrm>
          <a:prstGeom prst="rect">
            <a:avLst/>
          </a:prstGeom>
          <a:solidFill>
            <a:schemeClr val="bg1"/>
          </a:solidFill>
          <a:ln>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16" rIns="0" bIns="91416"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0"/>
              </a:spcAft>
              <a:buClrTx/>
              <a:buSzTx/>
              <a:buFontTx/>
              <a:buNone/>
              <a:tabLst/>
              <a:defRPr/>
            </a:pP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Identify relevant accounting accrual types (s)</a:t>
            </a:r>
          </a:p>
        </p:txBody>
      </p:sp>
      <p:sp>
        <p:nvSpPr>
          <p:cNvPr id="31" name="Rectangle 30">
            <a:extLst>
              <a:ext uri="{FF2B5EF4-FFF2-40B4-BE49-F238E27FC236}">
                <a16:creationId xmlns:a16="http://schemas.microsoft.com/office/drawing/2014/main" id="{4D36FA9E-219E-0EE7-6531-E9F5011365E9}"/>
              </a:ext>
            </a:extLst>
          </p:cNvPr>
          <p:cNvSpPr/>
          <p:nvPr/>
        </p:nvSpPr>
        <p:spPr bwMode="gray">
          <a:xfrm>
            <a:off x="2636426" y="4999243"/>
            <a:ext cx="1508760" cy="676656"/>
          </a:xfrm>
          <a:prstGeom prst="rect">
            <a:avLst/>
          </a:prstGeom>
          <a:solidFill>
            <a:schemeClr val="bg1"/>
          </a:solidFill>
          <a:ln>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16" rIns="0" bIns="91416"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0"/>
              </a:spcAft>
              <a:buClrTx/>
              <a:buSzTx/>
              <a:buFontTx/>
              <a:buNone/>
              <a:tabLst/>
              <a:defRPr/>
            </a:pP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Read company</a:t>
            </a:r>
            <a:b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b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accounting policy</a:t>
            </a:r>
          </a:p>
        </p:txBody>
      </p:sp>
      <p:sp>
        <p:nvSpPr>
          <p:cNvPr id="32" name="Rectangle 31">
            <a:extLst>
              <a:ext uri="{FF2B5EF4-FFF2-40B4-BE49-F238E27FC236}">
                <a16:creationId xmlns:a16="http://schemas.microsoft.com/office/drawing/2014/main" id="{F5D611BC-7B7E-6069-EFDE-0BC3F9E84542}"/>
              </a:ext>
            </a:extLst>
          </p:cNvPr>
          <p:cNvSpPr/>
          <p:nvPr/>
        </p:nvSpPr>
        <p:spPr bwMode="gray">
          <a:xfrm>
            <a:off x="4382297" y="3738988"/>
            <a:ext cx="1508760" cy="676656"/>
          </a:xfrm>
          <a:prstGeom prst="rect">
            <a:avLst/>
          </a:prstGeom>
          <a:solidFill>
            <a:schemeClr val="bg1"/>
          </a:solidFill>
          <a:ln>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16" rIns="0" bIns="91416"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0"/>
              </a:spcAft>
              <a:buClrTx/>
              <a:buSzTx/>
              <a:buFontTx/>
              <a:buNone/>
              <a:tabLst/>
              <a:defRPr/>
            </a:pP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Retrieve historical data as a base for the calculations</a:t>
            </a:r>
          </a:p>
        </p:txBody>
      </p:sp>
      <p:sp>
        <p:nvSpPr>
          <p:cNvPr id="33" name="Rectangle 32">
            <a:extLst>
              <a:ext uri="{FF2B5EF4-FFF2-40B4-BE49-F238E27FC236}">
                <a16:creationId xmlns:a16="http://schemas.microsoft.com/office/drawing/2014/main" id="{A958EC2E-3EF9-8E3D-281B-5D9F0924C2E0}"/>
              </a:ext>
            </a:extLst>
          </p:cNvPr>
          <p:cNvSpPr/>
          <p:nvPr/>
        </p:nvSpPr>
        <p:spPr bwMode="gray">
          <a:xfrm>
            <a:off x="4595644" y="5005293"/>
            <a:ext cx="1508760" cy="676656"/>
          </a:xfrm>
          <a:prstGeom prst="rect">
            <a:avLst/>
          </a:prstGeom>
          <a:solidFill>
            <a:schemeClr val="bg1"/>
          </a:solidFill>
          <a:ln>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16" rIns="0" bIns="91416"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0"/>
              </a:spcAft>
              <a:buClrTx/>
              <a:buSzTx/>
              <a:buFontTx/>
              <a:buNone/>
              <a:tabLst/>
              <a:defRPr/>
            </a:pP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Apply the calculation rules from the </a:t>
            </a:r>
          </a:p>
          <a:p>
            <a:pPr marL="0" marR="0" lvl="0" indent="0" algn="ctr" defTabSz="932192" rtl="0" eaLnBrk="1" fontAlgn="base" latinLnBrk="0" hangingPunct="1">
              <a:lnSpc>
                <a:spcPct val="90000"/>
              </a:lnSpc>
              <a:spcBef>
                <a:spcPct val="0"/>
              </a:spcBef>
              <a:spcAft>
                <a:spcPts val="0"/>
              </a:spcAft>
              <a:buClrTx/>
              <a:buSzTx/>
              <a:buFontTx/>
              <a:buNone/>
              <a:tabLst/>
              <a:defRPr/>
            </a:pP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accounting  policy</a:t>
            </a:r>
          </a:p>
        </p:txBody>
      </p:sp>
      <p:sp>
        <p:nvSpPr>
          <p:cNvPr id="34" name="Rectangle 33">
            <a:extLst>
              <a:ext uri="{FF2B5EF4-FFF2-40B4-BE49-F238E27FC236}">
                <a16:creationId xmlns:a16="http://schemas.microsoft.com/office/drawing/2014/main" id="{B5A250F3-4E09-DBC7-C9AC-0CD24C7348AC}"/>
              </a:ext>
            </a:extLst>
          </p:cNvPr>
          <p:cNvSpPr/>
          <p:nvPr/>
        </p:nvSpPr>
        <p:spPr bwMode="gray">
          <a:xfrm>
            <a:off x="6136918" y="4272290"/>
            <a:ext cx="1508760" cy="676656"/>
          </a:xfrm>
          <a:prstGeom prst="rect">
            <a:avLst/>
          </a:prstGeom>
          <a:solidFill>
            <a:schemeClr val="bg1"/>
          </a:solidFill>
          <a:ln>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16" rIns="0" bIns="91416"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0"/>
              </a:spcAft>
              <a:buClrTx/>
              <a:buSzTx/>
              <a:buFontTx/>
              <a:buNone/>
              <a:tabLst/>
              <a:defRPr/>
            </a:pP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Prepare</a:t>
            </a:r>
            <a:b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b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accounting accrual proposals</a:t>
            </a:r>
          </a:p>
        </p:txBody>
      </p:sp>
      <p:sp>
        <p:nvSpPr>
          <p:cNvPr id="35" name="Rectangle 34">
            <a:extLst>
              <a:ext uri="{FF2B5EF4-FFF2-40B4-BE49-F238E27FC236}">
                <a16:creationId xmlns:a16="http://schemas.microsoft.com/office/drawing/2014/main" id="{A8CA8E0E-3594-ABD0-36A5-A3F0AE3785CA}"/>
              </a:ext>
            </a:extLst>
          </p:cNvPr>
          <p:cNvSpPr/>
          <p:nvPr/>
        </p:nvSpPr>
        <p:spPr bwMode="gray">
          <a:xfrm>
            <a:off x="6090249" y="2298851"/>
            <a:ext cx="1508760" cy="676656"/>
          </a:xfrm>
          <a:prstGeom prst="rect">
            <a:avLst/>
          </a:prstGeom>
          <a:solidFill>
            <a:schemeClr val="bg1"/>
          </a:solidFill>
          <a:ln>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16" rIns="0" bIns="91416"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0"/>
              </a:spcAft>
              <a:buClrTx/>
              <a:buSzTx/>
              <a:buFontTx/>
              <a:buNone/>
              <a:tabLst/>
              <a:defRPr/>
            </a:pP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Notify</a:t>
            </a:r>
            <a:b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b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User</a:t>
            </a:r>
          </a:p>
        </p:txBody>
      </p:sp>
      <p:sp>
        <p:nvSpPr>
          <p:cNvPr id="36" name="Rectangle 35">
            <a:extLst>
              <a:ext uri="{FF2B5EF4-FFF2-40B4-BE49-F238E27FC236}">
                <a16:creationId xmlns:a16="http://schemas.microsoft.com/office/drawing/2014/main" id="{85C28C68-384B-6187-95D8-79AC7F920F16}"/>
              </a:ext>
            </a:extLst>
          </p:cNvPr>
          <p:cNvSpPr/>
          <p:nvPr/>
        </p:nvSpPr>
        <p:spPr bwMode="gray">
          <a:xfrm>
            <a:off x="9455332" y="4403671"/>
            <a:ext cx="1508760" cy="676656"/>
          </a:xfrm>
          <a:prstGeom prst="rect">
            <a:avLst/>
          </a:prstGeom>
          <a:solidFill>
            <a:schemeClr val="bg1"/>
          </a:solidFill>
          <a:ln>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16" rIns="0" bIns="91416"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0"/>
              </a:spcAft>
              <a:buClrTx/>
              <a:buSzTx/>
              <a:buFontTx/>
              <a:buNone/>
              <a:tabLst/>
              <a:defRPr/>
            </a:pP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Post journal entries</a:t>
            </a:r>
          </a:p>
        </p:txBody>
      </p:sp>
      <p:sp>
        <p:nvSpPr>
          <p:cNvPr id="37" name="Rectangle 36">
            <a:extLst>
              <a:ext uri="{FF2B5EF4-FFF2-40B4-BE49-F238E27FC236}">
                <a16:creationId xmlns:a16="http://schemas.microsoft.com/office/drawing/2014/main" id="{1C76EDE0-2E51-A1BF-D430-E6DBF9E6354F}"/>
              </a:ext>
            </a:extLst>
          </p:cNvPr>
          <p:cNvSpPr/>
          <p:nvPr/>
        </p:nvSpPr>
        <p:spPr bwMode="gray">
          <a:xfrm>
            <a:off x="9455332" y="2392078"/>
            <a:ext cx="1508760" cy="676656"/>
          </a:xfrm>
          <a:prstGeom prst="rect">
            <a:avLst/>
          </a:prstGeom>
          <a:solidFill>
            <a:schemeClr val="bg1"/>
          </a:solidFill>
          <a:ln>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16" rIns="0" bIns="91416"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0"/>
              </a:spcAft>
              <a:buClrTx/>
              <a:buSzTx/>
              <a:buFontTx/>
              <a:buNone/>
              <a:tabLst/>
              <a:defRPr/>
            </a:pP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Check the </a:t>
            </a:r>
          </a:p>
          <a:p>
            <a:pPr marL="0" marR="0" lvl="0" indent="0" algn="ctr" defTabSz="932192" rtl="0" eaLnBrk="1" fontAlgn="base" latinLnBrk="0" hangingPunct="1">
              <a:lnSpc>
                <a:spcPct val="90000"/>
              </a:lnSpc>
              <a:spcBef>
                <a:spcPct val="0"/>
              </a:spcBef>
              <a:spcAft>
                <a:spcPts val="0"/>
              </a:spcAft>
              <a:buClrTx/>
              <a:buSzTx/>
              <a:buFontTx/>
              <a:buNone/>
              <a:tabLst/>
              <a:defRPr/>
            </a:pP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accounting entries</a:t>
            </a:r>
          </a:p>
        </p:txBody>
      </p:sp>
      <p:sp>
        <p:nvSpPr>
          <p:cNvPr id="38" name="Rectangle 37">
            <a:extLst>
              <a:ext uri="{FF2B5EF4-FFF2-40B4-BE49-F238E27FC236}">
                <a16:creationId xmlns:a16="http://schemas.microsoft.com/office/drawing/2014/main" id="{FFF9DC4B-1A38-5515-0815-DE755C3BED46}"/>
              </a:ext>
            </a:extLst>
          </p:cNvPr>
          <p:cNvSpPr/>
          <p:nvPr/>
        </p:nvSpPr>
        <p:spPr bwMode="gray">
          <a:xfrm>
            <a:off x="7758833" y="3383786"/>
            <a:ext cx="1508760" cy="676656"/>
          </a:xfrm>
          <a:prstGeom prst="rect">
            <a:avLst/>
          </a:prstGeom>
          <a:solidFill>
            <a:schemeClr val="bg1"/>
          </a:solidFill>
          <a:ln>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16" rIns="0" bIns="91416"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0"/>
              </a:spcAft>
              <a:buClrTx/>
              <a:buSzTx/>
              <a:buFontTx/>
              <a:buNone/>
              <a:tabLst/>
              <a:defRPr/>
            </a:pP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Review and Accept/Reject</a:t>
            </a:r>
            <a:b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b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proposals</a:t>
            </a:r>
          </a:p>
        </p:txBody>
      </p:sp>
      <p:sp>
        <p:nvSpPr>
          <p:cNvPr id="50" name="Rectangle 49">
            <a:extLst>
              <a:ext uri="{FF2B5EF4-FFF2-40B4-BE49-F238E27FC236}">
                <a16:creationId xmlns:a16="http://schemas.microsoft.com/office/drawing/2014/main" id="{37437CC1-0ECF-E6CA-E248-D19C749F443A}"/>
              </a:ext>
            </a:extLst>
          </p:cNvPr>
          <p:cNvSpPr/>
          <p:nvPr/>
        </p:nvSpPr>
        <p:spPr bwMode="gray">
          <a:xfrm>
            <a:off x="903549" y="2817501"/>
            <a:ext cx="1508760" cy="676656"/>
          </a:xfrm>
          <a:prstGeom prst="rect">
            <a:avLst/>
          </a:prstGeom>
          <a:solidFill>
            <a:schemeClr val="bg1"/>
          </a:solidFill>
          <a:ln>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16" rIns="0" bIns="91416"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0"/>
              </a:spcAft>
              <a:buClrTx/>
              <a:buSzTx/>
              <a:buFontTx/>
              <a:buNone/>
              <a:tabLst/>
              <a:defRPr/>
            </a:pP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Upload accounting policy and trigger Agent</a:t>
            </a:r>
          </a:p>
        </p:txBody>
      </p:sp>
      <p:grpSp>
        <p:nvGrpSpPr>
          <p:cNvPr id="2" name="Group 1">
            <a:extLst>
              <a:ext uri="{FF2B5EF4-FFF2-40B4-BE49-F238E27FC236}">
                <a16:creationId xmlns:a16="http://schemas.microsoft.com/office/drawing/2014/main" id="{486F1758-3FDC-43B7-2B53-0D67C5383622}"/>
              </a:ext>
            </a:extLst>
          </p:cNvPr>
          <p:cNvGrpSpPr/>
          <p:nvPr/>
        </p:nvGrpSpPr>
        <p:grpSpPr>
          <a:xfrm>
            <a:off x="6109708" y="6350176"/>
            <a:ext cx="5190249" cy="416102"/>
            <a:chOff x="6109708" y="6350176"/>
            <a:chExt cx="5190249" cy="416102"/>
          </a:xfrm>
        </p:grpSpPr>
        <p:sp>
          <p:nvSpPr>
            <p:cNvPr id="6" name="Rectangle 5">
              <a:extLst>
                <a:ext uri="{FF2B5EF4-FFF2-40B4-BE49-F238E27FC236}">
                  <a16:creationId xmlns:a16="http://schemas.microsoft.com/office/drawing/2014/main" id="{181DB0D6-8BC1-B3EE-5E7D-220155995343}"/>
                </a:ext>
              </a:extLst>
            </p:cNvPr>
            <p:cNvSpPr/>
            <p:nvPr/>
          </p:nvSpPr>
          <p:spPr bwMode="gray">
            <a:xfrm>
              <a:off x="6109708" y="6350176"/>
              <a:ext cx="5190249" cy="416102"/>
            </a:xfrm>
            <a:prstGeom prst="rect">
              <a:avLst/>
            </a:prstGeom>
            <a:solidFill>
              <a:srgbClr val="EAECEE"/>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grpSp>
          <p:nvGrpSpPr>
            <p:cNvPr id="7" name="Group 6">
              <a:extLst>
                <a:ext uri="{FF2B5EF4-FFF2-40B4-BE49-F238E27FC236}">
                  <a16:creationId xmlns:a16="http://schemas.microsoft.com/office/drawing/2014/main" id="{0049B28D-0327-E50D-08CB-37DA7C22D6D9}"/>
                </a:ext>
              </a:extLst>
            </p:cNvPr>
            <p:cNvGrpSpPr/>
            <p:nvPr/>
          </p:nvGrpSpPr>
          <p:grpSpPr>
            <a:xfrm>
              <a:off x="6198869" y="6399580"/>
              <a:ext cx="5047738" cy="343314"/>
              <a:chOff x="6198869" y="6380864"/>
              <a:chExt cx="5047738" cy="343314"/>
            </a:xfrm>
          </p:grpSpPr>
          <p:grpSp>
            <p:nvGrpSpPr>
              <p:cNvPr id="8" name="Group 7">
                <a:extLst>
                  <a:ext uri="{FF2B5EF4-FFF2-40B4-BE49-F238E27FC236}">
                    <a16:creationId xmlns:a16="http://schemas.microsoft.com/office/drawing/2014/main" id="{80D8E383-97D0-24AA-0808-411D69EF34D7}"/>
                  </a:ext>
                </a:extLst>
              </p:cNvPr>
              <p:cNvGrpSpPr/>
              <p:nvPr/>
            </p:nvGrpSpPr>
            <p:grpSpPr>
              <a:xfrm>
                <a:off x="10330687" y="6380865"/>
                <a:ext cx="915920" cy="343313"/>
                <a:chOff x="12358260" y="3925250"/>
                <a:chExt cx="1100037" cy="412325"/>
              </a:xfrm>
            </p:grpSpPr>
            <p:grpSp>
              <p:nvGrpSpPr>
                <p:cNvPr id="67" name="Group 66">
                  <a:extLst>
                    <a:ext uri="{FF2B5EF4-FFF2-40B4-BE49-F238E27FC236}">
                      <a16:creationId xmlns:a16="http://schemas.microsoft.com/office/drawing/2014/main" id="{01835F3C-CD3E-9F3D-A263-9773ECBF2871}"/>
                    </a:ext>
                  </a:extLst>
                </p:cNvPr>
                <p:cNvGrpSpPr/>
                <p:nvPr/>
              </p:nvGrpSpPr>
              <p:grpSpPr>
                <a:xfrm>
                  <a:off x="12358260" y="3925250"/>
                  <a:ext cx="380876" cy="381077"/>
                  <a:chOff x="12358260" y="3925250"/>
                  <a:chExt cx="380876" cy="381077"/>
                </a:xfrm>
              </p:grpSpPr>
              <p:sp>
                <p:nvSpPr>
                  <p:cNvPr id="69" name="Oval 68">
                    <a:extLst>
                      <a:ext uri="{FF2B5EF4-FFF2-40B4-BE49-F238E27FC236}">
                        <a16:creationId xmlns:a16="http://schemas.microsoft.com/office/drawing/2014/main" id="{EE6F3F69-306D-180B-308E-39859D882515}"/>
                      </a:ext>
                    </a:extLst>
                  </p:cNvPr>
                  <p:cNvSpPr/>
                  <p:nvPr/>
                </p:nvSpPr>
                <p:spPr bwMode="gray">
                  <a:xfrm>
                    <a:off x="12358260" y="3925250"/>
                    <a:ext cx="380876" cy="381077"/>
                  </a:xfrm>
                  <a:prstGeom prst="ellipse">
                    <a:avLst/>
                  </a:prstGeom>
                  <a:solidFill>
                    <a:srgbClr val="5134C1"/>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70" name="Graphic 69" descr="Single gear with solid fill">
                    <a:extLst>
                      <a:ext uri="{FF2B5EF4-FFF2-40B4-BE49-F238E27FC236}">
                        <a16:creationId xmlns:a16="http://schemas.microsoft.com/office/drawing/2014/main" id="{AFCFB33D-FC51-4EAD-A3FB-6DD7B51A781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2369381" y="3936471"/>
                    <a:ext cx="358634" cy="358634"/>
                  </a:xfrm>
                  <a:prstGeom prst="rect">
                    <a:avLst/>
                  </a:prstGeom>
                </p:spPr>
              </p:pic>
            </p:grpSp>
            <p:sp>
              <p:nvSpPr>
                <p:cNvPr id="68" name="TextBox 67">
                  <a:extLst>
                    <a:ext uri="{FF2B5EF4-FFF2-40B4-BE49-F238E27FC236}">
                      <a16:creationId xmlns:a16="http://schemas.microsoft.com/office/drawing/2014/main" id="{0B8C7329-40E3-4509-BCAA-D23584B61223}"/>
                    </a:ext>
                  </a:extLst>
                </p:cNvPr>
                <p:cNvSpPr txBox="1"/>
                <p:nvPr/>
              </p:nvSpPr>
              <p:spPr>
                <a:xfrm>
                  <a:off x="12808264" y="4041859"/>
                  <a:ext cx="650033" cy="295716"/>
                </a:xfrm>
                <a:prstGeom prst="rect">
                  <a:avLst/>
                </a:prstGeom>
                <a:noFill/>
                <a:ln w="28575">
                  <a:noFill/>
                </a:ln>
              </p:spPr>
              <p:txBody>
                <a:bodyPr wrap="square" lIns="0" tIns="0" rIns="0" bIns="0" rtlCol="0">
                  <a:spAutoFit/>
                </a:bodyPr>
                <a:lstStyle/>
                <a:p>
                  <a:pPr marL="0" marR="0" lvl="0" indent="0" algn="l" defTabSz="1088449" rtl="0" eaLnBrk="1" fontAlgn="base" latinLnBrk="0" hangingPunct="1">
                    <a:lnSpc>
                      <a:spcPct val="100000"/>
                    </a:lnSpc>
                    <a:spcBef>
                      <a:spcPct val="50000"/>
                    </a:spcBef>
                    <a:spcAft>
                      <a:spcPct val="0"/>
                    </a:spcAft>
                    <a:buClr>
                      <a:srgbClr val="000000"/>
                    </a:buClr>
                    <a:buSzPct val="100000"/>
                    <a:buFontTx/>
                    <a:buNone/>
                    <a:tabLst/>
                    <a:defRPr/>
                  </a:pPr>
                  <a:r>
                    <a:rPr kumimoji="0" lang="en-US" sz="800" b="0" i="0" u="none" strike="noStrike" kern="0" cap="none" spc="0" normalizeH="0" baseline="0" noProof="0">
                      <a:ln>
                        <a:noFill/>
                      </a:ln>
                      <a:solidFill>
                        <a:srgbClr val="000000">
                          <a:lumMod val="95000"/>
                          <a:lumOff val="5000"/>
                        </a:srgbClr>
                      </a:solidFill>
                      <a:effectLst/>
                      <a:uLnTx/>
                      <a:uFillTx/>
                      <a:latin typeface="72 Brand" panose="020B0504030603020204" pitchFamily="34" charset="0"/>
                      <a:ea typeface="72 Brand" pitchFamily="34" charset="-128"/>
                      <a:cs typeface="72 Brand" pitchFamily="34" charset="-128"/>
                    </a:rPr>
                    <a:t>ERP</a:t>
                  </a:r>
                  <a:br>
                    <a:rPr kumimoji="0" lang="en-US" sz="800" b="0" i="0" u="none" strike="noStrike" kern="0" cap="none" spc="0" normalizeH="0" baseline="0" noProof="0">
                      <a:ln>
                        <a:noFill/>
                      </a:ln>
                      <a:solidFill>
                        <a:srgbClr val="000000">
                          <a:lumMod val="95000"/>
                          <a:lumOff val="5000"/>
                        </a:srgbClr>
                      </a:solidFill>
                      <a:effectLst/>
                      <a:uLnTx/>
                      <a:uFillTx/>
                      <a:latin typeface="72 Brand" panose="020B0504030603020204" pitchFamily="34" charset="0"/>
                      <a:ea typeface="72 Brand" pitchFamily="34" charset="-128"/>
                      <a:cs typeface="72 Brand" pitchFamily="34" charset="-128"/>
                    </a:rPr>
                  </a:br>
                  <a:r>
                    <a:rPr kumimoji="0" lang="en-US" sz="800" b="0" i="0" u="none" strike="noStrike" kern="0" cap="none" spc="0" normalizeH="0" baseline="0" noProof="0">
                      <a:ln>
                        <a:noFill/>
                      </a:ln>
                      <a:solidFill>
                        <a:srgbClr val="000000">
                          <a:lumMod val="95000"/>
                          <a:lumOff val="5000"/>
                        </a:srgbClr>
                      </a:solidFill>
                      <a:effectLst/>
                      <a:uLnTx/>
                      <a:uFillTx/>
                      <a:latin typeface="72 Brand" panose="020B0504030603020204" pitchFamily="34" charset="0"/>
                      <a:ea typeface="72 Brand" pitchFamily="34" charset="-128"/>
                      <a:cs typeface="72 Brand" pitchFamily="34" charset="-128"/>
                    </a:rPr>
                    <a:t>Automation</a:t>
                  </a:r>
                </a:p>
              </p:txBody>
            </p:sp>
          </p:grpSp>
          <p:grpSp>
            <p:nvGrpSpPr>
              <p:cNvPr id="12" name="Group 11">
                <a:extLst>
                  <a:ext uri="{FF2B5EF4-FFF2-40B4-BE49-F238E27FC236}">
                    <a16:creationId xmlns:a16="http://schemas.microsoft.com/office/drawing/2014/main" id="{C4EF4F3B-D9ED-463D-D536-5D00213E3F9E}"/>
                  </a:ext>
                </a:extLst>
              </p:cNvPr>
              <p:cNvGrpSpPr/>
              <p:nvPr/>
            </p:nvGrpSpPr>
            <p:grpSpPr>
              <a:xfrm>
                <a:off x="9220064" y="6380864"/>
                <a:ext cx="1089919" cy="317295"/>
                <a:chOff x="11899878" y="3481908"/>
                <a:chExt cx="1309012" cy="381077"/>
              </a:xfrm>
            </p:grpSpPr>
            <p:grpSp>
              <p:nvGrpSpPr>
                <p:cNvPr id="63" name="Group 62">
                  <a:extLst>
                    <a:ext uri="{FF2B5EF4-FFF2-40B4-BE49-F238E27FC236}">
                      <a16:creationId xmlns:a16="http://schemas.microsoft.com/office/drawing/2014/main" id="{D22DB972-38E4-AE84-0F2D-2D8B118AFF9A}"/>
                    </a:ext>
                  </a:extLst>
                </p:cNvPr>
                <p:cNvGrpSpPr/>
                <p:nvPr/>
              </p:nvGrpSpPr>
              <p:grpSpPr>
                <a:xfrm>
                  <a:off x="11899878" y="3481908"/>
                  <a:ext cx="380877" cy="381077"/>
                  <a:chOff x="11899878" y="3481908"/>
                  <a:chExt cx="380877" cy="381077"/>
                </a:xfrm>
              </p:grpSpPr>
              <p:sp>
                <p:nvSpPr>
                  <p:cNvPr id="65" name="Oval 64">
                    <a:extLst>
                      <a:ext uri="{FF2B5EF4-FFF2-40B4-BE49-F238E27FC236}">
                        <a16:creationId xmlns:a16="http://schemas.microsoft.com/office/drawing/2014/main" id="{FD2C713F-6D23-6A7B-169F-2B87A42A9E03}"/>
                      </a:ext>
                    </a:extLst>
                  </p:cNvPr>
                  <p:cNvSpPr/>
                  <p:nvPr/>
                </p:nvSpPr>
                <p:spPr bwMode="gray">
                  <a:xfrm>
                    <a:off x="11899878" y="3481908"/>
                    <a:ext cx="380877" cy="381077"/>
                  </a:xfrm>
                  <a:prstGeom prst="ellipse">
                    <a:avLst/>
                  </a:prstGeom>
                  <a:solidFill>
                    <a:srgbClr val="5134C1"/>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66" name="Graphic 65" descr="User with solid fill">
                    <a:extLst>
                      <a:ext uri="{FF2B5EF4-FFF2-40B4-BE49-F238E27FC236}">
                        <a16:creationId xmlns:a16="http://schemas.microsoft.com/office/drawing/2014/main" id="{79CCB418-90C5-1BFC-EC9D-B5FA875851B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939289" y="3521415"/>
                    <a:ext cx="302060" cy="302061"/>
                  </a:xfrm>
                  <a:prstGeom prst="rect">
                    <a:avLst/>
                  </a:prstGeom>
                </p:spPr>
              </p:pic>
            </p:grpSp>
            <p:sp>
              <p:nvSpPr>
                <p:cNvPr id="64" name="TextBox 63">
                  <a:extLst>
                    <a:ext uri="{FF2B5EF4-FFF2-40B4-BE49-F238E27FC236}">
                      <a16:creationId xmlns:a16="http://schemas.microsoft.com/office/drawing/2014/main" id="{ADFCD0D0-5114-D2FC-5E8F-23C2CD92FFF5}"/>
                    </a:ext>
                  </a:extLst>
                </p:cNvPr>
                <p:cNvSpPr txBox="1"/>
                <p:nvPr/>
              </p:nvSpPr>
              <p:spPr>
                <a:xfrm>
                  <a:off x="12349888" y="3598517"/>
                  <a:ext cx="859002" cy="147859"/>
                </a:xfrm>
                <a:prstGeom prst="rect">
                  <a:avLst/>
                </a:prstGeom>
                <a:noFill/>
                <a:ln w="28575">
                  <a:noFill/>
                </a:ln>
              </p:spPr>
              <p:txBody>
                <a:bodyPr wrap="square" lIns="0" tIns="0" rIns="0" bIns="0" rtlCol="0">
                  <a:spAutoFit/>
                </a:bodyPr>
                <a:lstStyle/>
                <a:p>
                  <a:pPr marL="0" marR="0" lvl="0" indent="0" algn="l" defTabSz="1088449" rtl="0" eaLnBrk="1" fontAlgn="base" latinLnBrk="0" hangingPunct="1">
                    <a:lnSpc>
                      <a:spcPct val="100000"/>
                    </a:lnSpc>
                    <a:spcBef>
                      <a:spcPct val="50000"/>
                    </a:spcBef>
                    <a:spcAft>
                      <a:spcPct val="0"/>
                    </a:spcAft>
                    <a:buClr>
                      <a:srgbClr val="000000"/>
                    </a:buClr>
                    <a:buSzPct val="100000"/>
                    <a:buFontTx/>
                    <a:buNone/>
                    <a:tabLst/>
                    <a:defRPr/>
                  </a:pPr>
                  <a:r>
                    <a:rPr kumimoji="0" lang="en-US" sz="800" b="0" i="0" u="none" strike="noStrike" kern="0" cap="none" spc="0" normalizeH="0" baseline="0" noProof="0">
                      <a:ln>
                        <a:noFill/>
                      </a:ln>
                      <a:solidFill>
                        <a:srgbClr val="000000">
                          <a:lumMod val="95000"/>
                          <a:lumOff val="5000"/>
                        </a:srgbClr>
                      </a:solidFill>
                      <a:effectLst/>
                      <a:uLnTx/>
                      <a:uFillTx/>
                      <a:latin typeface="72 Brand" panose="020B0504030603020204" pitchFamily="34" charset="0"/>
                      <a:ea typeface="72 Brand" pitchFamily="34" charset="-128"/>
                      <a:cs typeface="72 Brand" pitchFamily="34" charset="-128"/>
                    </a:rPr>
                    <a:t>Manual Activity</a:t>
                  </a:r>
                </a:p>
              </p:txBody>
            </p:sp>
          </p:grpSp>
          <p:grpSp>
            <p:nvGrpSpPr>
              <p:cNvPr id="53" name="Group 52">
                <a:extLst>
                  <a:ext uri="{FF2B5EF4-FFF2-40B4-BE49-F238E27FC236}">
                    <a16:creationId xmlns:a16="http://schemas.microsoft.com/office/drawing/2014/main" id="{C3F266DA-6C8A-1116-9324-727EC48F7DDF}"/>
                  </a:ext>
                </a:extLst>
              </p:cNvPr>
              <p:cNvGrpSpPr/>
              <p:nvPr/>
            </p:nvGrpSpPr>
            <p:grpSpPr>
              <a:xfrm>
                <a:off x="6198869" y="6380864"/>
                <a:ext cx="1572745" cy="317295"/>
                <a:chOff x="12358260" y="2592258"/>
                <a:chExt cx="1888895" cy="381077"/>
              </a:xfrm>
            </p:grpSpPr>
            <p:grpSp>
              <p:nvGrpSpPr>
                <p:cNvPr id="59" name="Group 58">
                  <a:extLst>
                    <a:ext uri="{FF2B5EF4-FFF2-40B4-BE49-F238E27FC236}">
                      <a16:creationId xmlns:a16="http://schemas.microsoft.com/office/drawing/2014/main" id="{303C17F3-BC7F-6F32-AC53-2CA7ACA4CE02}"/>
                    </a:ext>
                  </a:extLst>
                </p:cNvPr>
                <p:cNvGrpSpPr/>
                <p:nvPr/>
              </p:nvGrpSpPr>
              <p:grpSpPr>
                <a:xfrm>
                  <a:off x="12358260" y="2592258"/>
                  <a:ext cx="1888895" cy="381077"/>
                  <a:chOff x="12358260" y="2592258"/>
                  <a:chExt cx="1888895" cy="381077"/>
                </a:xfrm>
              </p:grpSpPr>
              <p:sp>
                <p:nvSpPr>
                  <p:cNvPr id="61" name="TextBox 60">
                    <a:extLst>
                      <a:ext uri="{FF2B5EF4-FFF2-40B4-BE49-F238E27FC236}">
                        <a16:creationId xmlns:a16="http://schemas.microsoft.com/office/drawing/2014/main" id="{F17841BE-3E2D-4D05-63A0-4242D0ABE7AB}"/>
                      </a:ext>
                    </a:extLst>
                  </p:cNvPr>
                  <p:cNvSpPr txBox="1"/>
                  <p:nvPr/>
                </p:nvSpPr>
                <p:spPr>
                  <a:xfrm>
                    <a:off x="12808263" y="2708867"/>
                    <a:ext cx="1438892" cy="147859"/>
                  </a:xfrm>
                  <a:prstGeom prst="rect">
                    <a:avLst/>
                  </a:prstGeom>
                  <a:noFill/>
                  <a:ln w="28575">
                    <a:noFill/>
                  </a:ln>
                </p:spPr>
                <p:txBody>
                  <a:bodyPr wrap="square" lIns="0" tIns="0" rIns="0" bIns="0" rtlCol="0">
                    <a:spAutoFit/>
                  </a:bodyPr>
                  <a:lstStyle/>
                  <a:p>
                    <a:pPr marL="0" marR="0" lvl="0" indent="0" algn="l" defTabSz="1088449" rtl="0" eaLnBrk="1" fontAlgn="base" latinLnBrk="0" hangingPunct="1">
                      <a:lnSpc>
                        <a:spcPct val="100000"/>
                      </a:lnSpc>
                      <a:spcBef>
                        <a:spcPct val="50000"/>
                      </a:spcBef>
                      <a:spcAft>
                        <a:spcPct val="0"/>
                      </a:spcAft>
                      <a:buClr>
                        <a:srgbClr val="000000"/>
                      </a:buClr>
                      <a:buSzPct val="100000"/>
                      <a:buFontTx/>
                      <a:buNone/>
                      <a:tabLst/>
                      <a:defRPr/>
                    </a:pPr>
                    <a:r>
                      <a:rPr kumimoji="0" lang="en-US" sz="800" b="0" i="0" u="none" strike="noStrike" kern="0" cap="none" spc="0" normalizeH="0" baseline="0" noProof="0">
                        <a:ln>
                          <a:noFill/>
                        </a:ln>
                        <a:solidFill>
                          <a:srgbClr val="000000">
                            <a:lumMod val="95000"/>
                            <a:lumOff val="5000"/>
                          </a:srgbClr>
                        </a:solidFill>
                        <a:effectLst/>
                        <a:uLnTx/>
                        <a:uFillTx/>
                        <a:latin typeface="72 Brand" panose="020B0504030603020204" pitchFamily="34" charset="0"/>
                        <a:ea typeface="72 Brand" pitchFamily="34" charset="-128"/>
                        <a:cs typeface="72 Brand" pitchFamily="34" charset="-128"/>
                      </a:rPr>
                      <a:t>Human in the Loop (HITL)</a:t>
                    </a:r>
                  </a:p>
                </p:txBody>
              </p:sp>
              <p:sp>
                <p:nvSpPr>
                  <p:cNvPr id="62" name="Oval 61">
                    <a:extLst>
                      <a:ext uri="{FF2B5EF4-FFF2-40B4-BE49-F238E27FC236}">
                        <a16:creationId xmlns:a16="http://schemas.microsoft.com/office/drawing/2014/main" id="{B51A99A6-7277-890B-A9F7-5D562F9943A6}"/>
                      </a:ext>
                    </a:extLst>
                  </p:cNvPr>
                  <p:cNvSpPr/>
                  <p:nvPr/>
                </p:nvSpPr>
                <p:spPr bwMode="gray">
                  <a:xfrm>
                    <a:off x="12358260" y="2592258"/>
                    <a:ext cx="380876" cy="381077"/>
                  </a:xfrm>
                  <a:prstGeom prst="ellipse">
                    <a:avLst/>
                  </a:prstGeom>
                  <a:solidFill>
                    <a:srgbClr val="0070F2"/>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grpSp>
            <p:pic>
              <p:nvPicPr>
                <p:cNvPr id="60" name="Graphic 41" descr="ID 298876 - person with checkmark at lower right">
                  <a:extLst>
                    <a:ext uri="{FF2B5EF4-FFF2-40B4-BE49-F238E27FC236}">
                      <a16:creationId xmlns:a16="http://schemas.microsoft.com/office/drawing/2014/main" id="{28940239-7194-4FAE-4A62-A36929B6971C}"/>
                    </a:ext>
                  </a:extLst>
                </p:cNvPr>
                <p:cNvPicPr>
                  <a:picLocks noChangeAspect="1"/>
                </p:cNvPicPr>
                <p:nvPr>
                  <p:custDataLst>
                    <p:tags r:id="rId4"/>
                  </p:custDataLst>
                </p:nvPr>
              </p:nvPicPr>
              <p:blipFill>
                <a:blip>
                  <a:extLst>
                    <a:ext uri="{96DAC541-7B7A-43D3-8B79-37D633B846F1}">
                      <asvg:svgBlip xmlns:asvg="http://schemas.microsoft.com/office/drawing/2016/SVG/main" r:embed="rId9"/>
                    </a:ext>
                  </a:extLst>
                </a:blip>
                <a:srcRect/>
                <a:stretch>
                  <a:fillRect/>
                </a:stretch>
              </p:blipFill>
              <p:spPr>
                <a:xfrm>
                  <a:off x="12427720" y="2661817"/>
                  <a:ext cx="241957" cy="241957"/>
                </a:xfrm>
                <a:prstGeom prst="rect">
                  <a:avLst/>
                </a:prstGeom>
              </p:spPr>
            </p:pic>
          </p:grpSp>
          <p:grpSp>
            <p:nvGrpSpPr>
              <p:cNvPr id="54" name="Group 53">
                <a:extLst>
                  <a:ext uri="{FF2B5EF4-FFF2-40B4-BE49-F238E27FC236}">
                    <a16:creationId xmlns:a16="http://schemas.microsoft.com/office/drawing/2014/main" id="{D8A8BCE2-6532-E1A7-BB07-6E2E2E5F01CC}"/>
                  </a:ext>
                </a:extLst>
              </p:cNvPr>
              <p:cNvGrpSpPr/>
              <p:nvPr/>
            </p:nvGrpSpPr>
            <p:grpSpPr>
              <a:xfrm>
                <a:off x="7792318" y="6380864"/>
                <a:ext cx="1407042" cy="317295"/>
                <a:chOff x="12358260" y="3025391"/>
                <a:chExt cx="1689883" cy="381077"/>
              </a:xfrm>
            </p:grpSpPr>
            <p:sp>
              <p:nvSpPr>
                <p:cNvPr id="55" name="TextBox 54">
                  <a:extLst>
                    <a:ext uri="{FF2B5EF4-FFF2-40B4-BE49-F238E27FC236}">
                      <a16:creationId xmlns:a16="http://schemas.microsoft.com/office/drawing/2014/main" id="{040789F3-03F8-9B85-BA69-6F135B634FE8}"/>
                    </a:ext>
                  </a:extLst>
                </p:cNvPr>
                <p:cNvSpPr txBox="1"/>
                <p:nvPr/>
              </p:nvSpPr>
              <p:spPr>
                <a:xfrm>
                  <a:off x="12808263" y="3142000"/>
                  <a:ext cx="1239880" cy="147859"/>
                </a:xfrm>
                <a:prstGeom prst="rect">
                  <a:avLst/>
                </a:prstGeom>
                <a:noFill/>
                <a:ln w="28575">
                  <a:noFill/>
                </a:ln>
              </p:spPr>
              <p:txBody>
                <a:bodyPr wrap="square" lIns="0" tIns="0" rIns="0" bIns="0" rtlCol="0">
                  <a:spAutoFit/>
                </a:bodyPr>
                <a:lstStyle/>
                <a:p>
                  <a:pPr marL="0" marR="0" lvl="0" indent="0" algn="l" defTabSz="1088449" rtl="0" eaLnBrk="1" fontAlgn="base" latinLnBrk="0" hangingPunct="1">
                    <a:lnSpc>
                      <a:spcPct val="100000"/>
                    </a:lnSpc>
                    <a:spcBef>
                      <a:spcPct val="50000"/>
                    </a:spcBef>
                    <a:spcAft>
                      <a:spcPct val="0"/>
                    </a:spcAft>
                    <a:buClr>
                      <a:srgbClr val="000000"/>
                    </a:buClr>
                    <a:buSzPct val="100000"/>
                    <a:buFontTx/>
                    <a:buNone/>
                    <a:tabLst/>
                    <a:defRPr/>
                  </a:pPr>
                  <a:r>
                    <a:rPr kumimoji="0" lang="en-US" sz="800" b="0" i="0" u="none" strike="noStrike" kern="0" cap="none" spc="0" normalizeH="0" baseline="0" noProof="0">
                      <a:ln>
                        <a:noFill/>
                      </a:ln>
                      <a:solidFill>
                        <a:srgbClr val="000000">
                          <a:lumMod val="95000"/>
                          <a:lumOff val="5000"/>
                        </a:srgbClr>
                      </a:solidFill>
                      <a:effectLst/>
                      <a:uLnTx/>
                      <a:uFillTx/>
                      <a:latin typeface="72 Brand" panose="020B0504030603020204" pitchFamily="34" charset="0"/>
                      <a:ea typeface="72 Brand" pitchFamily="34" charset="-128"/>
                      <a:cs typeface="72 Brand" pitchFamily="34" charset="-128"/>
                    </a:rPr>
                    <a:t>Autonomous Process</a:t>
                  </a:r>
                </a:p>
              </p:txBody>
            </p:sp>
            <p:grpSp>
              <p:nvGrpSpPr>
                <p:cNvPr id="56" name="Group 55">
                  <a:extLst>
                    <a:ext uri="{FF2B5EF4-FFF2-40B4-BE49-F238E27FC236}">
                      <a16:creationId xmlns:a16="http://schemas.microsoft.com/office/drawing/2014/main" id="{AD0ACEFA-B576-1ABB-5F01-9E3EFAD3343C}"/>
                    </a:ext>
                  </a:extLst>
                </p:cNvPr>
                <p:cNvGrpSpPr/>
                <p:nvPr/>
              </p:nvGrpSpPr>
              <p:grpSpPr>
                <a:xfrm>
                  <a:off x="12358260" y="3025391"/>
                  <a:ext cx="380876" cy="381077"/>
                  <a:chOff x="12358260" y="2796717"/>
                  <a:chExt cx="380876" cy="381077"/>
                </a:xfrm>
              </p:grpSpPr>
              <p:sp>
                <p:nvSpPr>
                  <p:cNvPr id="57" name="Oval 56">
                    <a:extLst>
                      <a:ext uri="{FF2B5EF4-FFF2-40B4-BE49-F238E27FC236}">
                        <a16:creationId xmlns:a16="http://schemas.microsoft.com/office/drawing/2014/main" id="{81E3AE93-9DD8-2559-2E3B-C0BB7B45F16A}"/>
                      </a:ext>
                    </a:extLst>
                  </p:cNvPr>
                  <p:cNvSpPr/>
                  <p:nvPr/>
                </p:nvSpPr>
                <p:spPr bwMode="gray">
                  <a:xfrm>
                    <a:off x="12358260" y="2796717"/>
                    <a:ext cx="380876" cy="381077"/>
                  </a:xfrm>
                  <a:prstGeom prst="ellipse">
                    <a:avLst/>
                  </a:prstGeom>
                  <a:solidFill>
                    <a:srgbClr val="E4DEFF"/>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58" name="Graphic 43">
                    <a:extLst>
                      <a:ext uri="{FF2B5EF4-FFF2-40B4-BE49-F238E27FC236}">
                        <a16:creationId xmlns:a16="http://schemas.microsoft.com/office/drawing/2014/main" id="{4C2ACBAD-E424-ABC9-1C82-0C9C99C0A0DF}"/>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12419583" y="2858141"/>
                    <a:ext cx="258231" cy="258228"/>
                  </a:xfrm>
                  <a:prstGeom prst="rect">
                    <a:avLst/>
                  </a:prstGeom>
                  <a:effectLst/>
                </p:spPr>
              </p:pic>
            </p:grpSp>
          </p:grpSp>
        </p:grpSp>
      </p:grpSp>
      <p:sp>
        <p:nvSpPr>
          <p:cNvPr id="71" name="Rectangle 70">
            <a:extLst>
              <a:ext uri="{FF2B5EF4-FFF2-40B4-BE49-F238E27FC236}">
                <a16:creationId xmlns:a16="http://schemas.microsoft.com/office/drawing/2014/main" id="{61FA28F8-2985-8E4E-3429-8ABC04A9E94A}"/>
              </a:ext>
            </a:extLst>
          </p:cNvPr>
          <p:cNvSpPr/>
          <p:nvPr/>
        </p:nvSpPr>
        <p:spPr bwMode="gray">
          <a:xfrm>
            <a:off x="555757" y="1186983"/>
            <a:ext cx="11491360" cy="5082929"/>
          </a:xfrm>
          <a:prstGeom prst="rect">
            <a:avLst/>
          </a:prstGeom>
          <a:noFill/>
          <a:ln w="9525" algn="ctr">
            <a:gradFill>
              <a:gsLst>
                <a:gs pos="0">
                  <a:srgbClr val="4B30B3"/>
                </a:gs>
                <a:gs pos="100000">
                  <a:srgbClr val="0070F2">
                    <a:lumMod val="30000"/>
                    <a:lumOff val="70000"/>
                  </a:srgbClr>
                </a:gs>
              </a:gsLst>
              <a:lin ang="5400000" scaled="1"/>
            </a:gradFill>
            <a:prstDash val="dash"/>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grpSp>
        <p:nvGrpSpPr>
          <p:cNvPr id="76" name="Group 75">
            <a:extLst>
              <a:ext uri="{FF2B5EF4-FFF2-40B4-BE49-F238E27FC236}">
                <a16:creationId xmlns:a16="http://schemas.microsoft.com/office/drawing/2014/main" id="{5AC07292-66C0-064C-B6B5-E90A588A8404}"/>
              </a:ext>
            </a:extLst>
          </p:cNvPr>
          <p:cNvGrpSpPr/>
          <p:nvPr/>
        </p:nvGrpSpPr>
        <p:grpSpPr>
          <a:xfrm>
            <a:off x="1089637" y="1363047"/>
            <a:ext cx="1113142" cy="1050950"/>
            <a:chOff x="2654120" y="1389939"/>
            <a:chExt cx="1113142" cy="1050950"/>
          </a:xfrm>
        </p:grpSpPr>
        <p:sp>
          <p:nvSpPr>
            <p:cNvPr id="77" name="Oval 76">
              <a:extLst>
                <a:ext uri="{FF2B5EF4-FFF2-40B4-BE49-F238E27FC236}">
                  <a16:creationId xmlns:a16="http://schemas.microsoft.com/office/drawing/2014/main" id="{A9A17218-216F-E637-4868-15713F586D13}"/>
                </a:ext>
              </a:extLst>
            </p:cNvPr>
            <p:cNvSpPr/>
            <p:nvPr/>
          </p:nvSpPr>
          <p:spPr bwMode="gray">
            <a:xfrm>
              <a:off x="2698050" y="1415606"/>
              <a:ext cx="1025283" cy="1025283"/>
            </a:xfrm>
            <a:prstGeom prst="ellipse">
              <a:avLst/>
            </a:prstGeom>
            <a:solidFill>
              <a:srgbClr val="5134C1"/>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78" name="Graphic 77" descr="User with solid fill">
              <a:extLst>
                <a:ext uri="{FF2B5EF4-FFF2-40B4-BE49-F238E27FC236}">
                  <a16:creationId xmlns:a16="http://schemas.microsoft.com/office/drawing/2014/main" id="{DAFC3CDD-5DAA-16FF-0B96-08DC9303C989}"/>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884203" y="1389939"/>
              <a:ext cx="652976" cy="652976"/>
            </a:xfrm>
            <a:prstGeom prst="rect">
              <a:avLst/>
            </a:prstGeom>
          </p:spPr>
        </p:pic>
        <p:sp>
          <p:nvSpPr>
            <p:cNvPr id="79" name="Rectangle 78">
              <a:extLst>
                <a:ext uri="{FF2B5EF4-FFF2-40B4-BE49-F238E27FC236}">
                  <a16:creationId xmlns:a16="http://schemas.microsoft.com/office/drawing/2014/main" id="{D8C50812-939B-F352-96F2-6207E9D6B51D}"/>
                </a:ext>
              </a:extLst>
            </p:cNvPr>
            <p:cNvSpPr/>
            <p:nvPr/>
          </p:nvSpPr>
          <p:spPr bwMode="gray">
            <a:xfrm>
              <a:off x="2654120" y="1921787"/>
              <a:ext cx="1113142" cy="455060"/>
            </a:xfrm>
            <a:prstGeom prst="rect">
              <a:avLst/>
            </a:prstGeom>
            <a:noFill/>
            <a:ln w="3175" algn="ctr">
              <a:noFill/>
              <a:miter lim="800000"/>
              <a:headEnd/>
              <a:tailEnd/>
            </a:ln>
          </p:spPr>
          <p:txBody>
            <a:bodyPr lIns="0" tIns="0" rIns="0" bIns="0" rtlCol="0" anchor="ctr"/>
            <a:lstStyle/>
            <a:p>
              <a:pPr marL="0" marR="0" lvl="0" indent="0" algn="ctr" defTabSz="914400" rtl="0" eaLnBrk="1" fontAlgn="base" latinLnBrk="0" hangingPunct="1">
                <a:lnSpc>
                  <a:spcPct val="100000"/>
                </a:lnSpc>
                <a:spcBef>
                  <a:spcPts val="0"/>
                </a:spcBef>
                <a:spcAft>
                  <a:spcPct val="0"/>
                </a:spcAft>
                <a:buClr>
                  <a:srgbClr val="F0AB00"/>
                </a:buClr>
                <a:buSzPct val="80000"/>
                <a:buFontTx/>
                <a:buNone/>
                <a:tabLst/>
                <a:defRPr/>
              </a:pPr>
              <a:r>
                <a:rPr kumimoji="0" lang="en-US" sz="900" b="1" i="0" u="none" strike="noStrike" kern="0" cap="none" spc="0" normalizeH="0" baseline="0" noProof="0">
                  <a:ln>
                    <a:noFill/>
                  </a:ln>
                  <a:solidFill>
                    <a:srgbClr val="FFFFFF"/>
                  </a:solidFill>
                  <a:effectLst/>
                  <a:uLnTx/>
                  <a:uFillTx/>
                  <a:latin typeface="72 Brand"/>
                  <a:ea typeface="72 Brand" pitchFamily="34" charset="-128"/>
                  <a:cs typeface="72 Brand" pitchFamily="34" charset="-128"/>
                </a:rPr>
                <a:t>GL</a:t>
              </a:r>
            </a:p>
            <a:p>
              <a:pPr marL="0" marR="0" lvl="0" indent="0" algn="ctr" defTabSz="914400" rtl="0" eaLnBrk="1" fontAlgn="base" latinLnBrk="0" hangingPunct="1">
                <a:lnSpc>
                  <a:spcPct val="100000"/>
                </a:lnSpc>
                <a:spcBef>
                  <a:spcPts val="0"/>
                </a:spcBef>
                <a:spcAft>
                  <a:spcPct val="0"/>
                </a:spcAft>
                <a:buClr>
                  <a:srgbClr val="F0AB00"/>
                </a:buClr>
                <a:buSzPct val="80000"/>
                <a:buFontTx/>
                <a:buNone/>
                <a:tabLst/>
                <a:defRPr/>
              </a:pPr>
              <a:r>
                <a:rPr kumimoji="0" lang="en-US" sz="900" b="1" i="0" u="none" strike="noStrike" kern="0" cap="none" spc="0" normalizeH="0" baseline="0" noProof="0">
                  <a:ln>
                    <a:noFill/>
                  </a:ln>
                  <a:solidFill>
                    <a:srgbClr val="FFFFFF"/>
                  </a:solidFill>
                  <a:effectLst/>
                  <a:uLnTx/>
                  <a:uFillTx/>
                  <a:latin typeface="72 Brand"/>
                  <a:ea typeface="72 Brand" pitchFamily="34" charset="-128"/>
                  <a:cs typeface="72 Brand" pitchFamily="34" charset="-128"/>
                </a:rPr>
                <a:t>Accountant</a:t>
              </a:r>
              <a:endParaRPr kumimoji="0" lang="en-US" sz="1000" b="1" i="0" u="none" strike="noStrike" kern="0" cap="none" spc="0" normalizeH="0" baseline="0" noProof="0">
                <a:ln>
                  <a:noFill/>
                </a:ln>
                <a:solidFill>
                  <a:srgbClr val="FFFFFF"/>
                </a:solidFill>
                <a:effectLst/>
                <a:uLnTx/>
                <a:uFillTx/>
                <a:latin typeface="72 Brand"/>
                <a:ea typeface="72 Brand" pitchFamily="34" charset="-128"/>
                <a:cs typeface="72 Brand" pitchFamily="34" charset="-128"/>
              </a:endParaRPr>
            </a:p>
          </p:txBody>
        </p:sp>
      </p:grpSp>
      <p:grpSp>
        <p:nvGrpSpPr>
          <p:cNvPr id="82" name="Group 81">
            <a:extLst>
              <a:ext uri="{FF2B5EF4-FFF2-40B4-BE49-F238E27FC236}">
                <a16:creationId xmlns:a16="http://schemas.microsoft.com/office/drawing/2014/main" id="{2CDE92B5-32B9-6353-82A9-2B37F7810AB1}"/>
              </a:ext>
            </a:extLst>
          </p:cNvPr>
          <p:cNvGrpSpPr/>
          <p:nvPr/>
        </p:nvGrpSpPr>
        <p:grpSpPr>
          <a:xfrm>
            <a:off x="6404947" y="1249138"/>
            <a:ext cx="1113142" cy="1025283"/>
            <a:chOff x="6296165" y="1603191"/>
            <a:chExt cx="1113142" cy="1025283"/>
          </a:xfrm>
        </p:grpSpPr>
        <p:sp>
          <p:nvSpPr>
            <p:cNvPr id="85" name="Oval 84">
              <a:extLst>
                <a:ext uri="{FF2B5EF4-FFF2-40B4-BE49-F238E27FC236}">
                  <a16:creationId xmlns:a16="http://schemas.microsoft.com/office/drawing/2014/main" id="{BB80B0D0-D1C0-17B3-F8C1-044BFFBE2C1D}"/>
                </a:ext>
              </a:extLst>
            </p:cNvPr>
            <p:cNvSpPr/>
            <p:nvPr/>
          </p:nvSpPr>
          <p:spPr bwMode="gray">
            <a:xfrm>
              <a:off x="6340095" y="1603191"/>
              <a:ext cx="1025283" cy="1025283"/>
            </a:xfrm>
            <a:prstGeom prst="ellipse">
              <a:avLst/>
            </a:prstGeom>
            <a:solidFill>
              <a:srgbClr val="5134C1"/>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86" name="Graphic 85" descr="User with solid fill">
              <a:extLst>
                <a:ext uri="{FF2B5EF4-FFF2-40B4-BE49-F238E27FC236}">
                  <a16:creationId xmlns:a16="http://schemas.microsoft.com/office/drawing/2014/main" id="{161D03FA-1F2D-E425-46A2-F3ADCCC82BDB}"/>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526248" y="1645741"/>
              <a:ext cx="652976" cy="652976"/>
            </a:xfrm>
            <a:prstGeom prst="rect">
              <a:avLst/>
            </a:prstGeom>
          </p:spPr>
        </p:pic>
        <p:sp>
          <p:nvSpPr>
            <p:cNvPr id="87" name="Rectangle 86">
              <a:extLst>
                <a:ext uri="{FF2B5EF4-FFF2-40B4-BE49-F238E27FC236}">
                  <a16:creationId xmlns:a16="http://schemas.microsoft.com/office/drawing/2014/main" id="{94397F74-4E48-E6AE-CCD8-BB993471B92D}"/>
                </a:ext>
              </a:extLst>
            </p:cNvPr>
            <p:cNvSpPr/>
            <p:nvPr/>
          </p:nvSpPr>
          <p:spPr bwMode="gray">
            <a:xfrm>
              <a:off x="6296165" y="2109372"/>
              <a:ext cx="1113142" cy="455060"/>
            </a:xfrm>
            <a:prstGeom prst="rect">
              <a:avLst/>
            </a:prstGeom>
            <a:noFill/>
            <a:ln w="3175" algn="ctr">
              <a:noFill/>
              <a:miter lim="800000"/>
              <a:headEnd/>
              <a:tailEnd/>
            </a:ln>
          </p:spPr>
          <p:txBody>
            <a:bodyPr lIns="0" tIns="0" rIns="0" bIns="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US" sz="900" b="1" i="0" u="none" strike="noStrike" kern="0" cap="none" spc="0" normalizeH="0" baseline="0" noProof="0">
                  <a:ln>
                    <a:noFill/>
                  </a:ln>
                  <a:solidFill>
                    <a:srgbClr val="FFFFFF"/>
                  </a:solidFill>
                  <a:effectLst/>
                  <a:uLnTx/>
                  <a:uFillTx/>
                  <a:latin typeface="72 Brand"/>
                  <a:ea typeface="72 Brand" pitchFamily="34" charset="-128"/>
                  <a:cs typeface="72 Brand" pitchFamily="34" charset="-128"/>
                </a:rPr>
                <a:t>GL</a:t>
              </a:r>
              <a:br>
                <a:rPr kumimoji="0" lang="en-US" sz="900" b="1" i="0" u="none" strike="noStrike" kern="0" cap="none" spc="0" normalizeH="0" baseline="0" noProof="0">
                  <a:ln>
                    <a:noFill/>
                  </a:ln>
                  <a:solidFill>
                    <a:srgbClr val="FFFFFF"/>
                  </a:solidFill>
                  <a:effectLst/>
                  <a:uLnTx/>
                  <a:uFillTx/>
                  <a:latin typeface="72 Brand"/>
                  <a:ea typeface="72 Brand" pitchFamily="34" charset="-128"/>
                  <a:cs typeface="72 Brand" pitchFamily="34" charset="-128"/>
                </a:rPr>
              </a:br>
              <a:r>
                <a:rPr kumimoji="0" lang="en-US" sz="900" b="1" i="0" u="none" strike="noStrike" kern="0" cap="none" spc="0" normalizeH="0" baseline="0" noProof="0">
                  <a:ln>
                    <a:noFill/>
                  </a:ln>
                  <a:solidFill>
                    <a:srgbClr val="FFFFFF"/>
                  </a:solidFill>
                  <a:effectLst/>
                  <a:uLnTx/>
                  <a:uFillTx/>
                  <a:latin typeface="72 Brand"/>
                  <a:ea typeface="72 Brand" pitchFamily="34" charset="-128"/>
                  <a:cs typeface="72 Brand" pitchFamily="34" charset="-128"/>
                </a:rPr>
                <a:t>Accountant</a:t>
              </a:r>
            </a:p>
          </p:txBody>
        </p:sp>
      </p:grpSp>
      <p:grpSp>
        <p:nvGrpSpPr>
          <p:cNvPr id="111" name="Group 110">
            <a:extLst>
              <a:ext uri="{FF2B5EF4-FFF2-40B4-BE49-F238E27FC236}">
                <a16:creationId xmlns:a16="http://schemas.microsoft.com/office/drawing/2014/main" id="{252A89AF-1C92-B26E-8C5D-5C29CDC3FE95}"/>
              </a:ext>
            </a:extLst>
          </p:cNvPr>
          <p:cNvGrpSpPr/>
          <p:nvPr/>
        </p:nvGrpSpPr>
        <p:grpSpPr>
          <a:xfrm>
            <a:off x="8006968" y="2038864"/>
            <a:ext cx="1024128" cy="1024128"/>
            <a:chOff x="8339335" y="2116077"/>
            <a:chExt cx="1024128" cy="1024128"/>
          </a:xfrm>
        </p:grpSpPr>
        <p:grpSp>
          <p:nvGrpSpPr>
            <p:cNvPr id="110" name="Group 109">
              <a:extLst>
                <a:ext uri="{FF2B5EF4-FFF2-40B4-BE49-F238E27FC236}">
                  <a16:creationId xmlns:a16="http://schemas.microsoft.com/office/drawing/2014/main" id="{ADE5473B-9C4C-1671-9B28-E33FF776439D}"/>
                </a:ext>
              </a:extLst>
            </p:cNvPr>
            <p:cNvGrpSpPr/>
            <p:nvPr/>
          </p:nvGrpSpPr>
          <p:grpSpPr>
            <a:xfrm>
              <a:off x="8339335" y="2116077"/>
              <a:ext cx="1024128" cy="1024128"/>
              <a:chOff x="8339335" y="2116077"/>
              <a:chExt cx="1024128" cy="1024128"/>
            </a:xfrm>
          </p:grpSpPr>
          <p:sp>
            <p:nvSpPr>
              <p:cNvPr id="94" name="Oval 93">
                <a:extLst>
                  <a:ext uri="{FF2B5EF4-FFF2-40B4-BE49-F238E27FC236}">
                    <a16:creationId xmlns:a16="http://schemas.microsoft.com/office/drawing/2014/main" id="{A887D5BE-6461-D711-5417-F56CEF7A84EA}"/>
                  </a:ext>
                </a:extLst>
              </p:cNvPr>
              <p:cNvSpPr/>
              <p:nvPr/>
            </p:nvSpPr>
            <p:spPr bwMode="gray">
              <a:xfrm>
                <a:off x="8339335" y="2116077"/>
                <a:ext cx="1024128" cy="1024128"/>
              </a:xfrm>
              <a:prstGeom prst="ellipse">
                <a:avLst/>
              </a:prstGeom>
              <a:solidFill>
                <a:srgbClr val="0070F2"/>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95" name="Graphic 41" descr="ID 298876 - person with checkmark at lower right">
                <a:extLst>
                  <a:ext uri="{FF2B5EF4-FFF2-40B4-BE49-F238E27FC236}">
                    <a16:creationId xmlns:a16="http://schemas.microsoft.com/office/drawing/2014/main" id="{D6704DE7-84DB-7669-0A83-C006032CB042}"/>
                  </a:ext>
                </a:extLst>
              </p:cNvPr>
              <p:cNvPicPr>
                <a:picLocks noChangeAspect="1"/>
              </p:cNvPicPr>
              <p:nvPr>
                <p:custDataLst>
                  <p:tags r:id="rId3"/>
                </p:custDataLst>
              </p:nvPr>
            </p:nvPicPr>
            <p:blipFill>
              <a:blip>
                <a:extLst>
                  <a:ext uri="{96DAC541-7B7A-43D3-8B79-37D633B846F1}">
                    <asvg:svgBlip xmlns:asvg="http://schemas.microsoft.com/office/drawing/2016/SVG/main" r:embed="rId9"/>
                  </a:ext>
                </a:extLst>
              </a:blip>
              <a:srcRect/>
              <a:stretch>
                <a:fillRect/>
              </a:stretch>
            </p:blipFill>
            <p:spPr>
              <a:xfrm>
                <a:off x="8619145" y="2267969"/>
                <a:ext cx="464509" cy="464264"/>
              </a:xfrm>
              <a:prstGeom prst="rect">
                <a:avLst/>
              </a:prstGeom>
            </p:spPr>
          </p:pic>
        </p:grpSp>
        <p:sp>
          <p:nvSpPr>
            <p:cNvPr id="96" name="Rectangle 95">
              <a:extLst>
                <a:ext uri="{FF2B5EF4-FFF2-40B4-BE49-F238E27FC236}">
                  <a16:creationId xmlns:a16="http://schemas.microsoft.com/office/drawing/2014/main" id="{B0FD1893-4E3D-918F-2BD0-DA94FF8D6FAF}"/>
                </a:ext>
              </a:extLst>
            </p:cNvPr>
            <p:cNvSpPr/>
            <p:nvPr/>
          </p:nvSpPr>
          <p:spPr bwMode="gray">
            <a:xfrm>
              <a:off x="8429538" y="2603025"/>
              <a:ext cx="843722" cy="455060"/>
            </a:xfrm>
            <a:prstGeom prst="rect">
              <a:avLst/>
            </a:prstGeom>
            <a:noFill/>
            <a:ln w="3175" algn="ctr">
              <a:noFill/>
              <a:miter lim="800000"/>
              <a:headEnd/>
              <a:tailEnd/>
            </a:ln>
          </p:spPr>
          <p:txBody>
            <a:bodyPr lIns="0" tIns="0" rIns="0" bIns="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US" sz="1100" b="1" i="0" u="none" strike="noStrike" kern="0" cap="none" spc="0" normalizeH="0" baseline="0" noProof="0">
                  <a:ln>
                    <a:noFill/>
                  </a:ln>
                  <a:solidFill>
                    <a:srgbClr val="FFFFFF"/>
                  </a:solidFill>
                  <a:effectLst/>
                  <a:uLnTx/>
                  <a:uFillTx/>
                  <a:latin typeface="72 Brand"/>
                  <a:ea typeface="72 Brand" pitchFamily="34" charset="-128"/>
                  <a:cs typeface="72 Brand" pitchFamily="34" charset="-128"/>
                </a:rPr>
                <a:t>Decide</a:t>
              </a:r>
            </a:p>
          </p:txBody>
        </p:sp>
      </p:grpSp>
      <p:grpSp>
        <p:nvGrpSpPr>
          <p:cNvPr id="106" name="Group 105">
            <a:extLst>
              <a:ext uri="{FF2B5EF4-FFF2-40B4-BE49-F238E27FC236}">
                <a16:creationId xmlns:a16="http://schemas.microsoft.com/office/drawing/2014/main" id="{334A6A83-03A2-C817-6412-0D66F727A140}"/>
              </a:ext>
            </a:extLst>
          </p:cNvPr>
          <p:cNvGrpSpPr/>
          <p:nvPr/>
        </p:nvGrpSpPr>
        <p:grpSpPr>
          <a:xfrm>
            <a:off x="8006968" y="4824365"/>
            <a:ext cx="1024128" cy="1024128"/>
            <a:chOff x="8317487" y="4164344"/>
            <a:chExt cx="1024128" cy="1024128"/>
          </a:xfrm>
        </p:grpSpPr>
        <p:sp>
          <p:nvSpPr>
            <p:cNvPr id="107" name="Oval 106">
              <a:extLst>
                <a:ext uri="{FF2B5EF4-FFF2-40B4-BE49-F238E27FC236}">
                  <a16:creationId xmlns:a16="http://schemas.microsoft.com/office/drawing/2014/main" id="{E6592530-1E8C-C09C-F2C5-3458F285D113}"/>
                </a:ext>
              </a:extLst>
            </p:cNvPr>
            <p:cNvSpPr/>
            <p:nvPr/>
          </p:nvSpPr>
          <p:spPr bwMode="gray">
            <a:xfrm>
              <a:off x="8317487" y="4164344"/>
              <a:ext cx="1024128" cy="1024128"/>
            </a:xfrm>
            <a:prstGeom prst="ellipse">
              <a:avLst/>
            </a:prstGeom>
            <a:solidFill>
              <a:srgbClr val="E4DEFF"/>
            </a:solidFill>
            <a:ln w="635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108" name="Graphic 43">
              <a:extLst>
                <a:ext uri="{FF2B5EF4-FFF2-40B4-BE49-F238E27FC236}">
                  <a16:creationId xmlns:a16="http://schemas.microsoft.com/office/drawing/2014/main" id="{274664C8-CD20-1261-C7A7-CC37A25041ED}"/>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8627387" y="4373491"/>
              <a:ext cx="404328" cy="404323"/>
            </a:xfrm>
            <a:prstGeom prst="rect">
              <a:avLst/>
            </a:prstGeom>
            <a:effectLst/>
          </p:spPr>
        </p:pic>
        <p:sp>
          <p:nvSpPr>
            <p:cNvPr id="109" name="Rectangle 108">
              <a:extLst>
                <a:ext uri="{FF2B5EF4-FFF2-40B4-BE49-F238E27FC236}">
                  <a16:creationId xmlns:a16="http://schemas.microsoft.com/office/drawing/2014/main" id="{5DB1BC5B-7FBA-6891-CE2C-3CB7F09E4C43}"/>
                </a:ext>
              </a:extLst>
            </p:cNvPr>
            <p:cNvSpPr/>
            <p:nvPr/>
          </p:nvSpPr>
          <p:spPr bwMode="gray">
            <a:xfrm>
              <a:off x="8407690" y="4683600"/>
              <a:ext cx="843722" cy="455060"/>
            </a:xfrm>
            <a:prstGeom prst="rect">
              <a:avLst/>
            </a:prstGeom>
            <a:noFill/>
            <a:ln w="3175" algn="ctr">
              <a:noFill/>
              <a:miter lim="800000"/>
              <a:headEnd/>
              <a:tailEnd/>
            </a:ln>
          </p:spPr>
          <p:txBody>
            <a:bodyPr lIns="0" tIns="0" rIns="0" bIns="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US" sz="1100" b="1" i="0" u="none" strike="noStrike" kern="0" cap="none" spc="0" normalizeH="0" baseline="0" noProof="0">
                  <a:ln>
                    <a:noFill/>
                  </a:ln>
                  <a:solidFill>
                    <a:srgbClr val="000000"/>
                  </a:solidFill>
                  <a:effectLst/>
                  <a:uLnTx/>
                  <a:uFillTx/>
                  <a:latin typeface="72 Brand"/>
                  <a:ea typeface="72 Brand" pitchFamily="34" charset="-128"/>
                  <a:cs typeface="72 Brand" pitchFamily="34" charset="-128"/>
                </a:rPr>
                <a:t>Execute</a:t>
              </a:r>
            </a:p>
          </p:txBody>
        </p:sp>
      </p:grpSp>
      <p:grpSp>
        <p:nvGrpSpPr>
          <p:cNvPr id="3" name="Group 2">
            <a:extLst>
              <a:ext uri="{FF2B5EF4-FFF2-40B4-BE49-F238E27FC236}">
                <a16:creationId xmlns:a16="http://schemas.microsoft.com/office/drawing/2014/main" id="{50365AD6-85C9-8926-22C5-FEF0EFB0C6E9}"/>
              </a:ext>
            </a:extLst>
          </p:cNvPr>
          <p:cNvGrpSpPr/>
          <p:nvPr/>
        </p:nvGrpSpPr>
        <p:grpSpPr>
          <a:xfrm>
            <a:off x="1119572" y="3765755"/>
            <a:ext cx="1024128" cy="1024128"/>
            <a:chOff x="8317487" y="4164344"/>
            <a:chExt cx="1024128" cy="1024128"/>
          </a:xfrm>
        </p:grpSpPr>
        <p:sp>
          <p:nvSpPr>
            <p:cNvPr id="24" name="Oval 23">
              <a:extLst>
                <a:ext uri="{FF2B5EF4-FFF2-40B4-BE49-F238E27FC236}">
                  <a16:creationId xmlns:a16="http://schemas.microsoft.com/office/drawing/2014/main" id="{B5026013-C2DB-BFE8-D57D-AFFB2321F9A5}"/>
                </a:ext>
              </a:extLst>
            </p:cNvPr>
            <p:cNvSpPr/>
            <p:nvPr/>
          </p:nvSpPr>
          <p:spPr bwMode="gray">
            <a:xfrm>
              <a:off x="8317487" y="4164344"/>
              <a:ext cx="1024128" cy="1024128"/>
            </a:xfrm>
            <a:prstGeom prst="ellipse">
              <a:avLst/>
            </a:prstGeom>
            <a:solidFill>
              <a:srgbClr val="E4DEFF"/>
            </a:solidFill>
            <a:ln w="635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25" name="Graphic 43">
              <a:extLst>
                <a:ext uri="{FF2B5EF4-FFF2-40B4-BE49-F238E27FC236}">
                  <a16:creationId xmlns:a16="http://schemas.microsoft.com/office/drawing/2014/main" id="{3EB4F3F8-BF65-2021-97AD-A771A3E86827}"/>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8627387" y="4373491"/>
              <a:ext cx="404328" cy="404323"/>
            </a:xfrm>
            <a:prstGeom prst="rect">
              <a:avLst/>
            </a:prstGeom>
            <a:effectLst/>
          </p:spPr>
        </p:pic>
        <p:sp>
          <p:nvSpPr>
            <p:cNvPr id="26" name="Rectangle 25">
              <a:extLst>
                <a:ext uri="{FF2B5EF4-FFF2-40B4-BE49-F238E27FC236}">
                  <a16:creationId xmlns:a16="http://schemas.microsoft.com/office/drawing/2014/main" id="{2A334EDF-FB4E-C7BE-86C4-026491635638}"/>
                </a:ext>
              </a:extLst>
            </p:cNvPr>
            <p:cNvSpPr/>
            <p:nvPr/>
          </p:nvSpPr>
          <p:spPr bwMode="gray">
            <a:xfrm>
              <a:off x="8407690" y="4683600"/>
              <a:ext cx="843722" cy="455060"/>
            </a:xfrm>
            <a:prstGeom prst="rect">
              <a:avLst/>
            </a:prstGeom>
            <a:noFill/>
            <a:ln w="3175" algn="ctr">
              <a:noFill/>
              <a:miter lim="800000"/>
              <a:headEnd/>
              <a:tailEnd/>
            </a:ln>
          </p:spPr>
          <p:txBody>
            <a:bodyPr lIns="0" tIns="0" rIns="0" bIns="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US" sz="1100" b="1" i="0" u="none" strike="noStrike" kern="0" cap="none" spc="0" normalizeH="0" baseline="0" noProof="0">
                  <a:ln>
                    <a:noFill/>
                  </a:ln>
                  <a:solidFill>
                    <a:srgbClr val="000000"/>
                  </a:solidFill>
                  <a:effectLst/>
                  <a:uLnTx/>
                  <a:uFillTx/>
                  <a:latin typeface="72 Brand"/>
                  <a:ea typeface="72 Brand" pitchFamily="34" charset="-128"/>
                  <a:cs typeface="72 Brand" pitchFamily="34" charset="-128"/>
                </a:rPr>
                <a:t>Execute</a:t>
              </a:r>
            </a:p>
          </p:txBody>
        </p:sp>
      </p:grpSp>
      <p:grpSp>
        <p:nvGrpSpPr>
          <p:cNvPr id="28" name="Group 27">
            <a:extLst>
              <a:ext uri="{FF2B5EF4-FFF2-40B4-BE49-F238E27FC236}">
                <a16:creationId xmlns:a16="http://schemas.microsoft.com/office/drawing/2014/main" id="{C3162673-C31C-F7E5-7AFF-CE536A752C55}"/>
              </a:ext>
            </a:extLst>
          </p:cNvPr>
          <p:cNvGrpSpPr/>
          <p:nvPr/>
        </p:nvGrpSpPr>
        <p:grpSpPr>
          <a:xfrm>
            <a:off x="9663877" y="1260864"/>
            <a:ext cx="1113142" cy="1050950"/>
            <a:chOff x="2654120" y="1389939"/>
            <a:chExt cx="1113142" cy="1050950"/>
          </a:xfrm>
        </p:grpSpPr>
        <p:sp>
          <p:nvSpPr>
            <p:cNvPr id="29" name="Oval 28">
              <a:extLst>
                <a:ext uri="{FF2B5EF4-FFF2-40B4-BE49-F238E27FC236}">
                  <a16:creationId xmlns:a16="http://schemas.microsoft.com/office/drawing/2014/main" id="{E19F43E0-D4F2-203F-D399-F690BD052400}"/>
                </a:ext>
              </a:extLst>
            </p:cNvPr>
            <p:cNvSpPr/>
            <p:nvPr/>
          </p:nvSpPr>
          <p:spPr bwMode="gray">
            <a:xfrm>
              <a:off x="2698050" y="1415606"/>
              <a:ext cx="1025283" cy="1025283"/>
            </a:xfrm>
            <a:prstGeom prst="ellipse">
              <a:avLst/>
            </a:prstGeom>
            <a:solidFill>
              <a:srgbClr val="5134C1"/>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51" name="Graphic 50" descr="User with solid fill">
              <a:extLst>
                <a:ext uri="{FF2B5EF4-FFF2-40B4-BE49-F238E27FC236}">
                  <a16:creationId xmlns:a16="http://schemas.microsoft.com/office/drawing/2014/main" id="{001FEF72-A36A-FED7-B7FA-EAAFABEE303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884203" y="1389939"/>
              <a:ext cx="652976" cy="652976"/>
            </a:xfrm>
            <a:prstGeom prst="rect">
              <a:avLst/>
            </a:prstGeom>
          </p:spPr>
        </p:pic>
        <p:sp>
          <p:nvSpPr>
            <p:cNvPr id="52" name="Rectangle 51">
              <a:extLst>
                <a:ext uri="{FF2B5EF4-FFF2-40B4-BE49-F238E27FC236}">
                  <a16:creationId xmlns:a16="http://schemas.microsoft.com/office/drawing/2014/main" id="{F52BD79A-B224-CD7F-BDD0-91B181D4451F}"/>
                </a:ext>
              </a:extLst>
            </p:cNvPr>
            <p:cNvSpPr/>
            <p:nvPr/>
          </p:nvSpPr>
          <p:spPr bwMode="gray">
            <a:xfrm>
              <a:off x="2654120" y="1921787"/>
              <a:ext cx="1113142" cy="455060"/>
            </a:xfrm>
            <a:prstGeom prst="rect">
              <a:avLst/>
            </a:prstGeom>
            <a:noFill/>
            <a:ln w="3175" algn="ctr">
              <a:noFill/>
              <a:miter lim="800000"/>
              <a:headEnd/>
              <a:tailEnd/>
            </a:ln>
          </p:spPr>
          <p:txBody>
            <a:bodyPr lIns="0" tIns="0" rIns="0" bIns="0" rtlCol="0" anchor="ctr"/>
            <a:lstStyle/>
            <a:p>
              <a:pPr marL="0" marR="0" lvl="0" indent="0" algn="ctr" defTabSz="914400" rtl="0" eaLnBrk="1" fontAlgn="base" latinLnBrk="0" hangingPunct="1">
                <a:lnSpc>
                  <a:spcPct val="100000"/>
                </a:lnSpc>
                <a:spcBef>
                  <a:spcPts val="0"/>
                </a:spcBef>
                <a:spcAft>
                  <a:spcPct val="0"/>
                </a:spcAft>
                <a:buClr>
                  <a:srgbClr val="F0AB00"/>
                </a:buClr>
                <a:buSzPct val="80000"/>
                <a:buFontTx/>
                <a:buNone/>
                <a:tabLst/>
                <a:defRPr/>
              </a:pPr>
              <a:r>
                <a:rPr kumimoji="0" lang="en-US" sz="900" b="1" i="0" u="none" strike="noStrike" kern="0" cap="none" spc="0" normalizeH="0" baseline="0" noProof="0">
                  <a:ln>
                    <a:noFill/>
                  </a:ln>
                  <a:solidFill>
                    <a:srgbClr val="FFFFFF"/>
                  </a:solidFill>
                  <a:effectLst/>
                  <a:uLnTx/>
                  <a:uFillTx/>
                  <a:latin typeface="72 Brand"/>
                  <a:ea typeface="72 Brand" pitchFamily="34" charset="-128"/>
                  <a:cs typeface="72 Brand" pitchFamily="34" charset="-128"/>
                </a:rPr>
                <a:t>GL</a:t>
              </a:r>
            </a:p>
            <a:p>
              <a:pPr marL="0" marR="0" lvl="0" indent="0" algn="ctr" defTabSz="914400" rtl="0" eaLnBrk="1" fontAlgn="base" latinLnBrk="0" hangingPunct="1">
                <a:lnSpc>
                  <a:spcPct val="100000"/>
                </a:lnSpc>
                <a:spcBef>
                  <a:spcPts val="0"/>
                </a:spcBef>
                <a:spcAft>
                  <a:spcPct val="0"/>
                </a:spcAft>
                <a:buClr>
                  <a:srgbClr val="F0AB00"/>
                </a:buClr>
                <a:buSzPct val="80000"/>
                <a:buFontTx/>
                <a:buNone/>
                <a:tabLst/>
                <a:defRPr/>
              </a:pPr>
              <a:r>
                <a:rPr kumimoji="0" lang="en-US" sz="900" b="1" i="0" u="none" strike="noStrike" kern="0" cap="none" spc="0" normalizeH="0" baseline="0" noProof="0">
                  <a:ln>
                    <a:noFill/>
                  </a:ln>
                  <a:solidFill>
                    <a:srgbClr val="FFFFFF"/>
                  </a:solidFill>
                  <a:effectLst/>
                  <a:uLnTx/>
                  <a:uFillTx/>
                  <a:latin typeface="72 Brand"/>
                  <a:ea typeface="72 Brand" pitchFamily="34" charset="-128"/>
                  <a:cs typeface="72 Brand" pitchFamily="34" charset="-128"/>
                </a:rPr>
                <a:t>Accountant</a:t>
              </a:r>
              <a:endParaRPr kumimoji="0" lang="en-US" sz="1000" b="1" i="0" u="none" strike="noStrike" kern="0" cap="none" spc="0" normalizeH="0" baseline="0" noProof="0">
                <a:ln>
                  <a:noFill/>
                </a:ln>
                <a:solidFill>
                  <a:srgbClr val="FFFFFF"/>
                </a:solidFill>
                <a:effectLst/>
                <a:uLnTx/>
                <a:uFillTx/>
                <a:latin typeface="72 Brand"/>
                <a:ea typeface="72 Brand" pitchFamily="34" charset="-128"/>
                <a:cs typeface="72 Brand" pitchFamily="34" charset="-128"/>
              </a:endParaRPr>
            </a:p>
          </p:txBody>
        </p:sp>
      </p:grpSp>
      <p:grpSp>
        <p:nvGrpSpPr>
          <p:cNvPr id="83" name="Group 82">
            <a:extLst>
              <a:ext uri="{FF2B5EF4-FFF2-40B4-BE49-F238E27FC236}">
                <a16:creationId xmlns:a16="http://schemas.microsoft.com/office/drawing/2014/main" id="{24EF167F-F786-B6A8-91E7-3BC2D9B73C9B}"/>
              </a:ext>
            </a:extLst>
          </p:cNvPr>
          <p:cNvGrpSpPr/>
          <p:nvPr/>
        </p:nvGrpSpPr>
        <p:grpSpPr>
          <a:xfrm>
            <a:off x="6353333" y="3118855"/>
            <a:ext cx="1024128" cy="1024128"/>
            <a:chOff x="8317487" y="4164344"/>
            <a:chExt cx="1024128" cy="1024128"/>
          </a:xfrm>
        </p:grpSpPr>
        <p:sp>
          <p:nvSpPr>
            <p:cNvPr id="84" name="Oval 83">
              <a:extLst>
                <a:ext uri="{FF2B5EF4-FFF2-40B4-BE49-F238E27FC236}">
                  <a16:creationId xmlns:a16="http://schemas.microsoft.com/office/drawing/2014/main" id="{6F3797DD-5F3D-6E81-55DF-4F36A29D1C02}"/>
                </a:ext>
              </a:extLst>
            </p:cNvPr>
            <p:cNvSpPr/>
            <p:nvPr/>
          </p:nvSpPr>
          <p:spPr bwMode="gray">
            <a:xfrm>
              <a:off x="8317487" y="4164344"/>
              <a:ext cx="1024128" cy="1024128"/>
            </a:xfrm>
            <a:prstGeom prst="ellipse">
              <a:avLst/>
            </a:prstGeom>
            <a:solidFill>
              <a:srgbClr val="E4DEFF"/>
            </a:solidFill>
            <a:ln w="635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88" name="Graphic 43">
              <a:extLst>
                <a:ext uri="{FF2B5EF4-FFF2-40B4-BE49-F238E27FC236}">
                  <a16:creationId xmlns:a16="http://schemas.microsoft.com/office/drawing/2014/main" id="{1CE56243-72A5-A523-AB2F-BA075B282930}"/>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8627387" y="4373491"/>
              <a:ext cx="404328" cy="404323"/>
            </a:xfrm>
            <a:prstGeom prst="rect">
              <a:avLst/>
            </a:prstGeom>
            <a:effectLst/>
          </p:spPr>
        </p:pic>
        <p:sp>
          <p:nvSpPr>
            <p:cNvPr id="89" name="Rectangle 88">
              <a:extLst>
                <a:ext uri="{FF2B5EF4-FFF2-40B4-BE49-F238E27FC236}">
                  <a16:creationId xmlns:a16="http://schemas.microsoft.com/office/drawing/2014/main" id="{7A5F2BFA-9BB7-9622-5105-7579EB804DE5}"/>
                </a:ext>
              </a:extLst>
            </p:cNvPr>
            <p:cNvSpPr/>
            <p:nvPr/>
          </p:nvSpPr>
          <p:spPr bwMode="gray">
            <a:xfrm>
              <a:off x="8407690" y="4683600"/>
              <a:ext cx="843722" cy="455060"/>
            </a:xfrm>
            <a:prstGeom prst="rect">
              <a:avLst/>
            </a:prstGeom>
            <a:noFill/>
            <a:ln w="3175" algn="ctr">
              <a:noFill/>
              <a:miter lim="800000"/>
              <a:headEnd/>
              <a:tailEnd/>
            </a:ln>
          </p:spPr>
          <p:txBody>
            <a:bodyPr lIns="0" tIns="0" rIns="0" bIns="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US" sz="1100" b="1" i="0" u="none" strike="noStrike" kern="0" cap="none" spc="0" normalizeH="0" baseline="0" noProof="0">
                  <a:ln>
                    <a:noFill/>
                  </a:ln>
                  <a:solidFill>
                    <a:srgbClr val="000000"/>
                  </a:solidFill>
                  <a:effectLst/>
                  <a:uLnTx/>
                  <a:uFillTx/>
                  <a:latin typeface="72 Brand"/>
                  <a:ea typeface="72 Brand" pitchFamily="34" charset="-128"/>
                  <a:cs typeface="72 Brand" pitchFamily="34" charset="-128"/>
                </a:rPr>
                <a:t>Execute</a:t>
              </a:r>
            </a:p>
          </p:txBody>
        </p:sp>
      </p:grpSp>
      <p:grpSp>
        <p:nvGrpSpPr>
          <p:cNvPr id="90" name="Group 89">
            <a:extLst>
              <a:ext uri="{FF2B5EF4-FFF2-40B4-BE49-F238E27FC236}">
                <a16:creationId xmlns:a16="http://schemas.microsoft.com/office/drawing/2014/main" id="{ACE589AF-03FD-1BC4-DFFC-11C58AA0410B}"/>
              </a:ext>
            </a:extLst>
          </p:cNvPr>
          <p:cNvGrpSpPr>
            <a:grpSpLocks noChangeAspect="1"/>
          </p:cNvGrpSpPr>
          <p:nvPr/>
        </p:nvGrpSpPr>
        <p:grpSpPr>
          <a:xfrm>
            <a:off x="9472313" y="5224889"/>
            <a:ext cx="913918" cy="914400"/>
            <a:chOff x="12358260" y="3925250"/>
            <a:chExt cx="380876" cy="381077"/>
          </a:xfrm>
        </p:grpSpPr>
        <p:sp>
          <p:nvSpPr>
            <p:cNvPr id="91" name="Oval 90">
              <a:extLst>
                <a:ext uri="{FF2B5EF4-FFF2-40B4-BE49-F238E27FC236}">
                  <a16:creationId xmlns:a16="http://schemas.microsoft.com/office/drawing/2014/main" id="{F7F75181-68E1-7437-D726-04E725589869}"/>
                </a:ext>
              </a:extLst>
            </p:cNvPr>
            <p:cNvSpPr/>
            <p:nvPr/>
          </p:nvSpPr>
          <p:spPr bwMode="gray">
            <a:xfrm>
              <a:off x="12358260" y="3925250"/>
              <a:ext cx="380876" cy="381077"/>
            </a:xfrm>
            <a:prstGeom prst="ellipse">
              <a:avLst/>
            </a:prstGeom>
            <a:solidFill>
              <a:srgbClr val="5134C1"/>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92" name="Graphic 91" descr="Single gear with solid fill">
              <a:extLst>
                <a:ext uri="{FF2B5EF4-FFF2-40B4-BE49-F238E27FC236}">
                  <a16:creationId xmlns:a16="http://schemas.microsoft.com/office/drawing/2014/main" id="{BFA9A0A8-5A16-EDA6-E6D5-F1EF0276E83B}"/>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2369381" y="3936471"/>
              <a:ext cx="358634" cy="358634"/>
            </a:xfrm>
            <a:prstGeom prst="rect">
              <a:avLst/>
            </a:prstGeom>
          </p:spPr>
        </p:pic>
      </p:grpSp>
      <p:grpSp>
        <p:nvGrpSpPr>
          <p:cNvPr id="9" name="Group 8">
            <a:extLst>
              <a:ext uri="{FF2B5EF4-FFF2-40B4-BE49-F238E27FC236}">
                <a16:creationId xmlns:a16="http://schemas.microsoft.com/office/drawing/2014/main" id="{B911F52E-8E37-9DF0-875E-89C003751E7E}"/>
              </a:ext>
            </a:extLst>
          </p:cNvPr>
          <p:cNvGrpSpPr/>
          <p:nvPr/>
        </p:nvGrpSpPr>
        <p:grpSpPr>
          <a:xfrm>
            <a:off x="3868744" y="2318699"/>
            <a:ext cx="1024128" cy="1024128"/>
            <a:chOff x="8317487" y="4164344"/>
            <a:chExt cx="1024128" cy="1024128"/>
          </a:xfrm>
        </p:grpSpPr>
        <p:sp>
          <p:nvSpPr>
            <p:cNvPr id="10" name="Oval 9">
              <a:extLst>
                <a:ext uri="{FF2B5EF4-FFF2-40B4-BE49-F238E27FC236}">
                  <a16:creationId xmlns:a16="http://schemas.microsoft.com/office/drawing/2014/main" id="{71329C63-5A2C-3D34-C2B0-EB145E92181C}"/>
                </a:ext>
              </a:extLst>
            </p:cNvPr>
            <p:cNvSpPr/>
            <p:nvPr/>
          </p:nvSpPr>
          <p:spPr bwMode="gray">
            <a:xfrm>
              <a:off x="8317487" y="4164344"/>
              <a:ext cx="1024128" cy="1024128"/>
            </a:xfrm>
            <a:prstGeom prst="ellipse">
              <a:avLst/>
            </a:prstGeom>
            <a:solidFill>
              <a:srgbClr val="E4DEFF"/>
            </a:solidFill>
            <a:ln w="635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27" name="Graphic 43">
              <a:extLst>
                <a:ext uri="{FF2B5EF4-FFF2-40B4-BE49-F238E27FC236}">
                  <a16:creationId xmlns:a16="http://schemas.microsoft.com/office/drawing/2014/main" id="{3A7BF88F-6C32-AEED-9564-91ABEA308D1E}"/>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8627387" y="4373491"/>
              <a:ext cx="404328" cy="404323"/>
            </a:xfrm>
            <a:prstGeom prst="rect">
              <a:avLst/>
            </a:prstGeom>
            <a:effectLst/>
          </p:spPr>
        </p:pic>
        <p:sp>
          <p:nvSpPr>
            <p:cNvPr id="39" name="Rectangle 38">
              <a:extLst>
                <a:ext uri="{FF2B5EF4-FFF2-40B4-BE49-F238E27FC236}">
                  <a16:creationId xmlns:a16="http://schemas.microsoft.com/office/drawing/2014/main" id="{8B597D0E-96D8-6936-F7ED-34DAF669C6A2}"/>
                </a:ext>
              </a:extLst>
            </p:cNvPr>
            <p:cNvSpPr/>
            <p:nvPr/>
          </p:nvSpPr>
          <p:spPr bwMode="gray">
            <a:xfrm>
              <a:off x="8407690" y="4683600"/>
              <a:ext cx="843722" cy="455060"/>
            </a:xfrm>
            <a:prstGeom prst="rect">
              <a:avLst/>
            </a:prstGeom>
            <a:noFill/>
            <a:ln w="3175" algn="ctr">
              <a:noFill/>
              <a:miter lim="800000"/>
              <a:headEnd/>
              <a:tailEnd/>
            </a:ln>
          </p:spPr>
          <p:txBody>
            <a:bodyPr lIns="0" tIns="0" rIns="0" bIns="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US" sz="1100" b="1" i="0" u="none" strike="noStrike" kern="0" cap="none" spc="0" normalizeH="0" baseline="0" noProof="0">
                  <a:ln>
                    <a:noFill/>
                  </a:ln>
                  <a:solidFill>
                    <a:srgbClr val="000000"/>
                  </a:solidFill>
                  <a:effectLst/>
                  <a:uLnTx/>
                  <a:uFillTx/>
                  <a:latin typeface="72 Brand"/>
                  <a:ea typeface="72 Brand" pitchFamily="34" charset="-128"/>
                  <a:cs typeface="72 Brand" pitchFamily="34" charset="-128"/>
                </a:rPr>
                <a:t>Execute</a:t>
              </a:r>
            </a:p>
          </p:txBody>
        </p:sp>
      </p:grpSp>
      <p:grpSp>
        <p:nvGrpSpPr>
          <p:cNvPr id="40" name="Group 39">
            <a:extLst>
              <a:ext uri="{FF2B5EF4-FFF2-40B4-BE49-F238E27FC236}">
                <a16:creationId xmlns:a16="http://schemas.microsoft.com/office/drawing/2014/main" id="{145798D6-101E-7959-815E-6F2085FC9170}"/>
              </a:ext>
            </a:extLst>
          </p:cNvPr>
          <p:cNvGrpSpPr/>
          <p:nvPr/>
        </p:nvGrpSpPr>
        <p:grpSpPr>
          <a:xfrm>
            <a:off x="6210933" y="5137385"/>
            <a:ext cx="1024128" cy="1024128"/>
            <a:chOff x="8317487" y="4164344"/>
            <a:chExt cx="1024128" cy="1024128"/>
          </a:xfrm>
        </p:grpSpPr>
        <p:sp>
          <p:nvSpPr>
            <p:cNvPr id="41" name="Oval 40">
              <a:extLst>
                <a:ext uri="{FF2B5EF4-FFF2-40B4-BE49-F238E27FC236}">
                  <a16:creationId xmlns:a16="http://schemas.microsoft.com/office/drawing/2014/main" id="{E84AB81F-3249-FD1D-2087-A135FA789954}"/>
                </a:ext>
              </a:extLst>
            </p:cNvPr>
            <p:cNvSpPr/>
            <p:nvPr/>
          </p:nvSpPr>
          <p:spPr bwMode="gray">
            <a:xfrm>
              <a:off x="8317487" y="4164344"/>
              <a:ext cx="1024128" cy="1024128"/>
            </a:xfrm>
            <a:prstGeom prst="ellipse">
              <a:avLst/>
            </a:prstGeom>
            <a:solidFill>
              <a:srgbClr val="E4DEFF"/>
            </a:solidFill>
            <a:ln w="635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42" name="Graphic 43">
              <a:extLst>
                <a:ext uri="{FF2B5EF4-FFF2-40B4-BE49-F238E27FC236}">
                  <a16:creationId xmlns:a16="http://schemas.microsoft.com/office/drawing/2014/main" id="{8A24E842-47E9-B4FC-B8E9-72728FC64E98}"/>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8627387" y="4373491"/>
              <a:ext cx="404328" cy="404323"/>
            </a:xfrm>
            <a:prstGeom prst="rect">
              <a:avLst/>
            </a:prstGeom>
            <a:effectLst/>
          </p:spPr>
        </p:pic>
        <p:sp>
          <p:nvSpPr>
            <p:cNvPr id="43" name="Rectangle 42">
              <a:extLst>
                <a:ext uri="{FF2B5EF4-FFF2-40B4-BE49-F238E27FC236}">
                  <a16:creationId xmlns:a16="http://schemas.microsoft.com/office/drawing/2014/main" id="{B71E676D-5A93-C18E-6236-2860E971D808}"/>
                </a:ext>
              </a:extLst>
            </p:cNvPr>
            <p:cNvSpPr/>
            <p:nvPr/>
          </p:nvSpPr>
          <p:spPr bwMode="gray">
            <a:xfrm>
              <a:off x="8407690" y="4683600"/>
              <a:ext cx="843722" cy="455060"/>
            </a:xfrm>
            <a:prstGeom prst="rect">
              <a:avLst/>
            </a:prstGeom>
            <a:noFill/>
            <a:ln w="3175" algn="ctr">
              <a:noFill/>
              <a:miter lim="800000"/>
              <a:headEnd/>
              <a:tailEnd/>
            </a:ln>
          </p:spPr>
          <p:txBody>
            <a:bodyPr lIns="0" tIns="0" rIns="0" bIns="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US" sz="1100" b="1" i="0" u="none" strike="noStrike" kern="0" cap="none" spc="0" normalizeH="0" baseline="0" noProof="0">
                  <a:ln>
                    <a:noFill/>
                  </a:ln>
                  <a:solidFill>
                    <a:srgbClr val="000000"/>
                  </a:solidFill>
                  <a:effectLst/>
                  <a:uLnTx/>
                  <a:uFillTx/>
                  <a:latin typeface="72 Brand"/>
                  <a:ea typeface="72 Brand" pitchFamily="34" charset="-128"/>
                  <a:cs typeface="72 Brand" pitchFamily="34" charset="-128"/>
                </a:rPr>
                <a:t>Execute</a:t>
              </a:r>
            </a:p>
          </p:txBody>
        </p:sp>
      </p:grpSp>
      <p:sp>
        <p:nvSpPr>
          <p:cNvPr id="44" name="Rounded Rectangle 56">
            <a:extLst>
              <a:ext uri="{FF2B5EF4-FFF2-40B4-BE49-F238E27FC236}">
                <a16:creationId xmlns:a16="http://schemas.microsoft.com/office/drawing/2014/main" id="{DE3B1941-1BEF-2C7D-D648-9590872B8ED7}"/>
              </a:ext>
            </a:extLst>
          </p:cNvPr>
          <p:cNvSpPr>
            <a:spLocks noChangeAspect="1"/>
          </p:cNvSpPr>
          <p:nvPr/>
        </p:nvSpPr>
        <p:spPr>
          <a:xfrm>
            <a:off x="10731989" y="1"/>
            <a:ext cx="1461599" cy="317029"/>
          </a:xfrm>
          <a:prstGeom prst="roundRect">
            <a:avLst>
              <a:gd name="adj" fmla="val 0"/>
            </a:avLst>
          </a:prstGeom>
          <a:gradFill flip="none" rotWithShape="1">
            <a:gsLst>
              <a:gs pos="0">
                <a:srgbClr val="8D77F9"/>
              </a:gs>
              <a:gs pos="100000">
                <a:srgbClr val="5D36FF"/>
              </a:gs>
            </a:gsLst>
            <a:lin ang="2700000" scaled="1"/>
            <a:tileRect/>
          </a:gradFill>
          <a:ln w="28575" algn="ctr">
            <a:noFill/>
            <a:miter lim="800000"/>
            <a:headEnd/>
            <a:tailEnd/>
          </a:ln>
        </p:spPr>
        <p:txBody>
          <a:bodyPr lIns="90000" tIns="72000" rIns="90000" bIns="7200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E9ECEE"/>
                </a:solidFill>
                <a:effectLst/>
                <a:uLnTx/>
                <a:uFillTx/>
                <a:latin typeface="72 Brand Medium" panose="020B0504030603020204" pitchFamily="34" charset="0"/>
                <a:ea typeface="+mn-ea"/>
                <a:cs typeface="+mn-cs"/>
              </a:rPr>
              <a:t>Labs Preview</a:t>
            </a:r>
          </a:p>
        </p:txBody>
      </p:sp>
      <p:sp>
        <p:nvSpPr>
          <p:cNvPr id="45" name="Rounded Rectangle 56">
            <a:extLst>
              <a:ext uri="{FF2B5EF4-FFF2-40B4-BE49-F238E27FC236}">
                <a16:creationId xmlns:a16="http://schemas.microsoft.com/office/drawing/2014/main" id="{9E3C4B18-14DC-FAE2-8974-D36FD282E360}"/>
              </a:ext>
            </a:extLst>
          </p:cNvPr>
          <p:cNvSpPr>
            <a:spLocks noChangeAspect="1"/>
          </p:cNvSpPr>
          <p:nvPr/>
        </p:nvSpPr>
        <p:spPr>
          <a:xfrm>
            <a:off x="10733576" y="342128"/>
            <a:ext cx="1461599" cy="317029"/>
          </a:xfrm>
          <a:prstGeom prst="roundRect">
            <a:avLst>
              <a:gd name="adj" fmla="val 0"/>
            </a:avLst>
          </a:prstGeom>
          <a:solidFill>
            <a:srgbClr val="1B90FF"/>
          </a:solidFill>
          <a:ln w="28575" algn="ctr">
            <a:noFill/>
            <a:miter lim="800000"/>
            <a:headEnd/>
            <a:tailEnd/>
          </a:ln>
        </p:spPr>
        <p:txBody>
          <a:bodyPr lIns="90000" tIns="72000" rIns="90000" bIns="7200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E9ECEE"/>
                </a:solidFill>
                <a:effectLst/>
                <a:uLnTx/>
                <a:uFillTx/>
                <a:latin typeface="72 Brand Medium" panose="020B0504030603020204" pitchFamily="34" charset="0"/>
                <a:ea typeface="+mn-ea"/>
                <a:cs typeface="+mn-cs"/>
              </a:rPr>
              <a:t>Public Cloud</a:t>
            </a:r>
          </a:p>
        </p:txBody>
      </p:sp>
      <p:pic>
        <p:nvPicPr>
          <p:cNvPr id="46" name="Group 54" descr="ID 299527 - filled rhombus">
            <a:extLst>
              <a:ext uri="{FF2B5EF4-FFF2-40B4-BE49-F238E27FC236}">
                <a16:creationId xmlns:a16="http://schemas.microsoft.com/office/drawing/2014/main" id="{B90441E5-44AF-B805-E9F0-6040FBF51714}"/>
              </a:ext>
            </a:extLst>
          </p:cNvPr>
          <p:cNvPicPr>
            <a:picLocks noChangeAspect="1"/>
          </p:cNvPicPr>
          <p:nvPr>
            <p:custDataLst>
              <p:tags r:id="rId1"/>
            </p:custDataLst>
          </p:nvPr>
        </p:nvPicPr>
        <p:blipFill>
          <a:blip>
            <a:extLst>
              <a:ext uri="{96DAC541-7B7A-43D3-8B79-37D633B846F1}">
                <asvg:svgBlip xmlns:asvg="http://schemas.microsoft.com/office/drawing/2016/SVG/main" r:embed="rId13"/>
              </a:ext>
            </a:extLst>
          </a:blip>
          <a:srcRect t="2794" b="2794"/>
          <a:stretch>
            <a:fillRect/>
          </a:stretch>
        </p:blipFill>
        <p:spPr>
          <a:xfrm>
            <a:off x="3700647" y="6421551"/>
            <a:ext cx="182880" cy="172663"/>
          </a:xfrm>
          <a:prstGeom prst="rect">
            <a:avLst/>
          </a:prstGeom>
        </p:spPr>
      </p:pic>
      <p:sp>
        <p:nvSpPr>
          <p:cNvPr id="47" name="TextBox 46">
            <a:extLst>
              <a:ext uri="{FF2B5EF4-FFF2-40B4-BE49-F238E27FC236}">
                <a16:creationId xmlns:a16="http://schemas.microsoft.com/office/drawing/2014/main" id="{0F82A1E6-5E51-ABDF-1236-4171430459DE}"/>
              </a:ext>
            </a:extLst>
          </p:cNvPr>
          <p:cNvSpPr txBox="1"/>
          <p:nvPr/>
        </p:nvSpPr>
        <p:spPr>
          <a:xfrm>
            <a:off x="3878254" y="6326097"/>
            <a:ext cx="2043146" cy="461665"/>
          </a:xfrm>
          <a:prstGeom prst="rect">
            <a:avLst/>
          </a:prstGeom>
          <a:noFill/>
        </p:spPr>
        <p:txBody>
          <a:bodyPr wrap="square">
            <a:spAutoFit/>
          </a:bodyPr>
          <a:lstStyle/>
          <a:p>
            <a:pPr marL="0" marR="0" lvl="0" indent="0" algn="l" defTabSz="108877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Only Available with SAP</a:t>
            </a:r>
            <a:br>
              <a:rPr kumimoji="0" lang="en-US" sz="800" b="0" i="0" u="none" strike="noStrike" kern="1200" cap="none" spc="0" normalizeH="0" baseline="0" noProof="0">
                <a:ln>
                  <a:noFill/>
                </a:ln>
                <a:solidFill>
                  <a:srgbClr val="000000"/>
                </a:solidFill>
                <a:effectLst/>
                <a:uLnTx/>
                <a:uFillTx/>
                <a:latin typeface="Arial"/>
                <a:ea typeface="+mn-ea"/>
                <a:cs typeface="+mn-cs"/>
              </a:rPr>
            </a:br>
            <a:r>
              <a:rPr kumimoji="0" lang="en-US" sz="800" b="0" i="0" u="none" strike="noStrike" kern="1200" cap="none" spc="0" normalizeH="0" baseline="0" noProof="0">
                <a:ln>
                  <a:noFill/>
                </a:ln>
                <a:solidFill>
                  <a:srgbClr val="000000"/>
                </a:solidFill>
                <a:effectLst/>
                <a:uLnTx/>
                <a:uFillTx/>
                <a:latin typeface="Arial"/>
                <a:ea typeface="+mn-ea"/>
                <a:cs typeface="+mn-cs"/>
              </a:rPr>
              <a:t>-Agent places proposals within the Manage Accruals Proposals App</a:t>
            </a:r>
            <a:endParaRPr kumimoji="0" lang="en-US" sz="1050" b="0" i="0" u="none" strike="noStrike" kern="1200" cap="none" spc="0" normalizeH="0" baseline="0" noProof="0">
              <a:ln>
                <a:noFill/>
              </a:ln>
              <a:solidFill>
                <a:srgbClr val="000000"/>
              </a:solidFill>
              <a:effectLst/>
              <a:uLnTx/>
              <a:uFillTx/>
              <a:latin typeface="Arial"/>
              <a:ea typeface="+mn-ea"/>
              <a:cs typeface="+mn-cs"/>
            </a:endParaRPr>
          </a:p>
        </p:txBody>
      </p:sp>
      <p:pic>
        <p:nvPicPr>
          <p:cNvPr id="48" name="Group 54" descr="ID 299527 - filled rhombus">
            <a:extLst>
              <a:ext uri="{FF2B5EF4-FFF2-40B4-BE49-F238E27FC236}">
                <a16:creationId xmlns:a16="http://schemas.microsoft.com/office/drawing/2014/main" id="{F4B2119A-3A7C-E9FA-0EAB-38D756951C2F}"/>
              </a:ext>
            </a:extLst>
          </p:cNvPr>
          <p:cNvPicPr>
            <a:picLocks noChangeAspect="1"/>
          </p:cNvPicPr>
          <p:nvPr>
            <p:custDataLst>
              <p:tags r:id="rId2"/>
            </p:custDataLst>
          </p:nvPr>
        </p:nvPicPr>
        <p:blipFill>
          <a:blip>
            <a:extLst>
              <a:ext uri="{96DAC541-7B7A-43D3-8B79-37D633B846F1}">
                <asvg:svgBlip xmlns:asvg="http://schemas.microsoft.com/office/drawing/2016/SVG/main" r:embed="rId13"/>
              </a:ext>
            </a:extLst>
          </a:blip>
          <a:srcRect t="2794" b="2794"/>
          <a:stretch>
            <a:fillRect/>
          </a:stretch>
        </p:blipFill>
        <p:spPr>
          <a:xfrm>
            <a:off x="9016412" y="3434871"/>
            <a:ext cx="182880" cy="172663"/>
          </a:xfrm>
          <a:prstGeom prst="rect">
            <a:avLst/>
          </a:prstGeom>
        </p:spPr>
      </p:pic>
    </p:spTree>
    <p:extLst>
      <p:ext uri="{BB962C8B-B14F-4D97-AF65-F5344CB8AC3E}">
        <p14:creationId xmlns:p14="http://schemas.microsoft.com/office/powerpoint/2010/main" val="38373221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9045A-6878-72AC-777D-5A49FC4641B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51E669C-B439-A54F-4F79-B1D80C01C0EE}"/>
              </a:ext>
            </a:extLst>
          </p:cNvPr>
          <p:cNvPicPr>
            <a:picLocks noChangeAspect="1"/>
          </p:cNvPicPr>
          <p:nvPr/>
        </p:nvPicPr>
        <p:blipFill>
          <a:blip r:embed="rId3"/>
          <a:stretch>
            <a:fillRect/>
          </a:stretch>
        </p:blipFill>
        <p:spPr>
          <a:xfrm>
            <a:off x="1" y="0"/>
            <a:ext cx="12191999" cy="6858000"/>
          </a:xfrm>
          <a:prstGeom prst="rect">
            <a:avLst/>
          </a:prstGeom>
        </p:spPr>
      </p:pic>
      <p:sp>
        <p:nvSpPr>
          <p:cNvPr id="7" name="Title 6">
            <a:extLst>
              <a:ext uri="{FF2B5EF4-FFF2-40B4-BE49-F238E27FC236}">
                <a16:creationId xmlns:a16="http://schemas.microsoft.com/office/drawing/2014/main" id="{3AE0681F-86A0-4751-AA1F-C1BF15BA1372}"/>
              </a:ext>
            </a:extLst>
          </p:cNvPr>
          <p:cNvSpPr>
            <a:spLocks noGrp="1"/>
          </p:cNvSpPr>
          <p:nvPr>
            <p:ph type="title"/>
          </p:nvPr>
        </p:nvSpPr>
        <p:spPr>
          <a:xfrm>
            <a:off x="555757" y="3090446"/>
            <a:ext cx="11066331" cy="677108"/>
          </a:xfrm>
        </p:spPr>
        <p:txBody>
          <a:bodyPr/>
          <a:lstStyle/>
          <a:p>
            <a:pPr defTabSz="914400">
              <a:spcBef>
                <a:spcPts val="0"/>
              </a:spcBef>
              <a:defRPr/>
            </a:pPr>
            <a:r>
              <a:rPr lang="en-US" sz="4400">
                <a:solidFill>
                  <a:srgbClr val="FFFFFF"/>
                </a:solidFill>
                <a:ea typeface="+mn-ea"/>
                <a:cs typeface="+mn-cs"/>
              </a:rPr>
              <a:t>Receivables &amp; Payables Clearing Agent</a:t>
            </a:r>
          </a:p>
        </p:txBody>
      </p:sp>
    </p:spTree>
    <p:extLst>
      <p:ext uri="{BB962C8B-B14F-4D97-AF65-F5344CB8AC3E}">
        <p14:creationId xmlns:p14="http://schemas.microsoft.com/office/powerpoint/2010/main" val="20520510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B5A24-63CC-C4A3-8A18-938E0AC787B0}"/>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DAD733D4-9B7E-73F2-737F-6999E6F08F1B}"/>
              </a:ext>
            </a:extLst>
          </p:cNvPr>
          <p:cNvSpPr txBox="1"/>
          <p:nvPr/>
        </p:nvSpPr>
        <p:spPr>
          <a:xfrm>
            <a:off x="458787" y="854819"/>
            <a:ext cx="6564869" cy="430887"/>
          </a:xfrm>
          <a:prstGeom prst="rect">
            <a:avLst/>
          </a:prstGeom>
          <a:noFill/>
        </p:spPr>
        <p:txBody>
          <a:bodyPr wrap="square" lIns="0" tIns="0" rIns="0" bIns="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0144A"/>
                </a:solidFill>
                <a:effectLst/>
                <a:uLnTx/>
                <a:uFillTx/>
                <a:latin typeface="72 Brand Medium" panose="020B0604030603020204" pitchFamily="34" charset="0"/>
                <a:ea typeface="+mn-ea"/>
                <a:cs typeface="+mn-cs"/>
              </a:rPr>
              <a:t>Receivables &amp; Payables Clearing Agent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rPr>
              <a:t>Agent summary</a:t>
            </a:r>
            <a:endParaRPr kumimoji="0" lang="de-DE" sz="2800" b="0" i="0" u="none" strike="noStrike" kern="1200" cap="none" spc="0" normalizeH="0" baseline="0" noProof="0">
              <a:ln>
                <a:noFill/>
              </a:ln>
              <a:solidFill>
                <a:srgbClr val="00144A"/>
              </a:solidFill>
              <a:effectLst/>
              <a:uLnTx/>
              <a:uFillTx/>
              <a:latin typeface="72 Brand Medium" panose="020B0604030603020204" pitchFamily="34" charset="0"/>
              <a:ea typeface="+mn-ea"/>
              <a:cs typeface="+mn-cs"/>
            </a:endParaRPr>
          </a:p>
        </p:txBody>
      </p:sp>
      <p:sp>
        <p:nvSpPr>
          <p:cNvPr id="10" name="TextBox 9">
            <a:extLst>
              <a:ext uri="{FF2B5EF4-FFF2-40B4-BE49-F238E27FC236}">
                <a16:creationId xmlns:a16="http://schemas.microsoft.com/office/drawing/2014/main" id="{16888FC7-BDE1-2E3C-98ED-5BC45B184036}"/>
              </a:ext>
            </a:extLst>
          </p:cNvPr>
          <p:cNvSpPr txBox="1"/>
          <p:nvPr/>
        </p:nvSpPr>
        <p:spPr>
          <a:xfrm>
            <a:off x="481012" y="1921708"/>
            <a:ext cx="6265086" cy="430887"/>
          </a:xfrm>
          <a:prstGeom prst="rect">
            <a:avLst/>
          </a:prstGeom>
          <a:noFill/>
        </p:spPr>
        <p:txBody>
          <a:bodyPr wrap="square" lIns="0" tIns="0" rIns="0" bIns="0" anchor="t">
            <a:spAutoFit/>
          </a:bodyPr>
          <a:lstStyle/>
          <a:p>
            <a:pPr marL="0" marR="0" lvl="0" indent="0" algn="l" defTabSz="1088231"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ptos" panose="020B0004020202020204"/>
                <a:ea typeface="+mn-ea"/>
                <a:cs typeface="+mn-cs"/>
              </a:rPr>
              <a:t>The Receivables and Payables Clearing Agent enhances operational efficiency by reducing manual workload and minimizing risk of human errors.</a:t>
            </a:r>
          </a:p>
        </p:txBody>
      </p:sp>
      <p:grpSp>
        <p:nvGrpSpPr>
          <p:cNvPr id="52" name="Group 51">
            <a:extLst>
              <a:ext uri="{FF2B5EF4-FFF2-40B4-BE49-F238E27FC236}">
                <a16:creationId xmlns:a16="http://schemas.microsoft.com/office/drawing/2014/main" id="{FC81E4B8-CF81-6B8D-D8D1-564CA3928916}"/>
              </a:ext>
            </a:extLst>
          </p:cNvPr>
          <p:cNvGrpSpPr/>
          <p:nvPr/>
        </p:nvGrpSpPr>
        <p:grpSpPr>
          <a:xfrm>
            <a:off x="481012" y="2532498"/>
            <a:ext cx="6781904" cy="307777"/>
            <a:chOff x="479425" y="2605401"/>
            <a:chExt cx="6781904" cy="307777"/>
          </a:xfrm>
        </p:grpSpPr>
        <p:sp>
          <p:nvSpPr>
            <p:cNvPr id="12" name="TextBox 11">
              <a:extLst>
                <a:ext uri="{FF2B5EF4-FFF2-40B4-BE49-F238E27FC236}">
                  <a16:creationId xmlns:a16="http://schemas.microsoft.com/office/drawing/2014/main" id="{4454355C-17CC-AD50-B2B0-7CEEE59AD498}"/>
                </a:ext>
              </a:extLst>
            </p:cNvPr>
            <p:cNvSpPr txBox="1"/>
            <p:nvPr/>
          </p:nvSpPr>
          <p:spPr>
            <a:xfrm>
              <a:off x="696460" y="2605401"/>
              <a:ext cx="6564869" cy="307777"/>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D36FF"/>
                  </a:solidFill>
                  <a:effectLst/>
                  <a:uLnTx/>
                  <a:uFillTx/>
                  <a:latin typeface="72 Brand Medium"/>
                  <a:ea typeface="+mn-ea"/>
                  <a:cs typeface="+mn-cs"/>
                </a:rPr>
                <a:t>Analyzes open items, applying rule-based exact matching and AI-powered fuzzy matching across reference fields, assignments, and OB74 user-defined fields to automatically identify clearing candidates.</a:t>
              </a:r>
            </a:p>
          </p:txBody>
        </p:sp>
        <p:pic>
          <p:nvPicPr>
            <p:cNvPr id="2" name="Graphic 1">
              <a:extLst>
                <a:ext uri="{FF2B5EF4-FFF2-40B4-BE49-F238E27FC236}">
                  <a16:creationId xmlns:a16="http://schemas.microsoft.com/office/drawing/2014/main" id="{5A0B4517-78A3-E9B8-CB90-DA8C0D0EE22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9425" y="2682345"/>
              <a:ext cx="153889" cy="153889"/>
            </a:xfrm>
            <a:prstGeom prst="rect">
              <a:avLst/>
            </a:prstGeom>
          </p:spPr>
        </p:pic>
      </p:grpSp>
      <p:grpSp>
        <p:nvGrpSpPr>
          <p:cNvPr id="53" name="Group 52">
            <a:extLst>
              <a:ext uri="{FF2B5EF4-FFF2-40B4-BE49-F238E27FC236}">
                <a16:creationId xmlns:a16="http://schemas.microsoft.com/office/drawing/2014/main" id="{958B9475-D9FD-7079-6C70-501B79C9562E}"/>
              </a:ext>
            </a:extLst>
          </p:cNvPr>
          <p:cNvGrpSpPr/>
          <p:nvPr/>
        </p:nvGrpSpPr>
        <p:grpSpPr>
          <a:xfrm>
            <a:off x="481012" y="2940425"/>
            <a:ext cx="6781904" cy="157593"/>
            <a:chOff x="479425" y="2878136"/>
            <a:chExt cx="6781904" cy="157593"/>
          </a:xfrm>
        </p:grpSpPr>
        <p:sp>
          <p:nvSpPr>
            <p:cNvPr id="14" name="TextBox 13">
              <a:extLst>
                <a:ext uri="{FF2B5EF4-FFF2-40B4-BE49-F238E27FC236}">
                  <a16:creationId xmlns:a16="http://schemas.microsoft.com/office/drawing/2014/main" id="{B2EABABC-495F-EE8C-01C7-242CAB5B34E0}"/>
                </a:ext>
              </a:extLst>
            </p:cNvPr>
            <p:cNvSpPr txBox="1"/>
            <p:nvPr/>
          </p:nvSpPr>
          <p:spPr>
            <a:xfrm>
              <a:off x="696460" y="2878136"/>
              <a:ext cx="6564869" cy="15388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D36FF"/>
                  </a:solidFill>
                  <a:effectLst/>
                  <a:uLnTx/>
                  <a:uFillTx/>
                  <a:latin typeface="72 Brand Medium"/>
                  <a:ea typeface="+mn-ea"/>
                  <a:cs typeface="+mn-cs"/>
                </a:rPr>
                <a:t>Generates balanced matching proposals &amp; pre-validates proposals in advance of AP/AR accountant review</a:t>
              </a:r>
            </a:p>
          </p:txBody>
        </p:sp>
        <p:pic>
          <p:nvPicPr>
            <p:cNvPr id="4" name="Graphic 3">
              <a:extLst>
                <a:ext uri="{FF2B5EF4-FFF2-40B4-BE49-F238E27FC236}">
                  <a16:creationId xmlns:a16="http://schemas.microsoft.com/office/drawing/2014/main" id="{B6A5BD25-E34F-D0A7-EE19-3100C5CB5C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9425" y="2881840"/>
              <a:ext cx="153889" cy="153889"/>
            </a:xfrm>
            <a:prstGeom prst="rect">
              <a:avLst/>
            </a:prstGeom>
          </p:spPr>
        </p:pic>
      </p:grpSp>
      <p:grpSp>
        <p:nvGrpSpPr>
          <p:cNvPr id="54" name="Group 53">
            <a:extLst>
              <a:ext uri="{FF2B5EF4-FFF2-40B4-BE49-F238E27FC236}">
                <a16:creationId xmlns:a16="http://schemas.microsoft.com/office/drawing/2014/main" id="{97C42F20-FAD9-A49F-B001-ADF61B884DFE}"/>
              </a:ext>
            </a:extLst>
          </p:cNvPr>
          <p:cNvGrpSpPr/>
          <p:nvPr/>
        </p:nvGrpSpPr>
        <p:grpSpPr>
          <a:xfrm>
            <a:off x="481012" y="3198168"/>
            <a:ext cx="6781904" cy="154357"/>
            <a:chOff x="479425" y="3139561"/>
            <a:chExt cx="6781904" cy="154357"/>
          </a:xfrm>
        </p:grpSpPr>
        <p:sp>
          <p:nvSpPr>
            <p:cNvPr id="13" name="TextBox 12">
              <a:extLst>
                <a:ext uri="{FF2B5EF4-FFF2-40B4-BE49-F238E27FC236}">
                  <a16:creationId xmlns:a16="http://schemas.microsoft.com/office/drawing/2014/main" id="{6AFBCAC1-F014-860E-4277-A9E5F0C24943}"/>
                </a:ext>
              </a:extLst>
            </p:cNvPr>
            <p:cNvSpPr txBox="1"/>
            <p:nvPr/>
          </p:nvSpPr>
          <p:spPr>
            <a:xfrm>
              <a:off x="696460" y="3139561"/>
              <a:ext cx="6564869" cy="15388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D36FF"/>
                  </a:solidFill>
                  <a:effectLst/>
                  <a:uLnTx/>
                  <a:uFillTx/>
                  <a:latin typeface="72 Brand Medium"/>
                  <a:ea typeface="+mn-ea"/>
                  <a:cs typeface="+mn-cs"/>
                </a:rPr>
                <a:t>Posts approved proposals as clearing documents</a:t>
              </a:r>
            </a:p>
          </p:txBody>
        </p:sp>
        <p:pic>
          <p:nvPicPr>
            <p:cNvPr id="16" name="Graphic 15">
              <a:extLst>
                <a:ext uri="{FF2B5EF4-FFF2-40B4-BE49-F238E27FC236}">
                  <a16:creationId xmlns:a16="http://schemas.microsoft.com/office/drawing/2014/main" id="{7C85746A-9837-BEFA-37AA-7632535D6B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9425" y="3140029"/>
              <a:ext cx="153889" cy="153889"/>
            </a:xfrm>
            <a:prstGeom prst="rect">
              <a:avLst/>
            </a:prstGeom>
          </p:spPr>
        </p:pic>
      </p:grpSp>
      <p:sp>
        <p:nvSpPr>
          <p:cNvPr id="36" name="Rounded Rectangle 35">
            <a:extLst>
              <a:ext uri="{FF2B5EF4-FFF2-40B4-BE49-F238E27FC236}">
                <a16:creationId xmlns:a16="http://schemas.microsoft.com/office/drawing/2014/main" id="{23FD5042-9390-444B-79DE-84300B64C260}"/>
              </a:ext>
            </a:extLst>
          </p:cNvPr>
          <p:cNvSpPr/>
          <p:nvPr/>
        </p:nvSpPr>
        <p:spPr>
          <a:xfrm>
            <a:off x="464079" y="453762"/>
            <a:ext cx="1865073" cy="274320"/>
          </a:xfrm>
          <a:prstGeom prst="roundRect">
            <a:avLst>
              <a:gd name="adj" fmla="val 33975"/>
            </a:avLst>
          </a:prstGeom>
          <a:solidFill>
            <a:srgbClr val="5D36FF">
              <a:alpha val="8000"/>
            </a:srgb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737" tIns="146190" rIns="182737" bIns="146190" numCol="1" spcCol="0" rtlCol="0" fromWordArt="0" anchor="ctr" anchorCtr="0" forceAA="0" compatLnSpc="1">
            <a:prstTxWarp prst="textNoShape">
              <a:avLst/>
            </a:prstTxWarp>
            <a:noAutofit/>
          </a:bodyPr>
          <a:lstStyle/>
          <a:p>
            <a:pPr marL="0" marR="0" lvl="0" indent="0" algn="ctr" defTabSz="253944" rtl="0" eaLnBrk="1" fontAlgn="base" latinLnBrk="0" hangingPunct="1">
              <a:lnSpc>
                <a:spcPct val="100000"/>
              </a:lnSpc>
              <a:spcBef>
                <a:spcPct val="50000"/>
              </a:spcBef>
              <a:spcAft>
                <a:spcPct val="0"/>
              </a:spcAft>
              <a:buClr>
                <a:srgbClr val="F0AB00"/>
              </a:buClr>
              <a:buSzPct val="80000"/>
              <a:buFontTx/>
              <a:buNone/>
              <a:tabLst/>
              <a:defRPr/>
            </a:pPr>
            <a:r>
              <a:rPr kumimoji="0" lang="en-US" sz="1050" b="0" i="0" u="none" strike="noStrike" kern="0" cap="none" spc="0" normalizeH="0" baseline="0" noProof="0">
                <a:ln>
                  <a:noFill/>
                </a:ln>
                <a:solidFill>
                  <a:srgbClr val="5D36FF"/>
                </a:solidFill>
                <a:effectLst/>
                <a:uLnTx/>
                <a:uFillTx/>
                <a:latin typeface="72 Brand Book" panose="020B0404030603020204" pitchFamily="34" charset="0"/>
                <a:ea typeface="+mn-ea"/>
                <a:cs typeface="+mn-cs"/>
              </a:rPr>
              <a:t>Autonomous Finance</a:t>
            </a:r>
            <a:endParaRPr kumimoji="0" lang="en-GB" sz="1050" b="0" i="0" u="none" strike="noStrike" kern="0" cap="none" spc="0" normalizeH="0" baseline="0" noProof="0">
              <a:ln>
                <a:noFill/>
              </a:ln>
              <a:solidFill>
                <a:srgbClr val="5D36FF"/>
              </a:solidFill>
              <a:effectLst/>
              <a:uLnTx/>
              <a:uFillTx/>
              <a:latin typeface="72 Brand Book" panose="020B0404030603020204" pitchFamily="34" charset="0"/>
              <a:ea typeface="+mn-ea"/>
              <a:cs typeface="+mn-cs"/>
            </a:endParaRPr>
          </a:p>
        </p:txBody>
      </p:sp>
      <p:sp>
        <p:nvSpPr>
          <p:cNvPr id="8" name="Rounded Rectangle 24">
            <a:extLst>
              <a:ext uri="{FF2B5EF4-FFF2-40B4-BE49-F238E27FC236}">
                <a16:creationId xmlns:a16="http://schemas.microsoft.com/office/drawing/2014/main" id="{731E1FBF-E8A5-8478-521E-2402B034D901}"/>
              </a:ext>
            </a:extLst>
          </p:cNvPr>
          <p:cNvSpPr/>
          <p:nvPr/>
        </p:nvSpPr>
        <p:spPr>
          <a:xfrm>
            <a:off x="486721" y="5231086"/>
            <a:ext cx="7190955" cy="1154335"/>
          </a:xfrm>
          <a:prstGeom prst="roundRect">
            <a:avLst>
              <a:gd name="adj" fmla="val 14303"/>
            </a:avLst>
          </a:prstGeom>
          <a:gradFill flip="none" rotWithShape="1">
            <a:gsLst>
              <a:gs pos="0">
                <a:srgbClr val="F1ECFF">
                  <a:alpha val="75017"/>
                </a:srgbClr>
              </a:gs>
              <a:gs pos="100000">
                <a:srgbClr val="E2D8FF">
                  <a:alpha val="75000"/>
                </a:srgbClr>
              </a:gs>
            </a:gsLst>
            <a:lin ang="2700000" scaled="1"/>
            <a:tileRect/>
          </a:gradFill>
          <a:ln w="9525">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E9ECEE"/>
              </a:solidFill>
              <a:effectLst/>
              <a:uLnTx/>
              <a:uFillTx/>
              <a:latin typeface="72 Brand" panose="020B0504030603020204" pitchFamily="34" charset="0"/>
              <a:ea typeface="+mn-ea"/>
              <a:cs typeface="+mn-cs"/>
            </a:endParaRPr>
          </a:p>
        </p:txBody>
      </p:sp>
      <p:sp>
        <p:nvSpPr>
          <p:cNvPr id="15" name="Rounded Rectangle 2">
            <a:extLst>
              <a:ext uri="{FF2B5EF4-FFF2-40B4-BE49-F238E27FC236}">
                <a16:creationId xmlns:a16="http://schemas.microsoft.com/office/drawing/2014/main" id="{F8379D61-A471-CA61-1B02-14201F6F4A3D}"/>
              </a:ext>
            </a:extLst>
          </p:cNvPr>
          <p:cNvSpPr/>
          <p:nvPr/>
        </p:nvSpPr>
        <p:spPr>
          <a:xfrm>
            <a:off x="458787" y="3986485"/>
            <a:ext cx="7218889" cy="1154334"/>
          </a:xfrm>
          <a:prstGeom prst="roundRect">
            <a:avLst>
              <a:gd name="adj" fmla="val 17910"/>
            </a:avLst>
          </a:prstGeom>
          <a:gradFill flip="none" rotWithShape="1">
            <a:gsLst>
              <a:gs pos="0">
                <a:srgbClr val="F1ECFF">
                  <a:alpha val="75017"/>
                </a:srgbClr>
              </a:gs>
              <a:gs pos="100000">
                <a:srgbClr val="E2D8FF">
                  <a:alpha val="75000"/>
                </a:srgbClr>
              </a:gs>
            </a:gsLst>
            <a:lin ang="2700000" scaled="1"/>
            <a:tileRect/>
          </a:gradFill>
          <a:ln w="9525">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E9ECEE"/>
              </a:solidFill>
              <a:effectLst/>
              <a:uLnTx/>
              <a:uFillTx/>
              <a:latin typeface="72 Brand" panose="020B0504030603020204" pitchFamily="34" charset="0"/>
              <a:ea typeface="+mn-ea"/>
              <a:cs typeface="+mn-cs"/>
            </a:endParaRPr>
          </a:p>
        </p:txBody>
      </p:sp>
      <p:grpSp>
        <p:nvGrpSpPr>
          <p:cNvPr id="103" name="Group 102">
            <a:extLst>
              <a:ext uri="{FF2B5EF4-FFF2-40B4-BE49-F238E27FC236}">
                <a16:creationId xmlns:a16="http://schemas.microsoft.com/office/drawing/2014/main" id="{C1A15EA4-4BCF-AF2E-65D5-6F30AB7B4311}"/>
              </a:ext>
            </a:extLst>
          </p:cNvPr>
          <p:cNvGrpSpPr/>
          <p:nvPr/>
        </p:nvGrpSpPr>
        <p:grpSpPr>
          <a:xfrm>
            <a:off x="963330" y="4124515"/>
            <a:ext cx="2141943" cy="699773"/>
            <a:chOff x="961742" y="4035596"/>
            <a:chExt cx="2141943" cy="699773"/>
          </a:xfrm>
        </p:grpSpPr>
        <p:sp>
          <p:nvSpPr>
            <p:cNvPr id="38" name="TextBox 37">
              <a:extLst>
                <a:ext uri="{FF2B5EF4-FFF2-40B4-BE49-F238E27FC236}">
                  <a16:creationId xmlns:a16="http://schemas.microsoft.com/office/drawing/2014/main" id="{33868036-01A3-EDAC-B025-A15B397D9F16}"/>
                </a:ext>
              </a:extLst>
            </p:cNvPr>
            <p:cNvSpPr txBox="1"/>
            <p:nvPr/>
          </p:nvSpPr>
          <p:spPr>
            <a:xfrm>
              <a:off x="961742" y="4035596"/>
              <a:ext cx="1508760" cy="369332"/>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1A1A2E"/>
                  </a:solidFill>
                  <a:effectLst/>
                  <a:uLnTx/>
                  <a:uFillTx/>
                  <a:latin typeface="72 Brand Medium"/>
                  <a:ea typeface="+mn-ea"/>
                  <a:cs typeface="+mn-cs"/>
                </a:rPr>
                <a:t>86</a:t>
              </a:r>
              <a:r>
                <a:rPr kumimoji="0" lang="en-DE" sz="2400" b="0" i="0" u="none" strike="noStrike" kern="1200" cap="none" spc="0" normalizeH="0" baseline="0" noProof="0">
                  <a:ln>
                    <a:noFill/>
                  </a:ln>
                  <a:solidFill>
                    <a:srgbClr val="1A1A2E"/>
                  </a:solidFill>
                  <a:effectLst/>
                  <a:uLnTx/>
                  <a:uFillTx/>
                  <a:latin typeface="72 Brand Medium"/>
                  <a:ea typeface="+mn-ea"/>
                  <a:cs typeface="+mn-cs"/>
                </a:rPr>
                <a:t>%</a:t>
              </a:r>
            </a:p>
          </p:txBody>
        </p:sp>
        <p:sp>
          <p:nvSpPr>
            <p:cNvPr id="39" name="TextBox 38">
              <a:extLst>
                <a:ext uri="{FF2B5EF4-FFF2-40B4-BE49-F238E27FC236}">
                  <a16:creationId xmlns:a16="http://schemas.microsoft.com/office/drawing/2014/main" id="{C991CB09-727C-8266-08A5-3970904D7605}"/>
                </a:ext>
              </a:extLst>
            </p:cNvPr>
            <p:cNvSpPr txBox="1"/>
            <p:nvPr/>
          </p:nvSpPr>
          <p:spPr>
            <a:xfrm>
              <a:off x="977904" y="4427592"/>
              <a:ext cx="2125781" cy="307777"/>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rPr>
                <a:t>reduction in % of SAP FI-AR &amp; FI-AP tasks that need manual intervention</a:t>
              </a:r>
            </a:p>
          </p:txBody>
        </p:sp>
      </p:grpSp>
      <p:grpSp>
        <p:nvGrpSpPr>
          <p:cNvPr id="79" name="Group 78">
            <a:extLst>
              <a:ext uri="{FF2B5EF4-FFF2-40B4-BE49-F238E27FC236}">
                <a16:creationId xmlns:a16="http://schemas.microsoft.com/office/drawing/2014/main" id="{0117373A-07F5-6AB5-4978-C1C8245166CD}"/>
              </a:ext>
            </a:extLst>
          </p:cNvPr>
          <p:cNvGrpSpPr/>
          <p:nvPr/>
        </p:nvGrpSpPr>
        <p:grpSpPr>
          <a:xfrm>
            <a:off x="979492" y="5578817"/>
            <a:ext cx="1944169" cy="573312"/>
            <a:chOff x="977904" y="5578817"/>
            <a:chExt cx="1944169" cy="573312"/>
          </a:xfrm>
        </p:grpSpPr>
        <p:sp>
          <p:nvSpPr>
            <p:cNvPr id="61" name="TextBox 60">
              <a:extLst>
                <a:ext uri="{FF2B5EF4-FFF2-40B4-BE49-F238E27FC236}">
                  <a16:creationId xmlns:a16="http://schemas.microsoft.com/office/drawing/2014/main" id="{85D2F4B8-980A-D190-ED1E-26BAFD3CD84D}"/>
                </a:ext>
              </a:extLst>
            </p:cNvPr>
            <p:cNvSpPr txBox="1"/>
            <p:nvPr/>
          </p:nvSpPr>
          <p:spPr>
            <a:xfrm>
              <a:off x="977905" y="5578817"/>
              <a:ext cx="1944168" cy="161583"/>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srgbClr val="5D36FF"/>
                  </a:solidFill>
                  <a:effectLst/>
                  <a:uLnTx/>
                  <a:uFillTx/>
                  <a:latin typeface="72 Brand Medium"/>
                  <a:ea typeface="+mn-ea"/>
                  <a:cs typeface="+mn-cs"/>
                </a:rPr>
                <a:t>General Availability</a:t>
              </a:r>
              <a:endParaRPr kumimoji="0" lang="de-DE" sz="105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endParaRPr>
            </a:p>
          </p:txBody>
        </p:sp>
        <p:sp>
          <p:nvSpPr>
            <p:cNvPr id="64" name="TextBox 63">
              <a:extLst>
                <a:ext uri="{FF2B5EF4-FFF2-40B4-BE49-F238E27FC236}">
                  <a16:creationId xmlns:a16="http://schemas.microsoft.com/office/drawing/2014/main" id="{25A88853-E941-4C7D-7B67-B2628C2EA493}"/>
                </a:ext>
              </a:extLst>
            </p:cNvPr>
            <p:cNvSpPr txBox="1"/>
            <p:nvPr/>
          </p:nvSpPr>
          <p:spPr>
            <a:xfrm>
              <a:off x="977904" y="5812108"/>
              <a:ext cx="1944168" cy="340021"/>
            </a:xfrm>
            <a:prstGeom prst="roundRect">
              <a:avLst>
                <a:gd name="adj" fmla="val 50000"/>
              </a:avLst>
            </a:prstGeom>
            <a:gradFill flip="none" rotWithShape="1">
              <a:gsLst>
                <a:gs pos="0">
                  <a:srgbClr val="D2C0FD"/>
                </a:gs>
                <a:gs pos="100000">
                  <a:srgbClr val="E2D8FF"/>
                </a:gs>
              </a:gsLst>
              <a:lin ang="2700000" scaled="1"/>
              <a:tileRect/>
            </a:gradFill>
          </p:spPr>
          <p:txBody>
            <a:bodyPr wrap="square" lIns="0" tIns="0" rIns="0" bIns="0" anchor="ctr">
              <a:noAutofit/>
            </a:bodyPr>
            <a:lstStyle>
              <a:defPPr>
                <a:defRPr lang="en-US"/>
              </a:defPPr>
              <a:lvl1pPr marR="0" lvl="0" indent="0" algn="ctr" defTabSz="457200" fontAlgn="auto">
                <a:lnSpc>
                  <a:spcPct val="100000"/>
                </a:lnSpc>
                <a:spcBef>
                  <a:spcPts val="0"/>
                </a:spcBef>
                <a:spcAft>
                  <a:spcPts val="0"/>
                </a:spcAft>
                <a:buClrTx/>
                <a:buSzTx/>
                <a:buFontTx/>
                <a:buNone/>
                <a:tabLst/>
                <a:defRPr kumimoji="0" sz="900" u="none" strike="noStrike" cap="none" spc="0" normalizeH="0" baseline="0">
                  <a:ln>
                    <a:noFill/>
                  </a:ln>
                  <a:solidFill>
                    <a:srgbClr val="1A1A2E"/>
                  </a:solidFill>
                  <a:effectLst/>
                  <a:uLnTx/>
                  <a:uFillTx/>
                  <a:latin typeface="72 Brand Book" panose="020B0404030603020204" pitchFamily="34" charset="0"/>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srgbClr val="1A1A2E"/>
                  </a:solidFill>
                  <a:effectLst/>
                  <a:uLnTx/>
                  <a:uFillTx/>
                  <a:latin typeface="72 Brand Book" panose="020B0404030603020204" pitchFamily="34" charset="0"/>
                  <a:ea typeface="+mn-ea"/>
                  <a:cs typeface="+mn-cs"/>
                </a:rPr>
                <a:t>Planned September 30, 2026</a:t>
              </a:r>
            </a:p>
          </p:txBody>
        </p:sp>
      </p:grpSp>
      <p:grpSp>
        <p:nvGrpSpPr>
          <p:cNvPr id="80" name="Group 79">
            <a:extLst>
              <a:ext uri="{FF2B5EF4-FFF2-40B4-BE49-F238E27FC236}">
                <a16:creationId xmlns:a16="http://schemas.microsoft.com/office/drawing/2014/main" id="{DAC923D6-1DBE-8399-0B78-5631F313E224}"/>
              </a:ext>
            </a:extLst>
          </p:cNvPr>
          <p:cNvGrpSpPr/>
          <p:nvPr/>
        </p:nvGrpSpPr>
        <p:grpSpPr>
          <a:xfrm>
            <a:off x="3221247" y="5578817"/>
            <a:ext cx="1944169" cy="573312"/>
            <a:chOff x="977904" y="5578817"/>
            <a:chExt cx="1944169" cy="573312"/>
          </a:xfrm>
        </p:grpSpPr>
        <p:sp>
          <p:nvSpPr>
            <p:cNvPr id="81" name="TextBox 80">
              <a:extLst>
                <a:ext uri="{FF2B5EF4-FFF2-40B4-BE49-F238E27FC236}">
                  <a16:creationId xmlns:a16="http://schemas.microsoft.com/office/drawing/2014/main" id="{1DD10B72-6E29-2991-E47C-0D6FA109CDF1}"/>
                </a:ext>
              </a:extLst>
            </p:cNvPr>
            <p:cNvSpPr txBox="1"/>
            <p:nvPr/>
          </p:nvSpPr>
          <p:spPr>
            <a:xfrm>
              <a:off x="977905" y="5578817"/>
              <a:ext cx="1944168" cy="161583"/>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srgbClr val="5D36FF"/>
                  </a:solidFill>
                  <a:effectLst/>
                  <a:uLnTx/>
                  <a:uFillTx/>
                  <a:latin typeface="72 Brand Medium"/>
                  <a:ea typeface="+mn-ea"/>
                  <a:cs typeface="+mn-cs"/>
                </a:rPr>
                <a:t>Early Adopter Care</a:t>
              </a:r>
              <a:endParaRPr kumimoji="0" lang="de-DE" sz="105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endParaRPr>
            </a:p>
          </p:txBody>
        </p:sp>
        <p:sp>
          <p:nvSpPr>
            <p:cNvPr id="86" name="TextBox 85">
              <a:extLst>
                <a:ext uri="{FF2B5EF4-FFF2-40B4-BE49-F238E27FC236}">
                  <a16:creationId xmlns:a16="http://schemas.microsoft.com/office/drawing/2014/main" id="{2CD3C26B-64FD-9379-8C58-7B7BCEE01A77}"/>
                </a:ext>
              </a:extLst>
            </p:cNvPr>
            <p:cNvSpPr txBox="1"/>
            <p:nvPr/>
          </p:nvSpPr>
          <p:spPr>
            <a:xfrm>
              <a:off x="977904" y="5812108"/>
              <a:ext cx="1944168" cy="340021"/>
            </a:xfrm>
            <a:prstGeom prst="roundRect">
              <a:avLst>
                <a:gd name="adj" fmla="val 50000"/>
              </a:avLst>
            </a:prstGeom>
            <a:gradFill flip="none" rotWithShape="1">
              <a:gsLst>
                <a:gs pos="0">
                  <a:srgbClr val="D2C0FD"/>
                </a:gs>
                <a:gs pos="100000">
                  <a:srgbClr val="E2D8FF"/>
                </a:gs>
              </a:gsLst>
              <a:lin ang="2700000" scaled="1"/>
              <a:tileRect/>
            </a:gradFill>
          </p:spPr>
          <p:txBody>
            <a:bodyPr wrap="square" lIns="0" tIns="0" rIns="0" bIns="0" anchor="ctr">
              <a:noAutofit/>
            </a:bodyPr>
            <a:lstStyle>
              <a:defPPr>
                <a:defRPr lang="en-US"/>
              </a:defPPr>
              <a:lvl1pPr marR="0" lvl="0" indent="0" algn="ctr" defTabSz="457200" fontAlgn="auto">
                <a:lnSpc>
                  <a:spcPct val="100000"/>
                </a:lnSpc>
                <a:spcBef>
                  <a:spcPts val="0"/>
                </a:spcBef>
                <a:spcAft>
                  <a:spcPts val="0"/>
                </a:spcAft>
                <a:buClrTx/>
                <a:buSzTx/>
                <a:buFontTx/>
                <a:buNone/>
                <a:tabLst/>
                <a:defRPr kumimoji="0" sz="900" u="none" strike="noStrike" cap="none" spc="0" normalizeH="0" baseline="0">
                  <a:ln>
                    <a:noFill/>
                  </a:ln>
                  <a:solidFill>
                    <a:srgbClr val="1A1A2E"/>
                  </a:solidFill>
                  <a:effectLst/>
                  <a:uLnTx/>
                  <a:uFillTx/>
                  <a:latin typeface="72 Brand Book" panose="020B0404030603020204" pitchFamily="34" charset="0"/>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1A1A2E"/>
                  </a:solidFill>
                  <a:effectLst/>
                  <a:uLnTx/>
                  <a:uFillTx/>
                  <a:latin typeface="72 Brand Book" panose="020B0404030603020204" pitchFamily="34" charset="0"/>
                  <a:ea typeface="+mn-ea"/>
                  <a:cs typeface="+mn-cs"/>
                </a:rPr>
                <a:t>Registration Full</a:t>
              </a:r>
              <a:endParaRPr kumimoji="0" lang="en-CA" sz="900" b="0" i="0" u="none" strike="noStrike" kern="1200" cap="none" spc="0" normalizeH="0" baseline="0" noProof="0">
                <a:ln>
                  <a:noFill/>
                </a:ln>
                <a:solidFill>
                  <a:srgbClr val="1A1A2E"/>
                </a:solidFill>
                <a:effectLst/>
                <a:uLnTx/>
                <a:uFillTx/>
                <a:latin typeface="72 Brand Book" panose="020B0404030603020204" pitchFamily="34" charset="0"/>
                <a:ea typeface="+mn-ea"/>
                <a:cs typeface="+mn-cs"/>
              </a:endParaRPr>
            </a:p>
          </p:txBody>
        </p:sp>
      </p:grpSp>
      <p:grpSp>
        <p:nvGrpSpPr>
          <p:cNvPr id="87" name="Group 86">
            <a:extLst>
              <a:ext uri="{FF2B5EF4-FFF2-40B4-BE49-F238E27FC236}">
                <a16:creationId xmlns:a16="http://schemas.microsoft.com/office/drawing/2014/main" id="{180F5DFA-C80B-60E9-FF9F-B287E92740FD}"/>
              </a:ext>
            </a:extLst>
          </p:cNvPr>
          <p:cNvGrpSpPr/>
          <p:nvPr/>
        </p:nvGrpSpPr>
        <p:grpSpPr>
          <a:xfrm>
            <a:off x="5474730" y="5578817"/>
            <a:ext cx="1944169" cy="573312"/>
            <a:chOff x="977904" y="5578817"/>
            <a:chExt cx="1944169" cy="573312"/>
          </a:xfrm>
        </p:grpSpPr>
        <p:sp>
          <p:nvSpPr>
            <p:cNvPr id="88" name="TextBox 87">
              <a:extLst>
                <a:ext uri="{FF2B5EF4-FFF2-40B4-BE49-F238E27FC236}">
                  <a16:creationId xmlns:a16="http://schemas.microsoft.com/office/drawing/2014/main" id="{E68D57FD-E9B9-5E13-083A-A1D2E9CEE643}"/>
                </a:ext>
              </a:extLst>
            </p:cNvPr>
            <p:cNvSpPr txBox="1"/>
            <p:nvPr/>
          </p:nvSpPr>
          <p:spPr>
            <a:xfrm>
              <a:off x="977905" y="5578817"/>
              <a:ext cx="1944168" cy="161583"/>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srgbClr val="5D36FF"/>
                  </a:solidFill>
                  <a:effectLst/>
                  <a:uLnTx/>
                  <a:uFillTx/>
                  <a:latin typeface="72 Brand Medium"/>
                  <a:ea typeface="+mn-ea"/>
                  <a:cs typeface="+mn-cs"/>
                </a:rPr>
                <a:t>Roadmap</a:t>
              </a:r>
              <a:endParaRPr kumimoji="0" lang="de-DE" sz="105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endParaRPr>
            </a:p>
          </p:txBody>
        </p:sp>
        <p:sp>
          <p:nvSpPr>
            <p:cNvPr id="89" name="TextBox 88">
              <a:extLst>
                <a:ext uri="{FF2B5EF4-FFF2-40B4-BE49-F238E27FC236}">
                  <a16:creationId xmlns:a16="http://schemas.microsoft.com/office/drawing/2014/main" id="{FA259207-8EAC-2F41-FBA3-5615FB854EED}"/>
                </a:ext>
              </a:extLst>
            </p:cNvPr>
            <p:cNvSpPr txBox="1"/>
            <p:nvPr/>
          </p:nvSpPr>
          <p:spPr>
            <a:xfrm>
              <a:off x="977904" y="5812108"/>
              <a:ext cx="1944168" cy="340021"/>
            </a:xfrm>
            <a:prstGeom prst="roundRect">
              <a:avLst>
                <a:gd name="adj" fmla="val 50000"/>
              </a:avLst>
            </a:prstGeom>
            <a:gradFill flip="none" rotWithShape="1">
              <a:gsLst>
                <a:gs pos="0">
                  <a:srgbClr val="D2C0FD"/>
                </a:gs>
                <a:gs pos="100000">
                  <a:srgbClr val="E2D8FF"/>
                </a:gs>
              </a:gsLst>
              <a:lin ang="2700000" scaled="1"/>
              <a:tileRect/>
            </a:gradFill>
          </p:spPr>
          <p:txBody>
            <a:bodyPr wrap="square" lIns="0" tIns="0" rIns="0" bIns="0" anchor="ctr">
              <a:noAutofit/>
            </a:bodyPr>
            <a:lstStyle>
              <a:defPPr>
                <a:defRPr lang="en-US"/>
              </a:defPPr>
              <a:lvl1pPr marR="0" lvl="0" indent="0" algn="ctr" defTabSz="457200" fontAlgn="auto">
                <a:lnSpc>
                  <a:spcPct val="100000"/>
                </a:lnSpc>
                <a:spcBef>
                  <a:spcPts val="0"/>
                </a:spcBef>
                <a:spcAft>
                  <a:spcPts val="0"/>
                </a:spcAft>
                <a:buClrTx/>
                <a:buSzTx/>
                <a:buFontTx/>
                <a:buNone/>
                <a:tabLst/>
                <a:defRPr kumimoji="0" sz="900" u="none" strike="noStrike" cap="none" spc="0" normalizeH="0" baseline="0">
                  <a:ln>
                    <a:noFill/>
                  </a:ln>
                  <a:solidFill>
                    <a:srgbClr val="1A1A2E"/>
                  </a:solidFill>
                  <a:effectLst/>
                  <a:uLnTx/>
                  <a:uFillTx/>
                  <a:latin typeface="72 Brand Book" panose="020B0404030603020204" pitchFamily="34" charset="0"/>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1A1A2E"/>
                </a:solidFill>
                <a:effectLst/>
                <a:uLnTx/>
                <a:uFillTx/>
                <a:latin typeface="72 Brand Book" panose="020B0404030603020204" pitchFamily="34" charset="0"/>
                <a:ea typeface="+mn-ea"/>
                <a:cs typeface="+mn-cs"/>
              </a:endParaRPr>
            </a:p>
          </p:txBody>
        </p:sp>
      </p:grpSp>
      <p:grpSp>
        <p:nvGrpSpPr>
          <p:cNvPr id="105" name="Group 104">
            <a:extLst>
              <a:ext uri="{FF2B5EF4-FFF2-40B4-BE49-F238E27FC236}">
                <a16:creationId xmlns:a16="http://schemas.microsoft.com/office/drawing/2014/main" id="{8C389775-9C07-942F-2545-3458B12EA303}"/>
              </a:ext>
            </a:extLst>
          </p:cNvPr>
          <p:cNvGrpSpPr/>
          <p:nvPr/>
        </p:nvGrpSpPr>
        <p:grpSpPr>
          <a:xfrm>
            <a:off x="7786982" y="3986486"/>
            <a:ext cx="3603765" cy="1154335"/>
            <a:chOff x="7785394" y="3897567"/>
            <a:chExt cx="3603765" cy="1154335"/>
          </a:xfrm>
        </p:grpSpPr>
        <p:sp>
          <p:nvSpPr>
            <p:cNvPr id="95" name="Rounded Rectangle 82">
              <a:extLst>
                <a:ext uri="{FF2B5EF4-FFF2-40B4-BE49-F238E27FC236}">
                  <a16:creationId xmlns:a16="http://schemas.microsoft.com/office/drawing/2014/main" id="{33FE6CD6-3714-52F8-9875-51D9CBAD06F9}"/>
                </a:ext>
              </a:extLst>
            </p:cNvPr>
            <p:cNvSpPr/>
            <p:nvPr/>
          </p:nvSpPr>
          <p:spPr>
            <a:xfrm>
              <a:off x="7785394" y="3897567"/>
              <a:ext cx="3603765" cy="1154335"/>
            </a:xfrm>
            <a:prstGeom prst="roundRect">
              <a:avLst>
                <a:gd name="adj" fmla="val 18085"/>
              </a:avLst>
            </a:prstGeom>
            <a:gradFill flip="none" rotWithShape="1">
              <a:gsLst>
                <a:gs pos="0">
                  <a:srgbClr val="D0BDFD"/>
                </a:gs>
                <a:gs pos="99000">
                  <a:srgbClr val="EAE6FA"/>
                </a:gs>
              </a:gsLst>
              <a:lin ang="2700000" scaled="1"/>
              <a:tileRect/>
            </a:gradFill>
            <a:ln w="9525">
              <a:gradFill flip="none" rotWithShape="1">
                <a:gsLst>
                  <a:gs pos="0">
                    <a:srgbClr val="8C76FA"/>
                  </a:gs>
                  <a:gs pos="100000">
                    <a:srgbClr val="EAE7FA"/>
                  </a:gs>
                </a:gsLst>
                <a:lin ang="2700000" scaled="1"/>
                <a:tileRect/>
              </a:gradFill>
            </a:ln>
            <a:effectLst/>
          </p:spPr>
          <p:style>
            <a:lnRef idx="1">
              <a:schemeClr val="accent1"/>
            </a:lnRef>
            <a:fillRef idx="3">
              <a:schemeClr val="accent1"/>
            </a:fillRef>
            <a:effectRef idx="2">
              <a:schemeClr val="accent1"/>
            </a:effectRef>
            <a:fontRef idx="minor">
              <a:schemeClr val="lt1"/>
            </a:fontRef>
          </p:style>
          <p:txBody>
            <a:bodyPr tIns="36576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1A1A2E"/>
                  </a:solidFill>
                  <a:effectLst/>
                  <a:uLnTx/>
                  <a:uFillTx/>
                  <a:latin typeface="72 Brand Book" panose="020B0404030603020204" pitchFamily="34" charset="0"/>
                  <a:ea typeface="+mn-ea"/>
                  <a:cs typeface="+mn-cs"/>
                </a:rPr>
                <a:t>SAP S/4HANA Cloud 2602</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1A1A2E"/>
                  </a:solidFill>
                  <a:effectLst/>
                  <a:uLnTx/>
                  <a:uFillTx/>
                  <a:latin typeface="72 Brand Book" panose="020B0404030603020204" pitchFamily="34" charset="0"/>
                  <a:ea typeface="+mn-ea"/>
                  <a:cs typeface="+mn-cs"/>
                </a:rPr>
                <a:t>SAP S/4HANA Cloud Private Edition (Min Version Required: For EAC: 2025 FPS0, For GA 2025 FPS0)</a:t>
              </a:r>
            </a:p>
          </p:txBody>
        </p:sp>
        <p:sp>
          <p:nvSpPr>
            <p:cNvPr id="96" name="TextBox 95">
              <a:extLst>
                <a:ext uri="{FF2B5EF4-FFF2-40B4-BE49-F238E27FC236}">
                  <a16:creationId xmlns:a16="http://schemas.microsoft.com/office/drawing/2014/main" id="{EDFC9139-A53A-F203-C771-F3BB1A4B170F}"/>
                </a:ext>
              </a:extLst>
            </p:cNvPr>
            <p:cNvSpPr txBox="1"/>
            <p:nvPr/>
          </p:nvSpPr>
          <p:spPr>
            <a:xfrm>
              <a:off x="8689294" y="3986028"/>
              <a:ext cx="1795964" cy="234234"/>
            </a:xfrm>
            <a:prstGeom prst="roundRect">
              <a:avLst>
                <a:gd name="adj" fmla="val 50000"/>
              </a:avLst>
            </a:prstGeom>
            <a:gradFill flip="none" rotWithShape="1">
              <a:gsLst>
                <a:gs pos="0">
                  <a:srgbClr val="8C76FA"/>
                </a:gs>
                <a:gs pos="100000">
                  <a:srgbClr val="6A49FF"/>
                </a:gs>
              </a:gsLst>
              <a:lin ang="2700000" scaled="1"/>
              <a:tileRect/>
            </a:gradFill>
            <a:ln>
              <a:noFill/>
            </a:ln>
          </p:spPr>
          <p:txBody>
            <a:bodyPr wrap="squar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srgbClr val="FFFFFF"/>
                  </a:solidFill>
                  <a:effectLst/>
                  <a:uLnTx/>
                  <a:uFillTx/>
                  <a:latin typeface="72 Brand Book" panose="020B0404030603020204" pitchFamily="34" charset="0"/>
                  <a:ea typeface="+mn-ea"/>
                  <a:cs typeface="+mn-cs"/>
                </a:rPr>
                <a:t>Pre-Requisites</a:t>
              </a:r>
            </a:p>
          </p:txBody>
        </p:sp>
      </p:grpSp>
      <p:grpSp>
        <p:nvGrpSpPr>
          <p:cNvPr id="106" name="Group 105">
            <a:extLst>
              <a:ext uri="{FF2B5EF4-FFF2-40B4-BE49-F238E27FC236}">
                <a16:creationId xmlns:a16="http://schemas.microsoft.com/office/drawing/2014/main" id="{10CDD335-B388-B168-1314-93545E05AC3B}"/>
              </a:ext>
            </a:extLst>
          </p:cNvPr>
          <p:cNvGrpSpPr/>
          <p:nvPr/>
        </p:nvGrpSpPr>
        <p:grpSpPr>
          <a:xfrm>
            <a:off x="7786982" y="5212529"/>
            <a:ext cx="3603765" cy="1154335"/>
            <a:chOff x="7785394" y="5212528"/>
            <a:chExt cx="3603765" cy="1154335"/>
          </a:xfrm>
        </p:grpSpPr>
        <p:sp>
          <p:nvSpPr>
            <p:cNvPr id="101" name="Rounded Rectangle 82">
              <a:extLst>
                <a:ext uri="{FF2B5EF4-FFF2-40B4-BE49-F238E27FC236}">
                  <a16:creationId xmlns:a16="http://schemas.microsoft.com/office/drawing/2014/main" id="{E091A4C1-18B1-3F09-E9FF-856C1F2C069E}"/>
                </a:ext>
              </a:extLst>
            </p:cNvPr>
            <p:cNvSpPr/>
            <p:nvPr/>
          </p:nvSpPr>
          <p:spPr>
            <a:xfrm>
              <a:off x="7785394" y="5212528"/>
              <a:ext cx="3603765" cy="1154335"/>
            </a:xfrm>
            <a:prstGeom prst="roundRect">
              <a:avLst>
                <a:gd name="adj" fmla="val 18085"/>
              </a:avLst>
            </a:prstGeom>
            <a:gradFill flip="none" rotWithShape="1">
              <a:gsLst>
                <a:gs pos="0">
                  <a:srgbClr val="D0BDFD"/>
                </a:gs>
                <a:gs pos="99000">
                  <a:srgbClr val="EAE6FA"/>
                </a:gs>
              </a:gsLst>
              <a:lin ang="2700000" scaled="1"/>
              <a:tileRect/>
            </a:gradFill>
            <a:ln w="9525">
              <a:gradFill flip="none" rotWithShape="1">
                <a:gsLst>
                  <a:gs pos="0">
                    <a:srgbClr val="8C76FA"/>
                  </a:gs>
                  <a:gs pos="100000">
                    <a:srgbClr val="EAE7FA"/>
                  </a:gs>
                </a:gsLst>
                <a:lin ang="2700000" scaled="1"/>
                <a:tileRect/>
              </a:gradFill>
            </a:ln>
            <a:effectLst/>
          </p:spPr>
          <p:style>
            <a:lnRef idx="1">
              <a:schemeClr val="accent1"/>
            </a:lnRef>
            <a:fillRef idx="3">
              <a:schemeClr val="accent1"/>
            </a:fillRef>
            <a:effectRef idx="2">
              <a:schemeClr val="accent1"/>
            </a:effectRef>
            <a:fontRef idx="minor">
              <a:schemeClr val="lt1"/>
            </a:fontRef>
          </p:style>
          <p:txBody>
            <a:bodyPr tIns="36576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1A1A2E"/>
                  </a:solidFill>
                  <a:effectLst/>
                  <a:uLnTx/>
                  <a:uFillTx/>
                  <a:latin typeface="72 Brand Book" panose="020B0404030603020204" pitchFamily="34" charset="0"/>
                  <a:ea typeface="+mn-ea"/>
                  <a:cs typeface="+mn-cs"/>
                </a:rPr>
                <a:t>SAP Advanced Financial Closing</a:t>
              </a:r>
            </a:p>
          </p:txBody>
        </p:sp>
        <p:sp>
          <p:nvSpPr>
            <p:cNvPr id="102" name="TextBox 101">
              <a:extLst>
                <a:ext uri="{FF2B5EF4-FFF2-40B4-BE49-F238E27FC236}">
                  <a16:creationId xmlns:a16="http://schemas.microsoft.com/office/drawing/2014/main" id="{A8668C88-C9AE-EDC9-0DD5-BEA7C2DD761C}"/>
                </a:ext>
              </a:extLst>
            </p:cNvPr>
            <p:cNvSpPr txBox="1"/>
            <p:nvPr/>
          </p:nvSpPr>
          <p:spPr>
            <a:xfrm>
              <a:off x="8689294" y="5300989"/>
              <a:ext cx="1795964" cy="234234"/>
            </a:xfrm>
            <a:prstGeom prst="roundRect">
              <a:avLst>
                <a:gd name="adj" fmla="val 50000"/>
              </a:avLst>
            </a:prstGeom>
            <a:gradFill flip="none" rotWithShape="1">
              <a:gsLst>
                <a:gs pos="0">
                  <a:srgbClr val="8C76FA"/>
                </a:gs>
                <a:gs pos="100000">
                  <a:srgbClr val="6A49FF"/>
                </a:gs>
              </a:gsLst>
              <a:lin ang="2700000" scaled="1"/>
              <a:tileRect/>
            </a:gradFill>
            <a:ln>
              <a:noFill/>
            </a:ln>
          </p:spPr>
          <p:txBody>
            <a:bodyPr wrap="squar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srgbClr val="FFFFFF"/>
                  </a:solidFill>
                  <a:effectLst/>
                  <a:uLnTx/>
                  <a:uFillTx/>
                  <a:latin typeface="72 Brand Book" panose="020B0404030603020204" pitchFamily="34" charset="0"/>
                  <a:ea typeface="+mn-ea"/>
                  <a:cs typeface="+mn-cs"/>
                </a:rPr>
                <a:t>Additionally recommended solutions</a:t>
              </a:r>
            </a:p>
          </p:txBody>
        </p:sp>
      </p:grpSp>
      <p:cxnSp>
        <p:nvCxnSpPr>
          <p:cNvPr id="107" name="Straight Connector 106">
            <a:extLst>
              <a:ext uri="{FF2B5EF4-FFF2-40B4-BE49-F238E27FC236}">
                <a16:creationId xmlns:a16="http://schemas.microsoft.com/office/drawing/2014/main" id="{F1321AC6-8385-2071-BEC3-F8245E891936}"/>
              </a:ext>
            </a:extLst>
          </p:cNvPr>
          <p:cNvCxnSpPr>
            <a:cxnSpLocks/>
          </p:cNvCxnSpPr>
          <p:nvPr/>
        </p:nvCxnSpPr>
        <p:spPr>
          <a:xfrm>
            <a:off x="481012" y="3760064"/>
            <a:ext cx="11201046" cy="0"/>
          </a:xfrm>
          <a:prstGeom prst="line">
            <a:avLst/>
          </a:prstGeom>
          <a:ln w="9525">
            <a:gradFill flip="none" rotWithShape="1">
              <a:gsLst>
                <a:gs pos="0">
                  <a:srgbClr val="B894FF">
                    <a:alpha val="0"/>
                  </a:srgbClr>
                </a:gs>
                <a:gs pos="92992">
                  <a:srgbClr val="AF8BFF"/>
                </a:gs>
                <a:gs pos="5980">
                  <a:srgbClr val="B18DFF"/>
                </a:gs>
                <a:gs pos="52000">
                  <a:srgbClr val="7858FF"/>
                </a:gs>
                <a:gs pos="100000">
                  <a:srgbClr val="B894FF">
                    <a:alpha val="0"/>
                  </a:srgbClr>
                </a:gs>
              </a:gsLst>
              <a:lin ang="0" scaled="1"/>
              <a:tileRect/>
            </a:gra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E9A27851-E794-443E-C3AD-4EECE30DF4BA}"/>
              </a:ext>
            </a:extLst>
          </p:cNvPr>
          <p:cNvGrpSpPr/>
          <p:nvPr/>
        </p:nvGrpSpPr>
        <p:grpSpPr>
          <a:xfrm>
            <a:off x="3352512" y="4124515"/>
            <a:ext cx="2141943" cy="699773"/>
            <a:chOff x="961742" y="4035596"/>
            <a:chExt cx="2141943" cy="699773"/>
          </a:xfrm>
        </p:grpSpPr>
        <p:sp>
          <p:nvSpPr>
            <p:cNvPr id="25" name="TextBox 24">
              <a:extLst>
                <a:ext uri="{FF2B5EF4-FFF2-40B4-BE49-F238E27FC236}">
                  <a16:creationId xmlns:a16="http://schemas.microsoft.com/office/drawing/2014/main" id="{4FC5BD4B-64B2-A506-2AB1-1B599F097A11}"/>
                </a:ext>
              </a:extLst>
            </p:cNvPr>
            <p:cNvSpPr txBox="1"/>
            <p:nvPr/>
          </p:nvSpPr>
          <p:spPr>
            <a:xfrm>
              <a:off x="961742" y="4035596"/>
              <a:ext cx="1508760" cy="369332"/>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1A1A2E"/>
                  </a:solidFill>
                  <a:effectLst/>
                  <a:uLnTx/>
                  <a:uFillTx/>
                  <a:latin typeface="72 Brand Medium"/>
                  <a:ea typeface="+mn-ea"/>
                  <a:cs typeface="+mn-cs"/>
                </a:rPr>
                <a:t>8.38</a:t>
              </a:r>
              <a:r>
                <a:rPr kumimoji="0" lang="en-DE" sz="2400" b="0" i="0" u="none" strike="noStrike" kern="1200" cap="none" spc="0" normalizeH="0" baseline="0" noProof="0">
                  <a:ln>
                    <a:noFill/>
                  </a:ln>
                  <a:solidFill>
                    <a:srgbClr val="1A1A2E"/>
                  </a:solidFill>
                  <a:effectLst/>
                  <a:uLnTx/>
                  <a:uFillTx/>
                  <a:latin typeface="72 Brand Medium"/>
                  <a:ea typeface="+mn-ea"/>
                  <a:cs typeface="+mn-cs"/>
                </a:rPr>
                <a:t>%</a:t>
              </a:r>
            </a:p>
          </p:txBody>
        </p:sp>
        <p:sp>
          <p:nvSpPr>
            <p:cNvPr id="26" name="TextBox 25">
              <a:extLst>
                <a:ext uri="{FF2B5EF4-FFF2-40B4-BE49-F238E27FC236}">
                  <a16:creationId xmlns:a16="http://schemas.microsoft.com/office/drawing/2014/main" id="{185FE9B2-AC19-FD3D-52B0-A130B196FF38}"/>
                </a:ext>
              </a:extLst>
            </p:cNvPr>
            <p:cNvSpPr txBox="1"/>
            <p:nvPr/>
          </p:nvSpPr>
          <p:spPr>
            <a:xfrm>
              <a:off x="977904" y="4427592"/>
              <a:ext cx="2125781" cy="307777"/>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rPr>
                <a:t>Reduction in Costs (% rev): G/L and financial closing</a:t>
              </a:r>
            </a:p>
          </p:txBody>
        </p:sp>
      </p:grpSp>
      <p:pic>
        <p:nvPicPr>
          <p:cNvPr id="55" name="Picture 54">
            <a:extLst>
              <a:ext uri="{FF2B5EF4-FFF2-40B4-BE49-F238E27FC236}">
                <a16:creationId xmlns:a16="http://schemas.microsoft.com/office/drawing/2014/main" id="{17F641B8-28B8-0EE8-A32C-69A19B3A31D7}"/>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365186" y="1108134"/>
            <a:ext cx="4025560" cy="2515975"/>
          </a:xfrm>
          <a:prstGeom prst="roundRect">
            <a:avLst>
              <a:gd name="adj" fmla="val 5630"/>
            </a:avLst>
          </a:prstGeom>
          <a:ln w="9525">
            <a:noFill/>
          </a:ln>
          <a:effectLst>
            <a:outerShdw blurRad="50800" algn="ctr" rotWithShape="0">
              <a:prstClr val="black">
                <a:alpha val="20000"/>
              </a:prstClr>
            </a:outerShdw>
          </a:effectLst>
        </p:spPr>
      </p:pic>
      <p:sp>
        <p:nvSpPr>
          <p:cNvPr id="3" name="Rounded Rectangle 56">
            <a:extLst>
              <a:ext uri="{FF2B5EF4-FFF2-40B4-BE49-F238E27FC236}">
                <a16:creationId xmlns:a16="http://schemas.microsoft.com/office/drawing/2014/main" id="{83DA9055-031C-3303-CED3-4FF97DB0A4E7}"/>
              </a:ext>
            </a:extLst>
          </p:cNvPr>
          <p:cNvSpPr>
            <a:spLocks noChangeAspect="1"/>
          </p:cNvSpPr>
          <p:nvPr/>
        </p:nvSpPr>
        <p:spPr>
          <a:xfrm>
            <a:off x="10731989" y="1"/>
            <a:ext cx="1461599" cy="317029"/>
          </a:xfrm>
          <a:prstGeom prst="roundRect">
            <a:avLst>
              <a:gd name="adj" fmla="val 0"/>
            </a:avLst>
          </a:prstGeom>
          <a:gradFill flip="none" rotWithShape="1">
            <a:gsLst>
              <a:gs pos="0">
                <a:srgbClr val="8D77F9"/>
              </a:gs>
              <a:gs pos="100000">
                <a:srgbClr val="5D36FF"/>
              </a:gs>
            </a:gsLst>
            <a:lin ang="2700000" scaled="1"/>
            <a:tileRect/>
          </a:gradFill>
          <a:ln w="28575" algn="ctr">
            <a:noFill/>
            <a:miter lim="800000"/>
            <a:headEnd/>
            <a:tailEnd/>
          </a:ln>
        </p:spPr>
        <p:txBody>
          <a:bodyPr lIns="90000" tIns="72000" rIns="90000" bIns="7200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E9ECEE"/>
                </a:solidFill>
                <a:effectLst/>
                <a:uLnTx/>
                <a:uFillTx/>
                <a:latin typeface="72 Brand Medium" panose="020B0504030603020204" pitchFamily="34" charset="0"/>
                <a:ea typeface="+mn-ea"/>
                <a:cs typeface="+mn-cs"/>
              </a:rPr>
              <a:t>Labs Preview</a:t>
            </a:r>
          </a:p>
        </p:txBody>
      </p:sp>
      <p:sp>
        <p:nvSpPr>
          <p:cNvPr id="5" name="Rounded Rectangle 56">
            <a:extLst>
              <a:ext uri="{FF2B5EF4-FFF2-40B4-BE49-F238E27FC236}">
                <a16:creationId xmlns:a16="http://schemas.microsoft.com/office/drawing/2014/main" id="{8EF70850-3896-A957-B1D1-6BAE0B660D5F}"/>
              </a:ext>
            </a:extLst>
          </p:cNvPr>
          <p:cNvSpPr>
            <a:spLocks noChangeAspect="1"/>
          </p:cNvSpPr>
          <p:nvPr/>
        </p:nvSpPr>
        <p:spPr>
          <a:xfrm>
            <a:off x="10733576" y="342128"/>
            <a:ext cx="1461599" cy="317029"/>
          </a:xfrm>
          <a:prstGeom prst="roundRect">
            <a:avLst>
              <a:gd name="adj" fmla="val 0"/>
            </a:avLst>
          </a:prstGeom>
          <a:solidFill>
            <a:srgbClr val="1B90FF"/>
          </a:solidFill>
          <a:ln w="28575" algn="ctr">
            <a:noFill/>
            <a:miter lim="800000"/>
            <a:headEnd/>
            <a:tailEnd/>
          </a:ln>
        </p:spPr>
        <p:txBody>
          <a:bodyPr lIns="90000" tIns="72000" rIns="90000" bIns="7200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E9ECEE"/>
                </a:solidFill>
                <a:effectLst/>
                <a:uLnTx/>
                <a:uFillTx/>
                <a:latin typeface="72 Brand Medium" panose="020B0504030603020204" pitchFamily="34" charset="0"/>
                <a:ea typeface="+mn-ea"/>
                <a:cs typeface="+mn-cs"/>
              </a:rPr>
              <a:t>Public &amp; Private Cloud</a:t>
            </a:r>
          </a:p>
        </p:txBody>
      </p:sp>
    </p:spTree>
    <p:extLst>
      <p:ext uri="{BB962C8B-B14F-4D97-AF65-F5344CB8AC3E}">
        <p14:creationId xmlns:p14="http://schemas.microsoft.com/office/powerpoint/2010/main" val="3759318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D95C1-3A28-83C4-3F30-B5976182155D}"/>
            </a:ext>
          </a:extLst>
        </p:cNvPr>
        <p:cNvGrpSpPr/>
        <p:nvPr/>
      </p:nvGrpSpPr>
      <p:grpSpPr>
        <a:xfrm>
          <a:off x="0" y="0"/>
          <a:ext cx="0" cy="0"/>
          <a:chOff x="0" y="0"/>
          <a:chExt cx="0" cy="0"/>
        </a:xfrm>
      </p:grpSpPr>
      <p:sp>
        <p:nvSpPr>
          <p:cNvPr id="15" name="Title 3">
            <a:extLst>
              <a:ext uri="{FF2B5EF4-FFF2-40B4-BE49-F238E27FC236}">
                <a16:creationId xmlns:a16="http://schemas.microsoft.com/office/drawing/2014/main" id="{6E5824A1-4C67-692C-DDA2-CC50DE4FB363}"/>
              </a:ext>
            </a:extLst>
          </p:cNvPr>
          <p:cNvSpPr>
            <a:spLocks noGrp="1"/>
          </p:cNvSpPr>
          <p:nvPr>
            <p:ph type="title"/>
          </p:nvPr>
        </p:nvSpPr>
        <p:spPr>
          <a:xfrm>
            <a:off x="555757" y="484165"/>
            <a:ext cx="11066331" cy="369332"/>
          </a:xfrm>
        </p:spPr>
        <p:txBody>
          <a:bodyPr/>
          <a:lstStyle/>
          <a:p>
            <a:r>
              <a:rPr lang="en-US" sz="2399">
                <a:solidFill>
                  <a:srgbClr val="00144A"/>
                </a:solidFill>
              </a:rPr>
              <a:t>Receivables &amp; Payables Clearing Agent</a:t>
            </a:r>
            <a:endParaRPr lang="en-US" sz="2399" noProof="0">
              <a:solidFill>
                <a:srgbClr val="00144A"/>
              </a:solidFill>
            </a:endParaRPr>
          </a:p>
        </p:txBody>
      </p:sp>
      <p:sp>
        <p:nvSpPr>
          <p:cNvPr id="16" name="Title">
            <a:extLst>
              <a:ext uri="{FF2B5EF4-FFF2-40B4-BE49-F238E27FC236}">
                <a16:creationId xmlns:a16="http://schemas.microsoft.com/office/drawing/2014/main" id="{B40F6C20-6AE0-0160-23C4-220E5D5C8B33}"/>
              </a:ext>
            </a:extLst>
          </p:cNvPr>
          <p:cNvSpPr txBox="1"/>
          <p:nvPr/>
        </p:nvSpPr>
        <p:spPr bwMode="gray">
          <a:xfrm>
            <a:off x="555757" y="873334"/>
            <a:ext cx="10104023" cy="246221"/>
          </a:xfrm>
          <a:prstGeom prst="rect">
            <a:avLst/>
          </a:prstGeom>
        </p:spPr>
        <p:txBody>
          <a:bodyPr vert="horz" wrap="square" lIns="0" tIns="0" rIns="0" bIns="0" rtlCol="0" anchor="t" anchorCtr="0">
            <a:spAutoFit/>
          </a:bodyPr>
          <a:lstStyle>
            <a:lvl1pPr algn="l" defTabSz="1088558" rtl="0" eaLnBrk="1" latinLnBrk="0" hangingPunct="1">
              <a:spcBef>
                <a:spcPct val="0"/>
              </a:spcBef>
              <a:buNone/>
              <a:defRPr sz="2400" b="0" i="0" kern="1200" baseline="0">
                <a:solidFill>
                  <a:schemeClr val="tx1"/>
                </a:solidFill>
                <a:latin typeface="72 Brand Medium" panose="020B0504030603020204" pitchFamily="34" charset="0"/>
                <a:ea typeface="+mj-ea"/>
                <a:cs typeface="+mj-cs"/>
              </a:defRPr>
            </a:lvl1pPr>
          </a:lstStyle>
          <a:p>
            <a:pPr marL="0" marR="0" lvl="0" indent="0" algn="l" defTabSz="1088558" rtl="0" eaLnBrk="1" fontAlgn="auto" latinLnBrk="0" hangingPunct="1">
              <a:lnSpc>
                <a:spcPct val="100000"/>
              </a:lnSpc>
              <a:spcBef>
                <a:spcPct val="0"/>
              </a:spcBef>
              <a:spcAft>
                <a:spcPts val="0"/>
              </a:spcAft>
              <a:buClrTx/>
              <a:buSzTx/>
              <a:buFontTx/>
              <a:buNone/>
              <a:tabLst/>
              <a:defRPr/>
            </a:pPr>
            <a:r>
              <a:rPr kumimoji="0" lang="en-US" sz="1600" b="0" i="0" u="none" strike="noStrike" kern="1200" cap="none" spc="0" normalizeH="0" baseline="0" noProof="0">
                <a:ln>
                  <a:noFill/>
                </a:ln>
                <a:solidFill>
                  <a:srgbClr val="00144A"/>
                </a:solidFill>
                <a:effectLst/>
                <a:uLnTx/>
                <a:uFillTx/>
                <a:latin typeface="72 Brand Book" panose="020B0404030603020204" pitchFamily="34" charset="0"/>
                <a:ea typeface="+mj-ea"/>
                <a:cs typeface="+mj-cs"/>
              </a:rPr>
              <a:t>Process flow and involved roles</a:t>
            </a:r>
          </a:p>
        </p:txBody>
      </p:sp>
      <p:sp>
        <p:nvSpPr>
          <p:cNvPr id="4" name="Arc 3">
            <a:extLst>
              <a:ext uri="{FF2B5EF4-FFF2-40B4-BE49-F238E27FC236}">
                <a16:creationId xmlns:a16="http://schemas.microsoft.com/office/drawing/2014/main" id="{0A57E2F6-5FD9-D214-3BAB-7218E0CAB606}"/>
              </a:ext>
            </a:extLst>
          </p:cNvPr>
          <p:cNvSpPr/>
          <p:nvPr/>
        </p:nvSpPr>
        <p:spPr>
          <a:xfrm>
            <a:off x="6810924" y="1355196"/>
            <a:ext cx="1727071" cy="1580052"/>
          </a:xfrm>
          <a:prstGeom prst="arc">
            <a:avLst>
              <a:gd name="adj1" fmla="val 11276639"/>
              <a:gd name="adj2" fmla="val 21142585"/>
            </a:avLst>
          </a:prstGeom>
          <a:ln w="3175">
            <a:solidFill>
              <a:schemeClr val="tx1"/>
            </a:solidFill>
            <a:headEnd type="none" w="med" len="med"/>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088776"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a:ln>
                <a:noFill/>
              </a:ln>
              <a:solidFill>
                <a:srgbClr val="000000"/>
              </a:solidFill>
              <a:effectLst/>
              <a:uLnTx/>
              <a:uFillTx/>
              <a:latin typeface="72 Brand"/>
              <a:ea typeface="+mn-ea"/>
              <a:cs typeface="+mn-cs"/>
            </a:endParaRPr>
          </a:p>
        </p:txBody>
      </p:sp>
      <p:cxnSp>
        <p:nvCxnSpPr>
          <p:cNvPr id="5" name="Straight Connector 4">
            <a:extLst>
              <a:ext uri="{FF2B5EF4-FFF2-40B4-BE49-F238E27FC236}">
                <a16:creationId xmlns:a16="http://schemas.microsoft.com/office/drawing/2014/main" id="{C63A6C0B-D804-868C-5200-98F9EB066182}"/>
              </a:ext>
            </a:extLst>
          </p:cNvPr>
          <p:cNvCxnSpPr>
            <a:cxnSpLocks/>
          </p:cNvCxnSpPr>
          <p:nvPr/>
        </p:nvCxnSpPr>
        <p:spPr>
          <a:xfrm>
            <a:off x="1688592" y="2366517"/>
            <a:ext cx="0" cy="2761488"/>
          </a:xfrm>
          <a:prstGeom prst="line">
            <a:avLst/>
          </a:prstGeom>
          <a:ln w="3175">
            <a:solidFill>
              <a:schemeClr val="tx1"/>
            </a:solidFill>
            <a:headEnd type="none" w="med" len="med"/>
            <a:tailEnd type="none"/>
          </a:ln>
        </p:spPr>
        <p:style>
          <a:lnRef idx="1">
            <a:schemeClr val="accent1"/>
          </a:lnRef>
          <a:fillRef idx="0">
            <a:schemeClr val="accent1"/>
          </a:fillRef>
          <a:effectRef idx="0">
            <a:schemeClr val="accent1"/>
          </a:effectRef>
          <a:fontRef idx="minor">
            <a:schemeClr val="tx1"/>
          </a:fontRef>
        </p:style>
      </p:cxnSp>
      <p:sp>
        <p:nvSpPr>
          <p:cNvPr id="13" name="Arc 12">
            <a:extLst>
              <a:ext uri="{FF2B5EF4-FFF2-40B4-BE49-F238E27FC236}">
                <a16:creationId xmlns:a16="http://schemas.microsoft.com/office/drawing/2014/main" id="{DEE7896C-9720-75A0-9C3F-F934BCE94A7B}"/>
              </a:ext>
            </a:extLst>
          </p:cNvPr>
          <p:cNvSpPr/>
          <p:nvPr/>
        </p:nvSpPr>
        <p:spPr>
          <a:xfrm>
            <a:off x="3422142" y="3030982"/>
            <a:ext cx="1727071" cy="1580052"/>
          </a:xfrm>
          <a:prstGeom prst="arc">
            <a:avLst>
              <a:gd name="adj1" fmla="val 11276639"/>
              <a:gd name="adj2" fmla="val 21142585"/>
            </a:avLst>
          </a:prstGeom>
          <a:ln w="3175">
            <a:solidFill>
              <a:schemeClr val="tx1"/>
            </a:solidFill>
            <a:headEnd type="none" w="med" len="med"/>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088776"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a:ln>
                <a:noFill/>
              </a:ln>
              <a:solidFill>
                <a:srgbClr val="000000"/>
              </a:solidFill>
              <a:effectLst/>
              <a:uLnTx/>
              <a:uFillTx/>
              <a:latin typeface="72 Brand"/>
              <a:ea typeface="+mn-ea"/>
              <a:cs typeface="+mn-cs"/>
            </a:endParaRPr>
          </a:p>
        </p:txBody>
      </p:sp>
      <p:sp>
        <p:nvSpPr>
          <p:cNvPr id="14" name="Arc 13">
            <a:extLst>
              <a:ext uri="{FF2B5EF4-FFF2-40B4-BE49-F238E27FC236}">
                <a16:creationId xmlns:a16="http://schemas.microsoft.com/office/drawing/2014/main" id="{F64BD59C-89CE-DE2F-22B9-EE219E23B994}"/>
              </a:ext>
            </a:extLst>
          </p:cNvPr>
          <p:cNvSpPr/>
          <p:nvPr/>
        </p:nvSpPr>
        <p:spPr>
          <a:xfrm rot="10800000">
            <a:off x="8524750" y="4271517"/>
            <a:ext cx="1723263" cy="1636776"/>
          </a:xfrm>
          <a:prstGeom prst="arc">
            <a:avLst>
              <a:gd name="adj1" fmla="val 10949285"/>
              <a:gd name="adj2" fmla="val 21447674"/>
            </a:avLst>
          </a:prstGeom>
          <a:ln w="3175">
            <a:solidFill>
              <a:schemeClr val="tx1"/>
            </a:solidFill>
            <a:headEnd type="none" w="med" len="med"/>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088776"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a:ln>
                <a:noFill/>
              </a:ln>
              <a:solidFill>
                <a:srgbClr val="000000"/>
              </a:solidFill>
              <a:effectLst/>
              <a:uLnTx/>
              <a:uFillTx/>
              <a:latin typeface="72 Brand"/>
              <a:ea typeface="+mn-ea"/>
              <a:cs typeface="+mn-cs"/>
            </a:endParaRPr>
          </a:p>
        </p:txBody>
      </p:sp>
      <p:sp>
        <p:nvSpPr>
          <p:cNvPr id="17" name="Arc 16">
            <a:extLst>
              <a:ext uri="{FF2B5EF4-FFF2-40B4-BE49-F238E27FC236}">
                <a16:creationId xmlns:a16="http://schemas.microsoft.com/office/drawing/2014/main" id="{E5BE5284-7EAB-E298-606A-689F08B5F6B2}"/>
              </a:ext>
            </a:extLst>
          </p:cNvPr>
          <p:cNvSpPr/>
          <p:nvPr/>
        </p:nvSpPr>
        <p:spPr>
          <a:xfrm rot="10800000">
            <a:off x="5153025" y="4245391"/>
            <a:ext cx="1723263" cy="1636776"/>
          </a:xfrm>
          <a:prstGeom prst="arc">
            <a:avLst>
              <a:gd name="adj1" fmla="val 10961411"/>
              <a:gd name="adj2" fmla="val 21440755"/>
            </a:avLst>
          </a:prstGeom>
          <a:ln w="3175">
            <a:solidFill>
              <a:schemeClr val="tx1"/>
            </a:solidFill>
            <a:headEnd type="none" w="med" len="med"/>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088776"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a:ln>
                <a:noFill/>
              </a:ln>
              <a:solidFill>
                <a:srgbClr val="000000"/>
              </a:solidFill>
              <a:effectLst/>
              <a:uLnTx/>
              <a:uFillTx/>
              <a:latin typeface="72 Brand"/>
              <a:ea typeface="+mn-ea"/>
              <a:cs typeface="+mn-cs"/>
            </a:endParaRPr>
          </a:p>
        </p:txBody>
      </p:sp>
      <p:sp>
        <p:nvSpPr>
          <p:cNvPr id="18" name="Arc 17">
            <a:extLst>
              <a:ext uri="{FF2B5EF4-FFF2-40B4-BE49-F238E27FC236}">
                <a16:creationId xmlns:a16="http://schemas.microsoft.com/office/drawing/2014/main" id="{5BCC6473-E26D-91EB-4E6B-B5AF2A3BA67F}"/>
              </a:ext>
            </a:extLst>
          </p:cNvPr>
          <p:cNvSpPr/>
          <p:nvPr/>
        </p:nvSpPr>
        <p:spPr>
          <a:xfrm rot="10800000">
            <a:off x="1688591" y="4271517"/>
            <a:ext cx="1723262" cy="1636776"/>
          </a:xfrm>
          <a:prstGeom prst="arc">
            <a:avLst>
              <a:gd name="adj1" fmla="val 10925990"/>
              <a:gd name="adj2" fmla="val 21452890"/>
            </a:avLst>
          </a:prstGeom>
          <a:ln w="3175">
            <a:solidFill>
              <a:schemeClr val="tx1"/>
            </a:solidFill>
            <a:headEnd type="none" w="med" len="med"/>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088776"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a:ln>
                <a:noFill/>
              </a:ln>
              <a:solidFill>
                <a:srgbClr val="000000"/>
              </a:solidFill>
              <a:effectLst/>
              <a:uLnTx/>
              <a:uFillTx/>
              <a:latin typeface="72 Brand"/>
              <a:ea typeface="+mn-ea"/>
              <a:cs typeface="+mn-cs"/>
            </a:endParaRPr>
          </a:p>
        </p:txBody>
      </p:sp>
      <p:cxnSp>
        <p:nvCxnSpPr>
          <p:cNvPr id="19" name="Straight Connector 18">
            <a:extLst>
              <a:ext uri="{FF2B5EF4-FFF2-40B4-BE49-F238E27FC236}">
                <a16:creationId xmlns:a16="http://schemas.microsoft.com/office/drawing/2014/main" id="{18774FFA-218D-A8DD-524A-86AEB25A6564}"/>
              </a:ext>
            </a:extLst>
          </p:cNvPr>
          <p:cNvCxnSpPr>
            <a:cxnSpLocks/>
          </p:cNvCxnSpPr>
          <p:nvPr/>
        </p:nvCxnSpPr>
        <p:spPr>
          <a:xfrm flipH="1">
            <a:off x="3413672" y="4173082"/>
            <a:ext cx="30411" cy="992669"/>
          </a:xfrm>
          <a:prstGeom prst="line">
            <a:avLst/>
          </a:prstGeom>
          <a:ln w="3175">
            <a:solidFill>
              <a:schemeClr val="tx1"/>
            </a:solidFill>
            <a:headEnd type="none" w="med" len="med"/>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D8B6CD2-2D75-78A6-7BFC-CF8C634D31F5}"/>
              </a:ext>
            </a:extLst>
          </p:cNvPr>
          <p:cNvCxnSpPr>
            <a:cxnSpLocks/>
            <a:stCxn id="13" idx="2"/>
          </p:cNvCxnSpPr>
          <p:nvPr/>
        </p:nvCxnSpPr>
        <p:spPr>
          <a:xfrm>
            <a:off x="5140117" y="3706643"/>
            <a:ext cx="13555" cy="1421362"/>
          </a:xfrm>
          <a:prstGeom prst="line">
            <a:avLst/>
          </a:prstGeom>
          <a:ln w="3175">
            <a:solidFill>
              <a:schemeClr val="tx1"/>
            </a:solidFill>
            <a:headEnd type="none" w="med" len="med"/>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F070871-F8F7-7596-F456-3FB6E8A38BC7}"/>
              </a:ext>
            </a:extLst>
          </p:cNvPr>
          <p:cNvCxnSpPr>
            <a:cxnSpLocks/>
          </p:cNvCxnSpPr>
          <p:nvPr/>
        </p:nvCxnSpPr>
        <p:spPr>
          <a:xfrm>
            <a:off x="6869288" y="1693290"/>
            <a:ext cx="0" cy="3434715"/>
          </a:xfrm>
          <a:prstGeom prst="line">
            <a:avLst/>
          </a:prstGeom>
          <a:ln w="3175">
            <a:solidFill>
              <a:schemeClr val="tx1"/>
            </a:solidFill>
            <a:headEnd type="none" w="med" len="med"/>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307E52D-6643-B99C-FAEB-DF528F1700CA}"/>
              </a:ext>
            </a:extLst>
          </p:cNvPr>
          <p:cNvCxnSpPr>
            <a:cxnSpLocks/>
          </p:cNvCxnSpPr>
          <p:nvPr/>
        </p:nvCxnSpPr>
        <p:spPr>
          <a:xfrm>
            <a:off x="8544513" y="2182536"/>
            <a:ext cx="486" cy="3419010"/>
          </a:xfrm>
          <a:prstGeom prst="line">
            <a:avLst/>
          </a:prstGeom>
          <a:ln w="3175">
            <a:solidFill>
              <a:schemeClr val="tx1"/>
            </a:solidFill>
            <a:headEnd type="none" w="med" len="med"/>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74BDC64-242B-1ACD-B543-52EAF3D7CB50}"/>
              </a:ext>
            </a:extLst>
          </p:cNvPr>
          <p:cNvCxnSpPr>
            <a:cxnSpLocks/>
          </p:cNvCxnSpPr>
          <p:nvPr/>
        </p:nvCxnSpPr>
        <p:spPr>
          <a:xfrm>
            <a:off x="10248013" y="2836925"/>
            <a:ext cx="0" cy="2291080"/>
          </a:xfrm>
          <a:prstGeom prst="line">
            <a:avLst/>
          </a:prstGeom>
          <a:ln w="3175">
            <a:solidFill>
              <a:schemeClr val="tx1"/>
            </a:solidFill>
            <a:headEnd type="none" w="med" len="med"/>
            <a:tailEnd type="non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D05435A1-D191-9841-0717-470447A660ED}"/>
              </a:ext>
            </a:extLst>
          </p:cNvPr>
          <p:cNvSpPr/>
          <p:nvPr/>
        </p:nvSpPr>
        <p:spPr bwMode="gray">
          <a:xfrm>
            <a:off x="2771320" y="3584546"/>
            <a:ext cx="1508760" cy="676656"/>
          </a:xfrm>
          <a:prstGeom prst="rect">
            <a:avLst/>
          </a:prstGeom>
          <a:solidFill>
            <a:schemeClr val="bg1"/>
          </a:solidFill>
          <a:ln>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16" rIns="0" bIns="91416"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0"/>
              </a:spcAft>
              <a:buClrTx/>
              <a:buSzTx/>
              <a:buFontTx/>
              <a:buNone/>
              <a:tabLst/>
              <a:defRPr/>
            </a:pP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Apply clearing rules </a:t>
            </a:r>
          </a:p>
        </p:txBody>
      </p:sp>
      <p:sp>
        <p:nvSpPr>
          <p:cNvPr id="34" name="Rectangle 33">
            <a:extLst>
              <a:ext uri="{FF2B5EF4-FFF2-40B4-BE49-F238E27FC236}">
                <a16:creationId xmlns:a16="http://schemas.microsoft.com/office/drawing/2014/main" id="{5BD61764-EBF7-62A8-DA2D-D04BCFAAD2B0}"/>
              </a:ext>
            </a:extLst>
          </p:cNvPr>
          <p:cNvSpPr/>
          <p:nvPr/>
        </p:nvSpPr>
        <p:spPr bwMode="gray">
          <a:xfrm>
            <a:off x="5979179" y="5042059"/>
            <a:ext cx="1508760" cy="676656"/>
          </a:xfrm>
          <a:prstGeom prst="rect">
            <a:avLst/>
          </a:prstGeom>
          <a:solidFill>
            <a:schemeClr val="bg1"/>
          </a:solidFill>
          <a:ln>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16" rIns="0" bIns="91416"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0"/>
              </a:spcAft>
              <a:buClrTx/>
              <a:buSzTx/>
              <a:buFontTx/>
              <a:buNone/>
              <a:tabLst/>
              <a:defRPr/>
            </a:pP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Prepare</a:t>
            </a:r>
            <a:b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b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clearing proposals</a:t>
            </a:r>
          </a:p>
        </p:txBody>
      </p:sp>
      <p:sp>
        <p:nvSpPr>
          <p:cNvPr id="35" name="Rectangle 34">
            <a:extLst>
              <a:ext uri="{FF2B5EF4-FFF2-40B4-BE49-F238E27FC236}">
                <a16:creationId xmlns:a16="http://schemas.microsoft.com/office/drawing/2014/main" id="{D1CA54FB-119A-4ABA-7F3F-0515F13AA334}"/>
              </a:ext>
            </a:extLst>
          </p:cNvPr>
          <p:cNvSpPr/>
          <p:nvPr/>
        </p:nvSpPr>
        <p:spPr bwMode="gray">
          <a:xfrm>
            <a:off x="6088922" y="3401992"/>
            <a:ext cx="1508760" cy="676656"/>
          </a:xfrm>
          <a:prstGeom prst="rect">
            <a:avLst/>
          </a:prstGeom>
          <a:solidFill>
            <a:schemeClr val="bg1"/>
          </a:solidFill>
          <a:ln>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16" rIns="0" bIns="91416"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0"/>
              </a:spcAft>
              <a:buClrTx/>
              <a:buSzTx/>
              <a:buFontTx/>
              <a:buNone/>
              <a:tabLst/>
              <a:defRPr/>
            </a:pP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Notify</a:t>
            </a:r>
            <a:b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b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User</a:t>
            </a:r>
          </a:p>
        </p:txBody>
      </p:sp>
      <p:sp>
        <p:nvSpPr>
          <p:cNvPr id="36" name="Rectangle 35">
            <a:extLst>
              <a:ext uri="{FF2B5EF4-FFF2-40B4-BE49-F238E27FC236}">
                <a16:creationId xmlns:a16="http://schemas.microsoft.com/office/drawing/2014/main" id="{72F45F47-AD9B-441A-4152-D751E6DE98AD}"/>
              </a:ext>
            </a:extLst>
          </p:cNvPr>
          <p:cNvSpPr/>
          <p:nvPr/>
        </p:nvSpPr>
        <p:spPr bwMode="gray">
          <a:xfrm>
            <a:off x="9514830" y="4456021"/>
            <a:ext cx="1508760" cy="676656"/>
          </a:xfrm>
          <a:prstGeom prst="rect">
            <a:avLst/>
          </a:prstGeom>
          <a:solidFill>
            <a:schemeClr val="bg1"/>
          </a:solidFill>
          <a:ln>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16" rIns="0" bIns="91416"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0"/>
              </a:spcAft>
              <a:buClrTx/>
              <a:buSzTx/>
              <a:buFontTx/>
              <a:buNone/>
              <a:tabLst/>
              <a:defRPr/>
            </a:pP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Post journal entries</a:t>
            </a:r>
          </a:p>
        </p:txBody>
      </p:sp>
      <p:sp>
        <p:nvSpPr>
          <p:cNvPr id="37" name="Rectangle 36">
            <a:extLst>
              <a:ext uri="{FF2B5EF4-FFF2-40B4-BE49-F238E27FC236}">
                <a16:creationId xmlns:a16="http://schemas.microsoft.com/office/drawing/2014/main" id="{E86314BD-6888-1B14-EBCB-C6B1F24384F7}"/>
              </a:ext>
            </a:extLst>
          </p:cNvPr>
          <p:cNvSpPr/>
          <p:nvPr/>
        </p:nvSpPr>
        <p:spPr bwMode="gray">
          <a:xfrm>
            <a:off x="9497768" y="2324094"/>
            <a:ext cx="1508760" cy="676656"/>
          </a:xfrm>
          <a:prstGeom prst="rect">
            <a:avLst/>
          </a:prstGeom>
          <a:solidFill>
            <a:schemeClr val="bg1"/>
          </a:solidFill>
          <a:ln>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16" rIns="0" bIns="91416"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0"/>
              </a:spcAft>
              <a:buClrTx/>
              <a:buSzTx/>
              <a:buFontTx/>
              <a:buNone/>
              <a:tabLst/>
              <a:defRPr/>
            </a:pP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Check the </a:t>
            </a:r>
          </a:p>
          <a:p>
            <a:pPr marL="0" marR="0" lvl="0" indent="0" algn="ctr" defTabSz="932192" rtl="0" eaLnBrk="1" fontAlgn="base" latinLnBrk="0" hangingPunct="1">
              <a:lnSpc>
                <a:spcPct val="90000"/>
              </a:lnSpc>
              <a:spcBef>
                <a:spcPct val="0"/>
              </a:spcBef>
              <a:spcAft>
                <a:spcPts val="0"/>
              </a:spcAft>
              <a:buClrTx/>
              <a:buSzTx/>
              <a:buFontTx/>
              <a:buNone/>
              <a:tabLst/>
              <a:defRPr/>
            </a:pP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accounting entries</a:t>
            </a:r>
          </a:p>
        </p:txBody>
      </p:sp>
      <p:sp>
        <p:nvSpPr>
          <p:cNvPr id="38" name="Rectangle 37">
            <a:extLst>
              <a:ext uri="{FF2B5EF4-FFF2-40B4-BE49-F238E27FC236}">
                <a16:creationId xmlns:a16="http://schemas.microsoft.com/office/drawing/2014/main" id="{802B192A-4D56-45B7-8DB8-64A28D928504}"/>
              </a:ext>
            </a:extLst>
          </p:cNvPr>
          <p:cNvSpPr/>
          <p:nvPr/>
        </p:nvSpPr>
        <p:spPr bwMode="gray">
          <a:xfrm>
            <a:off x="7795345" y="3410647"/>
            <a:ext cx="1508760" cy="676656"/>
          </a:xfrm>
          <a:prstGeom prst="rect">
            <a:avLst/>
          </a:prstGeom>
          <a:solidFill>
            <a:schemeClr val="bg1"/>
          </a:solidFill>
          <a:ln>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16" rIns="0" bIns="91416"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0"/>
              </a:spcAft>
              <a:buClrTx/>
              <a:buSzTx/>
              <a:buFontTx/>
              <a:buNone/>
              <a:tabLst/>
              <a:defRPr/>
            </a:pP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Review and Accept/Reject</a:t>
            </a:r>
            <a:b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b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proposals</a:t>
            </a:r>
          </a:p>
        </p:txBody>
      </p:sp>
      <p:sp>
        <p:nvSpPr>
          <p:cNvPr id="50" name="Rectangle 49">
            <a:extLst>
              <a:ext uri="{FF2B5EF4-FFF2-40B4-BE49-F238E27FC236}">
                <a16:creationId xmlns:a16="http://schemas.microsoft.com/office/drawing/2014/main" id="{9355A4A6-0EA6-5B7D-78C1-3A70FF401383}"/>
              </a:ext>
            </a:extLst>
          </p:cNvPr>
          <p:cNvSpPr/>
          <p:nvPr/>
        </p:nvSpPr>
        <p:spPr bwMode="gray">
          <a:xfrm>
            <a:off x="969474" y="2744600"/>
            <a:ext cx="1508760" cy="676656"/>
          </a:xfrm>
          <a:prstGeom prst="rect">
            <a:avLst/>
          </a:prstGeom>
          <a:solidFill>
            <a:schemeClr val="bg1"/>
          </a:solidFill>
          <a:ln>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16" rIns="0" bIns="91416"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0"/>
              </a:spcAft>
              <a:buClrTx/>
              <a:buSzTx/>
              <a:buFontTx/>
              <a:buNone/>
              <a:tabLst/>
              <a:defRPr/>
            </a:pP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Trigger agent for specific company and/or customer/supplier</a:t>
            </a:r>
          </a:p>
        </p:txBody>
      </p:sp>
      <p:grpSp>
        <p:nvGrpSpPr>
          <p:cNvPr id="6" name="Group 5">
            <a:extLst>
              <a:ext uri="{FF2B5EF4-FFF2-40B4-BE49-F238E27FC236}">
                <a16:creationId xmlns:a16="http://schemas.microsoft.com/office/drawing/2014/main" id="{9EACA4E4-0896-D4B0-6412-6DE4BFD6D1D2}"/>
              </a:ext>
            </a:extLst>
          </p:cNvPr>
          <p:cNvGrpSpPr/>
          <p:nvPr/>
        </p:nvGrpSpPr>
        <p:grpSpPr>
          <a:xfrm>
            <a:off x="3547675" y="4336806"/>
            <a:ext cx="1005420" cy="1034760"/>
            <a:chOff x="3503348" y="3092928"/>
            <a:chExt cx="1005420" cy="1034760"/>
          </a:xfrm>
        </p:grpSpPr>
        <p:sp>
          <p:nvSpPr>
            <p:cNvPr id="2" name="Rectangle 1">
              <a:extLst>
                <a:ext uri="{FF2B5EF4-FFF2-40B4-BE49-F238E27FC236}">
                  <a16:creationId xmlns:a16="http://schemas.microsoft.com/office/drawing/2014/main" id="{3BBDDD4E-DA37-F05D-1BA3-5223600A50AD}"/>
                </a:ext>
              </a:extLst>
            </p:cNvPr>
            <p:cNvSpPr/>
            <p:nvPr/>
          </p:nvSpPr>
          <p:spPr bwMode="gray">
            <a:xfrm>
              <a:off x="3503348" y="3092928"/>
              <a:ext cx="1005420" cy="1034760"/>
            </a:xfrm>
            <a:prstGeom prst="rect">
              <a:avLst/>
            </a:prstGeom>
            <a:noFill/>
            <a:ln w="6350" algn="ctr">
              <a:solidFill>
                <a:schemeClr val="accent6">
                  <a:lumMod val="40000"/>
                  <a:lumOff val="60000"/>
                </a:schemeClr>
              </a:solid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4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sp>
          <p:nvSpPr>
            <p:cNvPr id="3" name="Rectangle 2">
              <a:extLst>
                <a:ext uri="{FF2B5EF4-FFF2-40B4-BE49-F238E27FC236}">
                  <a16:creationId xmlns:a16="http://schemas.microsoft.com/office/drawing/2014/main" id="{AC87DDC4-3E05-1D30-6649-394BBDC56D7A}"/>
                </a:ext>
              </a:extLst>
            </p:cNvPr>
            <p:cNvSpPr/>
            <p:nvPr/>
          </p:nvSpPr>
          <p:spPr bwMode="gray">
            <a:xfrm>
              <a:off x="3551171" y="3139021"/>
              <a:ext cx="941515" cy="919375"/>
            </a:xfrm>
            <a:prstGeom prst="rect">
              <a:avLst/>
            </a:prstGeom>
            <a:solidFill>
              <a:schemeClr val="bg1"/>
            </a:solidFill>
            <a:ln w="3175" algn="ctr">
              <a:noFill/>
              <a:miter lim="800000"/>
              <a:headEnd/>
              <a:tailEnd/>
            </a:ln>
          </p:spPr>
          <p:txBody>
            <a:bodyPr lIns="0" tIns="0" rIns="0" bIns="0" rtlCol="0" anchor="ctr"/>
            <a:lstStyle/>
            <a:p>
              <a:pPr marL="0" marR="0" lvl="0" indent="0" algn="l" defTabSz="1088776" rtl="0" eaLnBrk="1" fontAlgn="auto" latinLnBrk="0" hangingPunct="1">
                <a:lnSpc>
                  <a:spcPct val="100000"/>
                </a:lnSpc>
                <a:spcBef>
                  <a:spcPts val="0"/>
                </a:spcBef>
                <a:spcAft>
                  <a:spcPts val="0"/>
                </a:spcAft>
                <a:buClrTx/>
                <a:buSzPct val="100000"/>
                <a:buFontTx/>
                <a:buNone/>
                <a:tabLst/>
                <a:defRPr/>
              </a:pPr>
              <a:r>
                <a:rPr kumimoji="0" lang="en-US" sz="90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rPr>
                <a:t>Sample rules</a:t>
              </a:r>
            </a:p>
            <a:p>
              <a:pPr marL="171450" marR="0" lvl="0" indent="-171450" algn="l" defTabSz="1088776"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90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rPr>
                <a:t>Zero Balance</a:t>
              </a:r>
            </a:p>
            <a:p>
              <a:pPr marL="171450" marR="0" lvl="0" indent="-171450" algn="l" defTabSz="1088776"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90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rPr>
                <a:t>Reference</a:t>
              </a:r>
            </a:p>
            <a:p>
              <a:pPr marL="171450" marR="0" lvl="0" indent="-171450" algn="l" defTabSz="1088776"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90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rPr>
                <a:t>Assignment</a:t>
              </a:r>
            </a:p>
            <a:p>
              <a:pPr marL="171450" marR="0" lvl="0" indent="-171450" algn="l" defTabSz="1088776"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90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rPr>
                <a:t>Item Text</a:t>
              </a:r>
            </a:p>
          </p:txBody>
        </p:sp>
      </p:grpSp>
      <p:grpSp>
        <p:nvGrpSpPr>
          <p:cNvPr id="7" name="Group 6">
            <a:extLst>
              <a:ext uri="{FF2B5EF4-FFF2-40B4-BE49-F238E27FC236}">
                <a16:creationId xmlns:a16="http://schemas.microsoft.com/office/drawing/2014/main" id="{4CE13425-E8C6-B4CB-6FF8-72771367E07A}"/>
              </a:ext>
            </a:extLst>
          </p:cNvPr>
          <p:cNvGrpSpPr/>
          <p:nvPr/>
        </p:nvGrpSpPr>
        <p:grpSpPr>
          <a:xfrm>
            <a:off x="6109708" y="6350176"/>
            <a:ext cx="5190249" cy="416102"/>
            <a:chOff x="6109708" y="6350176"/>
            <a:chExt cx="5190249" cy="416102"/>
          </a:xfrm>
        </p:grpSpPr>
        <p:sp>
          <p:nvSpPr>
            <p:cNvPr id="12" name="Rectangle 11">
              <a:extLst>
                <a:ext uri="{FF2B5EF4-FFF2-40B4-BE49-F238E27FC236}">
                  <a16:creationId xmlns:a16="http://schemas.microsoft.com/office/drawing/2014/main" id="{589118E5-4375-FE1B-FB20-3F876C631AFC}"/>
                </a:ext>
              </a:extLst>
            </p:cNvPr>
            <p:cNvSpPr/>
            <p:nvPr/>
          </p:nvSpPr>
          <p:spPr bwMode="gray">
            <a:xfrm>
              <a:off x="6109708" y="6350176"/>
              <a:ext cx="5190249" cy="416102"/>
            </a:xfrm>
            <a:prstGeom prst="rect">
              <a:avLst/>
            </a:prstGeom>
            <a:solidFill>
              <a:srgbClr val="EAECEE"/>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grpSp>
          <p:nvGrpSpPr>
            <p:cNvPr id="30" name="Group 29">
              <a:extLst>
                <a:ext uri="{FF2B5EF4-FFF2-40B4-BE49-F238E27FC236}">
                  <a16:creationId xmlns:a16="http://schemas.microsoft.com/office/drawing/2014/main" id="{9731B013-EBAD-4D99-74DF-045856E362FB}"/>
                </a:ext>
              </a:extLst>
            </p:cNvPr>
            <p:cNvGrpSpPr/>
            <p:nvPr/>
          </p:nvGrpSpPr>
          <p:grpSpPr>
            <a:xfrm>
              <a:off x="6198869" y="6399580"/>
              <a:ext cx="5047738" cy="343314"/>
              <a:chOff x="6198869" y="6380864"/>
              <a:chExt cx="5047738" cy="343314"/>
            </a:xfrm>
          </p:grpSpPr>
          <p:grpSp>
            <p:nvGrpSpPr>
              <p:cNvPr id="31" name="Group 30">
                <a:extLst>
                  <a:ext uri="{FF2B5EF4-FFF2-40B4-BE49-F238E27FC236}">
                    <a16:creationId xmlns:a16="http://schemas.microsoft.com/office/drawing/2014/main" id="{7E20A831-C709-28D9-8FC5-2E604D171F62}"/>
                  </a:ext>
                </a:extLst>
              </p:cNvPr>
              <p:cNvGrpSpPr/>
              <p:nvPr/>
            </p:nvGrpSpPr>
            <p:grpSpPr>
              <a:xfrm>
                <a:off x="10330687" y="6380865"/>
                <a:ext cx="915920" cy="343313"/>
                <a:chOff x="12358260" y="3925250"/>
                <a:chExt cx="1100037" cy="412325"/>
              </a:xfrm>
            </p:grpSpPr>
            <p:grpSp>
              <p:nvGrpSpPr>
                <p:cNvPr id="67" name="Group 66">
                  <a:extLst>
                    <a:ext uri="{FF2B5EF4-FFF2-40B4-BE49-F238E27FC236}">
                      <a16:creationId xmlns:a16="http://schemas.microsoft.com/office/drawing/2014/main" id="{B5FB8AD8-5B64-8245-DD91-697B74249479}"/>
                    </a:ext>
                  </a:extLst>
                </p:cNvPr>
                <p:cNvGrpSpPr/>
                <p:nvPr/>
              </p:nvGrpSpPr>
              <p:grpSpPr>
                <a:xfrm>
                  <a:off x="12358260" y="3925250"/>
                  <a:ext cx="380876" cy="381077"/>
                  <a:chOff x="12358260" y="3925250"/>
                  <a:chExt cx="380876" cy="381077"/>
                </a:xfrm>
              </p:grpSpPr>
              <p:sp>
                <p:nvSpPr>
                  <p:cNvPr id="69" name="Oval 68">
                    <a:extLst>
                      <a:ext uri="{FF2B5EF4-FFF2-40B4-BE49-F238E27FC236}">
                        <a16:creationId xmlns:a16="http://schemas.microsoft.com/office/drawing/2014/main" id="{9C3D925A-8F8F-336B-0A90-DB274344C57F}"/>
                      </a:ext>
                    </a:extLst>
                  </p:cNvPr>
                  <p:cNvSpPr/>
                  <p:nvPr/>
                </p:nvSpPr>
                <p:spPr bwMode="gray">
                  <a:xfrm>
                    <a:off x="12358260" y="3925250"/>
                    <a:ext cx="380876" cy="381077"/>
                  </a:xfrm>
                  <a:prstGeom prst="ellipse">
                    <a:avLst/>
                  </a:prstGeom>
                  <a:solidFill>
                    <a:srgbClr val="5134C1"/>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70" name="Graphic 69" descr="Single gear with solid fill">
                    <a:extLst>
                      <a:ext uri="{FF2B5EF4-FFF2-40B4-BE49-F238E27FC236}">
                        <a16:creationId xmlns:a16="http://schemas.microsoft.com/office/drawing/2014/main" id="{578D81B6-B314-8E3D-7AA1-CB0625F0A47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2369381" y="3936471"/>
                    <a:ext cx="358634" cy="358634"/>
                  </a:xfrm>
                  <a:prstGeom prst="rect">
                    <a:avLst/>
                  </a:prstGeom>
                </p:spPr>
              </p:pic>
            </p:grpSp>
            <p:sp>
              <p:nvSpPr>
                <p:cNvPr id="68" name="TextBox 67">
                  <a:extLst>
                    <a:ext uri="{FF2B5EF4-FFF2-40B4-BE49-F238E27FC236}">
                      <a16:creationId xmlns:a16="http://schemas.microsoft.com/office/drawing/2014/main" id="{EC209E3A-E976-8451-F918-72F358F534BC}"/>
                    </a:ext>
                  </a:extLst>
                </p:cNvPr>
                <p:cNvSpPr txBox="1"/>
                <p:nvPr/>
              </p:nvSpPr>
              <p:spPr>
                <a:xfrm>
                  <a:off x="12808264" y="4041859"/>
                  <a:ext cx="650033" cy="295716"/>
                </a:xfrm>
                <a:prstGeom prst="rect">
                  <a:avLst/>
                </a:prstGeom>
                <a:noFill/>
                <a:ln w="28575">
                  <a:noFill/>
                </a:ln>
              </p:spPr>
              <p:txBody>
                <a:bodyPr wrap="square" lIns="0" tIns="0" rIns="0" bIns="0" rtlCol="0">
                  <a:spAutoFit/>
                </a:bodyPr>
                <a:lstStyle/>
                <a:p>
                  <a:pPr marL="0" marR="0" lvl="0" indent="0" algn="l" defTabSz="1088449" rtl="0" eaLnBrk="1" fontAlgn="base" latinLnBrk="0" hangingPunct="1">
                    <a:lnSpc>
                      <a:spcPct val="100000"/>
                    </a:lnSpc>
                    <a:spcBef>
                      <a:spcPct val="50000"/>
                    </a:spcBef>
                    <a:spcAft>
                      <a:spcPct val="0"/>
                    </a:spcAft>
                    <a:buClr>
                      <a:srgbClr val="000000"/>
                    </a:buClr>
                    <a:buSzPct val="100000"/>
                    <a:buFontTx/>
                    <a:buNone/>
                    <a:tabLst/>
                    <a:defRPr/>
                  </a:pPr>
                  <a:r>
                    <a:rPr kumimoji="0" lang="en-US" sz="800" b="0" i="0" u="none" strike="noStrike" kern="0" cap="none" spc="0" normalizeH="0" baseline="0" noProof="0">
                      <a:ln>
                        <a:noFill/>
                      </a:ln>
                      <a:solidFill>
                        <a:srgbClr val="000000">
                          <a:lumMod val="95000"/>
                          <a:lumOff val="5000"/>
                        </a:srgbClr>
                      </a:solidFill>
                      <a:effectLst/>
                      <a:uLnTx/>
                      <a:uFillTx/>
                      <a:latin typeface="72 Brand" panose="020B0504030603020204" pitchFamily="34" charset="0"/>
                      <a:ea typeface="72 Brand" pitchFamily="34" charset="-128"/>
                      <a:cs typeface="72 Brand" pitchFamily="34" charset="-128"/>
                    </a:rPr>
                    <a:t>ERP</a:t>
                  </a:r>
                  <a:br>
                    <a:rPr kumimoji="0" lang="en-US" sz="800" b="0" i="0" u="none" strike="noStrike" kern="0" cap="none" spc="0" normalizeH="0" baseline="0" noProof="0">
                      <a:ln>
                        <a:noFill/>
                      </a:ln>
                      <a:solidFill>
                        <a:srgbClr val="000000">
                          <a:lumMod val="95000"/>
                          <a:lumOff val="5000"/>
                        </a:srgbClr>
                      </a:solidFill>
                      <a:effectLst/>
                      <a:uLnTx/>
                      <a:uFillTx/>
                      <a:latin typeface="72 Brand" panose="020B0504030603020204" pitchFamily="34" charset="0"/>
                      <a:ea typeface="72 Brand" pitchFamily="34" charset="-128"/>
                      <a:cs typeface="72 Brand" pitchFamily="34" charset="-128"/>
                    </a:rPr>
                  </a:br>
                  <a:r>
                    <a:rPr kumimoji="0" lang="en-US" sz="800" b="0" i="0" u="none" strike="noStrike" kern="0" cap="none" spc="0" normalizeH="0" baseline="0" noProof="0">
                      <a:ln>
                        <a:noFill/>
                      </a:ln>
                      <a:solidFill>
                        <a:srgbClr val="000000">
                          <a:lumMod val="95000"/>
                          <a:lumOff val="5000"/>
                        </a:srgbClr>
                      </a:solidFill>
                      <a:effectLst/>
                      <a:uLnTx/>
                      <a:uFillTx/>
                      <a:latin typeface="72 Brand" panose="020B0504030603020204" pitchFamily="34" charset="0"/>
                      <a:ea typeface="72 Brand" pitchFamily="34" charset="-128"/>
                      <a:cs typeface="72 Brand" pitchFamily="34" charset="-128"/>
                    </a:rPr>
                    <a:t>Automation</a:t>
                  </a:r>
                </a:p>
              </p:txBody>
            </p:sp>
          </p:grpSp>
          <p:grpSp>
            <p:nvGrpSpPr>
              <p:cNvPr id="32" name="Group 31">
                <a:extLst>
                  <a:ext uri="{FF2B5EF4-FFF2-40B4-BE49-F238E27FC236}">
                    <a16:creationId xmlns:a16="http://schemas.microsoft.com/office/drawing/2014/main" id="{9F799604-F1F3-F68B-BCA7-840765F28773}"/>
                  </a:ext>
                </a:extLst>
              </p:cNvPr>
              <p:cNvGrpSpPr/>
              <p:nvPr/>
            </p:nvGrpSpPr>
            <p:grpSpPr>
              <a:xfrm>
                <a:off x="9220064" y="6380864"/>
                <a:ext cx="1089919" cy="317295"/>
                <a:chOff x="11899878" y="3481908"/>
                <a:chExt cx="1309012" cy="381077"/>
              </a:xfrm>
            </p:grpSpPr>
            <p:grpSp>
              <p:nvGrpSpPr>
                <p:cNvPr id="63" name="Group 62">
                  <a:extLst>
                    <a:ext uri="{FF2B5EF4-FFF2-40B4-BE49-F238E27FC236}">
                      <a16:creationId xmlns:a16="http://schemas.microsoft.com/office/drawing/2014/main" id="{D4385E0B-0DC0-69F3-FF59-755039705FC4}"/>
                    </a:ext>
                  </a:extLst>
                </p:cNvPr>
                <p:cNvGrpSpPr/>
                <p:nvPr/>
              </p:nvGrpSpPr>
              <p:grpSpPr>
                <a:xfrm>
                  <a:off x="11899878" y="3481908"/>
                  <a:ext cx="380877" cy="381077"/>
                  <a:chOff x="11899878" y="3481908"/>
                  <a:chExt cx="380877" cy="381077"/>
                </a:xfrm>
              </p:grpSpPr>
              <p:sp>
                <p:nvSpPr>
                  <p:cNvPr id="65" name="Oval 64">
                    <a:extLst>
                      <a:ext uri="{FF2B5EF4-FFF2-40B4-BE49-F238E27FC236}">
                        <a16:creationId xmlns:a16="http://schemas.microsoft.com/office/drawing/2014/main" id="{118380E2-C2EF-A84A-CC50-ED7810B9AA3F}"/>
                      </a:ext>
                    </a:extLst>
                  </p:cNvPr>
                  <p:cNvSpPr/>
                  <p:nvPr/>
                </p:nvSpPr>
                <p:spPr bwMode="gray">
                  <a:xfrm>
                    <a:off x="11899878" y="3481908"/>
                    <a:ext cx="380877" cy="381077"/>
                  </a:xfrm>
                  <a:prstGeom prst="ellipse">
                    <a:avLst/>
                  </a:prstGeom>
                  <a:solidFill>
                    <a:srgbClr val="5134C1"/>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66" name="Graphic 65" descr="User with solid fill">
                    <a:extLst>
                      <a:ext uri="{FF2B5EF4-FFF2-40B4-BE49-F238E27FC236}">
                        <a16:creationId xmlns:a16="http://schemas.microsoft.com/office/drawing/2014/main" id="{67453793-BE4E-22CD-BFC5-7ADE66B9969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1939289" y="3521415"/>
                    <a:ext cx="302060" cy="302061"/>
                  </a:xfrm>
                  <a:prstGeom prst="rect">
                    <a:avLst/>
                  </a:prstGeom>
                </p:spPr>
              </p:pic>
            </p:grpSp>
            <p:sp>
              <p:nvSpPr>
                <p:cNvPr id="64" name="TextBox 63">
                  <a:extLst>
                    <a:ext uri="{FF2B5EF4-FFF2-40B4-BE49-F238E27FC236}">
                      <a16:creationId xmlns:a16="http://schemas.microsoft.com/office/drawing/2014/main" id="{142E58D4-41F5-EA38-1856-65734A4DF79A}"/>
                    </a:ext>
                  </a:extLst>
                </p:cNvPr>
                <p:cNvSpPr txBox="1"/>
                <p:nvPr/>
              </p:nvSpPr>
              <p:spPr>
                <a:xfrm>
                  <a:off x="12349888" y="3598517"/>
                  <a:ext cx="859002" cy="147859"/>
                </a:xfrm>
                <a:prstGeom prst="rect">
                  <a:avLst/>
                </a:prstGeom>
                <a:noFill/>
                <a:ln w="28575">
                  <a:noFill/>
                </a:ln>
              </p:spPr>
              <p:txBody>
                <a:bodyPr wrap="square" lIns="0" tIns="0" rIns="0" bIns="0" rtlCol="0">
                  <a:spAutoFit/>
                </a:bodyPr>
                <a:lstStyle/>
                <a:p>
                  <a:pPr marL="0" marR="0" lvl="0" indent="0" algn="l" defTabSz="1088449" rtl="0" eaLnBrk="1" fontAlgn="base" latinLnBrk="0" hangingPunct="1">
                    <a:lnSpc>
                      <a:spcPct val="100000"/>
                    </a:lnSpc>
                    <a:spcBef>
                      <a:spcPct val="50000"/>
                    </a:spcBef>
                    <a:spcAft>
                      <a:spcPct val="0"/>
                    </a:spcAft>
                    <a:buClr>
                      <a:srgbClr val="000000"/>
                    </a:buClr>
                    <a:buSzPct val="100000"/>
                    <a:buFontTx/>
                    <a:buNone/>
                    <a:tabLst/>
                    <a:defRPr/>
                  </a:pPr>
                  <a:r>
                    <a:rPr kumimoji="0" lang="en-US" sz="800" b="0" i="0" u="none" strike="noStrike" kern="0" cap="none" spc="0" normalizeH="0" baseline="0" noProof="0">
                      <a:ln>
                        <a:noFill/>
                      </a:ln>
                      <a:solidFill>
                        <a:srgbClr val="000000">
                          <a:lumMod val="95000"/>
                          <a:lumOff val="5000"/>
                        </a:srgbClr>
                      </a:solidFill>
                      <a:effectLst/>
                      <a:uLnTx/>
                      <a:uFillTx/>
                      <a:latin typeface="72 Brand" panose="020B0504030603020204" pitchFamily="34" charset="0"/>
                      <a:ea typeface="72 Brand" pitchFamily="34" charset="-128"/>
                      <a:cs typeface="72 Brand" pitchFamily="34" charset="-128"/>
                    </a:rPr>
                    <a:t>Manual Activity</a:t>
                  </a:r>
                </a:p>
              </p:txBody>
            </p:sp>
          </p:grpSp>
          <p:grpSp>
            <p:nvGrpSpPr>
              <p:cNvPr id="53" name="Group 52">
                <a:extLst>
                  <a:ext uri="{FF2B5EF4-FFF2-40B4-BE49-F238E27FC236}">
                    <a16:creationId xmlns:a16="http://schemas.microsoft.com/office/drawing/2014/main" id="{95B3C242-C52D-2320-A234-BF43474BA43D}"/>
                  </a:ext>
                </a:extLst>
              </p:cNvPr>
              <p:cNvGrpSpPr/>
              <p:nvPr/>
            </p:nvGrpSpPr>
            <p:grpSpPr>
              <a:xfrm>
                <a:off x="6198869" y="6380864"/>
                <a:ext cx="1572745" cy="317295"/>
                <a:chOff x="12358260" y="2592258"/>
                <a:chExt cx="1888895" cy="381077"/>
              </a:xfrm>
            </p:grpSpPr>
            <p:grpSp>
              <p:nvGrpSpPr>
                <p:cNvPr id="59" name="Group 58">
                  <a:extLst>
                    <a:ext uri="{FF2B5EF4-FFF2-40B4-BE49-F238E27FC236}">
                      <a16:creationId xmlns:a16="http://schemas.microsoft.com/office/drawing/2014/main" id="{DFCDA857-8E2B-B2EF-3930-A255423B17AE}"/>
                    </a:ext>
                  </a:extLst>
                </p:cNvPr>
                <p:cNvGrpSpPr/>
                <p:nvPr/>
              </p:nvGrpSpPr>
              <p:grpSpPr>
                <a:xfrm>
                  <a:off x="12358260" y="2592258"/>
                  <a:ext cx="1888895" cy="381077"/>
                  <a:chOff x="12358260" y="2592258"/>
                  <a:chExt cx="1888895" cy="381077"/>
                </a:xfrm>
              </p:grpSpPr>
              <p:sp>
                <p:nvSpPr>
                  <p:cNvPr id="61" name="TextBox 60">
                    <a:extLst>
                      <a:ext uri="{FF2B5EF4-FFF2-40B4-BE49-F238E27FC236}">
                        <a16:creationId xmlns:a16="http://schemas.microsoft.com/office/drawing/2014/main" id="{E66BF092-7B5B-4BCE-DCA7-8BB3C5E8C996}"/>
                      </a:ext>
                    </a:extLst>
                  </p:cNvPr>
                  <p:cNvSpPr txBox="1"/>
                  <p:nvPr/>
                </p:nvSpPr>
                <p:spPr>
                  <a:xfrm>
                    <a:off x="12808263" y="2708867"/>
                    <a:ext cx="1438892" cy="147859"/>
                  </a:xfrm>
                  <a:prstGeom prst="rect">
                    <a:avLst/>
                  </a:prstGeom>
                  <a:noFill/>
                  <a:ln w="28575">
                    <a:noFill/>
                  </a:ln>
                </p:spPr>
                <p:txBody>
                  <a:bodyPr wrap="square" lIns="0" tIns="0" rIns="0" bIns="0" rtlCol="0">
                    <a:spAutoFit/>
                  </a:bodyPr>
                  <a:lstStyle/>
                  <a:p>
                    <a:pPr marL="0" marR="0" lvl="0" indent="0" algn="l" defTabSz="1088449" rtl="0" eaLnBrk="1" fontAlgn="base" latinLnBrk="0" hangingPunct="1">
                      <a:lnSpc>
                        <a:spcPct val="100000"/>
                      </a:lnSpc>
                      <a:spcBef>
                        <a:spcPct val="50000"/>
                      </a:spcBef>
                      <a:spcAft>
                        <a:spcPct val="0"/>
                      </a:spcAft>
                      <a:buClr>
                        <a:srgbClr val="000000"/>
                      </a:buClr>
                      <a:buSzPct val="100000"/>
                      <a:buFontTx/>
                      <a:buNone/>
                      <a:tabLst/>
                      <a:defRPr/>
                    </a:pPr>
                    <a:r>
                      <a:rPr kumimoji="0" lang="en-US" sz="800" b="0" i="0" u="none" strike="noStrike" kern="0" cap="none" spc="0" normalizeH="0" baseline="0" noProof="0">
                        <a:ln>
                          <a:noFill/>
                        </a:ln>
                        <a:solidFill>
                          <a:srgbClr val="000000">
                            <a:lumMod val="95000"/>
                            <a:lumOff val="5000"/>
                          </a:srgbClr>
                        </a:solidFill>
                        <a:effectLst/>
                        <a:uLnTx/>
                        <a:uFillTx/>
                        <a:latin typeface="72 Brand" panose="020B0504030603020204" pitchFamily="34" charset="0"/>
                        <a:ea typeface="72 Brand" pitchFamily="34" charset="-128"/>
                        <a:cs typeface="72 Brand" pitchFamily="34" charset="-128"/>
                      </a:rPr>
                      <a:t>Human in the Loop (HITL)</a:t>
                    </a:r>
                  </a:p>
                </p:txBody>
              </p:sp>
              <p:sp>
                <p:nvSpPr>
                  <p:cNvPr id="62" name="Oval 61">
                    <a:extLst>
                      <a:ext uri="{FF2B5EF4-FFF2-40B4-BE49-F238E27FC236}">
                        <a16:creationId xmlns:a16="http://schemas.microsoft.com/office/drawing/2014/main" id="{42B8DD8A-9CC8-59D0-ED9B-8436CDB2DE57}"/>
                      </a:ext>
                    </a:extLst>
                  </p:cNvPr>
                  <p:cNvSpPr/>
                  <p:nvPr/>
                </p:nvSpPr>
                <p:spPr bwMode="gray">
                  <a:xfrm>
                    <a:off x="12358260" y="2592258"/>
                    <a:ext cx="380876" cy="381077"/>
                  </a:xfrm>
                  <a:prstGeom prst="ellipse">
                    <a:avLst/>
                  </a:prstGeom>
                  <a:solidFill>
                    <a:srgbClr val="0070F2"/>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grpSp>
            <p:pic>
              <p:nvPicPr>
                <p:cNvPr id="60" name="Graphic 41" descr="ID 298876 - person with checkmark at lower right">
                  <a:extLst>
                    <a:ext uri="{FF2B5EF4-FFF2-40B4-BE49-F238E27FC236}">
                      <a16:creationId xmlns:a16="http://schemas.microsoft.com/office/drawing/2014/main" id="{4CEA763D-13D7-2BEA-9B52-96C985797E32}"/>
                    </a:ext>
                  </a:extLst>
                </p:cNvPr>
                <p:cNvPicPr>
                  <a:picLocks noChangeAspect="1"/>
                </p:cNvPicPr>
                <p:nvPr>
                  <p:custDataLst>
                    <p:tags r:id="rId5"/>
                  </p:custDataLst>
                </p:nvPr>
              </p:nvPicPr>
              <p:blipFill>
                <a:blip>
                  <a:extLst>
                    <a:ext uri="{96DAC541-7B7A-43D3-8B79-37D633B846F1}">
                      <asvg:svgBlip xmlns:asvg="http://schemas.microsoft.com/office/drawing/2016/SVG/main" r:embed="rId10"/>
                    </a:ext>
                  </a:extLst>
                </a:blip>
                <a:srcRect/>
                <a:stretch>
                  <a:fillRect/>
                </a:stretch>
              </p:blipFill>
              <p:spPr>
                <a:xfrm>
                  <a:off x="12427720" y="2661817"/>
                  <a:ext cx="241957" cy="241957"/>
                </a:xfrm>
                <a:prstGeom prst="rect">
                  <a:avLst/>
                </a:prstGeom>
              </p:spPr>
            </p:pic>
          </p:grpSp>
          <p:grpSp>
            <p:nvGrpSpPr>
              <p:cNvPr id="54" name="Group 53">
                <a:extLst>
                  <a:ext uri="{FF2B5EF4-FFF2-40B4-BE49-F238E27FC236}">
                    <a16:creationId xmlns:a16="http://schemas.microsoft.com/office/drawing/2014/main" id="{BC6E835F-397D-7675-50A0-5CA18BC0CFD3}"/>
                  </a:ext>
                </a:extLst>
              </p:cNvPr>
              <p:cNvGrpSpPr/>
              <p:nvPr/>
            </p:nvGrpSpPr>
            <p:grpSpPr>
              <a:xfrm>
                <a:off x="7792318" y="6380864"/>
                <a:ext cx="1407042" cy="317295"/>
                <a:chOff x="12358260" y="3025391"/>
                <a:chExt cx="1689883" cy="381077"/>
              </a:xfrm>
            </p:grpSpPr>
            <p:sp>
              <p:nvSpPr>
                <p:cNvPr id="55" name="TextBox 54">
                  <a:extLst>
                    <a:ext uri="{FF2B5EF4-FFF2-40B4-BE49-F238E27FC236}">
                      <a16:creationId xmlns:a16="http://schemas.microsoft.com/office/drawing/2014/main" id="{0A0016C3-7A3E-A232-B16C-E4BFA14AE087}"/>
                    </a:ext>
                  </a:extLst>
                </p:cNvPr>
                <p:cNvSpPr txBox="1"/>
                <p:nvPr/>
              </p:nvSpPr>
              <p:spPr>
                <a:xfrm>
                  <a:off x="12808263" y="3142000"/>
                  <a:ext cx="1239880" cy="147859"/>
                </a:xfrm>
                <a:prstGeom prst="rect">
                  <a:avLst/>
                </a:prstGeom>
                <a:noFill/>
                <a:ln w="28575">
                  <a:noFill/>
                </a:ln>
              </p:spPr>
              <p:txBody>
                <a:bodyPr wrap="square" lIns="0" tIns="0" rIns="0" bIns="0" rtlCol="0">
                  <a:spAutoFit/>
                </a:bodyPr>
                <a:lstStyle/>
                <a:p>
                  <a:pPr marL="0" marR="0" lvl="0" indent="0" algn="l" defTabSz="1088449" rtl="0" eaLnBrk="1" fontAlgn="base" latinLnBrk="0" hangingPunct="1">
                    <a:lnSpc>
                      <a:spcPct val="100000"/>
                    </a:lnSpc>
                    <a:spcBef>
                      <a:spcPct val="50000"/>
                    </a:spcBef>
                    <a:spcAft>
                      <a:spcPct val="0"/>
                    </a:spcAft>
                    <a:buClr>
                      <a:srgbClr val="000000"/>
                    </a:buClr>
                    <a:buSzPct val="100000"/>
                    <a:buFontTx/>
                    <a:buNone/>
                    <a:tabLst/>
                    <a:defRPr/>
                  </a:pPr>
                  <a:r>
                    <a:rPr kumimoji="0" lang="en-US" sz="800" b="0" i="0" u="none" strike="noStrike" kern="0" cap="none" spc="0" normalizeH="0" baseline="0" noProof="0">
                      <a:ln>
                        <a:noFill/>
                      </a:ln>
                      <a:solidFill>
                        <a:srgbClr val="000000">
                          <a:lumMod val="95000"/>
                          <a:lumOff val="5000"/>
                        </a:srgbClr>
                      </a:solidFill>
                      <a:effectLst/>
                      <a:uLnTx/>
                      <a:uFillTx/>
                      <a:latin typeface="72 Brand" panose="020B0504030603020204" pitchFamily="34" charset="0"/>
                      <a:ea typeface="72 Brand" pitchFamily="34" charset="-128"/>
                      <a:cs typeface="72 Brand" pitchFamily="34" charset="-128"/>
                    </a:rPr>
                    <a:t>Autonomous Process</a:t>
                  </a:r>
                </a:p>
              </p:txBody>
            </p:sp>
            <p:grpSp>
              <p:nvGrpSpPr>
                <p:cNvPr id="56" name="Group 55">
                  <a:extLst>
                    <a:ext uri="{FF2B5EF4-FFF2-40B4-BE49-F238E27FC236}">
                      <a16:creationId xmlns:a16="http://schemas.microsoft.com/office/drawing/2014/main" id="{BD0B45AE-9353-07A2-2941-B7502ADBE704}"/>
                    </a:ext>
                  </a:extLst>
                </p:cNvPr>
                <p:cNvGrpSpPr/>
                <p:nvPr/>
              </p:nvGrpSpPr>
              <p:grpSpPr>
                <a:xfrm>
                  <a:off x="12358260" y="3025391"/>
                  <a:ext cx="380876" cy="381077"/>
                  <a:chOff x="12358260" y="2796717"/>
                  <a:chExt cx="380876" cy="381077"/>
                </a:xfrm>
              </p:grpSpPr>
              <p:sp>
                <p:nvSpPr>
                  <p:cNvPr id="57" name="Oval 56">
                    <a:extLst>
                      <a:ext uri="{FF2B5EF4-FFF2-40B4-BE49-F238E27FC236}">
                        <a16:creationId xmlns:a16="http://schemas.microsoft.com/office/drawing/2014/main" id="{DE1BC3C2-9245-FA37-1928-05CFF691220F}"/>
                      </a:ext>
                    </a:extLst>
                  </p:cNvPr>
                  <p:cNvSpPr/>
                  <p:nvPr/>
                </p:nvSpPr>
                <p:spPr bwMode="gray">
                  <a:xfrm>
                    <a:off x="12358260" y="2796717"/>
                    <a:ext cx="380876" cy="381077"/>
                  </a:xfrm>
                  <a:prstGeom prst="ellipse">
                    <a:avLst/>
                  </a:prstGeom>
                  <a:solidFill>
                    <a:srgbClr val="E4DEFF"/>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58" name="Graphic 43">
                    <a:extLst>
                      <a:ext uri="{FF2B5EF4-FFF2-40B4-BE49-F238E27FC236}">
                        <a16:creationId xmlns:a16="http://schemas.microsoft.com/office/drawing/2014/main" id="{72D1A644-9A03-7BD1-140A-C471F0654F3E}"/>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12419583" y="2858141"/>
                    <a:ext cx="258231" cy="258228"/>
                  </a:xfrm>
                  <a:prstGeom prst="rect">
                    <a:avLst/>
                  </a:prstGeom>
                  <a:effectLst/>
                </p:spPr>
              </p:pic>
            </p:grpSp>
          </p:grpSp>
        </p:grpSp>
      </p:grpSp>
      <p:sp>
        <p:nvSpPr>
          <p:cNvPr id="71" name="Rectangle 70">
            <a:extLst>
              <a:ext uri="{FF2B5EF4-FFF2-40B4-BE49-F238E27FC236}">
                <a16:creationId xmlns:a16="http://schemas.microsoft.com/office/drawing/2014/main" id="{45543F1B-7AD6-9B91-3DA0-449F32261DA2}"/>
              </a:ext>
            </a:extLst>
          </p:cNvPr>
          <p:cNvSpPr/>
          <p:nvPr/>
        </p:nvSpPr>
        <p:spPr bwMode="gray">
          <a:xfrm>
            <a:off x="555757" y="1186983"/>
            <a:ext cx="10744200" cy="5082929"/>
          </a:xfrm>
          <a:prstGeom prst="rect">
            <a:avLst/>
          </a:prstGeom>
          <a:noFill/>
          <a:ln w="9525" algn="ctr">
            <a:gradFill>
              <a:gsLst>
                <a:gs pos="0">
                  <a:srgbClr val="4B30B3"/>
                </a:gs>
                <a:gs pos="100000">
                  <a:srgbClr val="0070F2">
                    <a:lumMod val="30000"/>
                    <a:lumOff val="70000"/>
                  </a:srgbClr>
                </a:gs>
              </a:gsLst>
              <a:lin ang="5400000" scaled="1"/>
            </a:gradFill>
            <a:prstDash val="dash"/>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grpSp>
        <p:nvGrpSpPr>
          <p:cNvPr id="76" name="Group 75">
            <a:extLst>
              <a:ext uri="{FF2B5EF4-FFF2-40B4-BE49-F238E27FC236}">
                <a16:creationId xmlns:a16="http://schemas.microsoft.com/office/drawing/2014/main" id="{B2AE124B-43BF-5ED6-D040-E156E985F7B8}"/>
              </a:ext>
            </a:extLst>
          </p:cNvPr>
          <p:cNvGrpSpPr/>
          <p:nvPr/>
        </p:nvGrpSpPr>
        <p:grpSpPr>
          <a:xfrm>
            <a:off x="1146082" y="1363047"/>
            <a:ext cx="1113142" cy="1050950"/>
            <a:chOff x="2654120" y="1389939"/>
            <a:chExt cx="1113142" cy="1050950"/>
          </a:xfrm>
        </p:grpSpPr>
        <p:sp>
          <p:nvSpPr>
            <p:cNvPr id="77" name="Oval 76">
              <a:extLst>
                <a:ext uri="{FF2B5EF4-FFF2-40B4-BE49-F238E27FC236}">
                  <a16:creationId xmlns:a16="http://schemas.microsoft.com/office/drawing/2014/main" id="{9922CB41-8AF2-CC77-B9E7-B7799F3C3FC0}"/>
                </a:ext>
              </a:extLst>
            </p:cNvPr>
            <p:cNvSpPr/>
            <p:nvPr/>
          </p:nvSpPr>
          <p:spPr bwMode="gray">
            <a:xfrm>
              <a:off x="2698050" y="1415606"/>
              <a:ext cx="1025283" cy="1025283"/>
            </a:xfrm>
            <a:prstGeom prst="ellipse">
              <a:avLst/>
            </a:prstGeom>
            <a:solidFill>
              <a:srgbClr val="5134C1"/>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78" name="Graphic 77" descr="User with solid fill">
              <a:extLst>
                <a:ext uri="{FF2B5EF4-FFF2-40B4-BE49-F238E27FC236}">
                  <a16:creationId xmlns:a16="http://schemas.microsoft.com/office/drawing/2014/main" id="{B2734169-F725-8B47-CBA0-C6E37642B854}"/>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884203" y="1389939"/>
              <a:ext cx="652976" cy="652976"/>
            </a:xfrm>
            <a:prstGeom prst="rect">
              <a:avLst/>
            </a:prstGeom>
          </p:spPr>
        </p:pic>
        <p:sp>
          <p:nvSpPr>
            <p:cNvPr id="79" name="Rectangle 78">
              <a:extLst>
                <a:ext uri="{FF2B5EF4-FFF2-40B4-BE49-F238E27FC236}">
                  <a16:creationId xmlns:a16="http://schemas.microsoft.com/office/drawing/2014/main" id="{D095F713-3435-901C-CDFE-D3F5016F67EB}"/>
                </a:ext>
              </a:extLst>
            </p:cNvPr>
            <p:cNvSpPr/>
            <p:nvPr/>
          </p:nvSpPr>
          <p:spPr bwMode="gray">
            <a:xfrm>
              <a:off x="2654120" y="1921787"/>
              <a:ext cx="1113142" cy="455060"/>
            </a:xfrm>
            <a:prstGeom prst="rect">
              <a:avLst/>
            </a:prstGeom>
            <a:noFill/>
            <a:ln w="3175" algn="ctr">
              <a:noFill/>
              <a:miter lim="800000"/>
              <a:headEnd/>
              <a:tailEnd/>
            </a:ln>
          </p:spPr>
          <p:txBody>
            <a:bodyPr lIns="0" tIns="0" rIns="0" bIns="0" rtlCol="0" anchor="ctr"/>
            <a:lstStyle/>
            <a:p>
              <a:pPr marL="0" marR="0" lvl="0" indent="0" algn="ctr" defTabSz="914400" rtl="0" eaLnBrk="1" fontAlgn="base" latinLnBrk="0" hangingPunct="1">
                <a:lnSpc>
                  <a:spcPct val="100000"/>
                </a:lnSpc>
                <a:spcBef>
                  <a:spcPts val="0"/>
                </a:spcBef>
                <a:spcAft>
                  <a:spcPct val="0"/>
                </a:spcAft>
                <a:buClr>
                  <a:srgbClr val="F0AB00"/>
                </a:buClr>
                <a:buSzPct val="80000"/>
                <a:buFontTx/>
                <a:buNone/>
                <a:tabLst/>
                <a:defRPr/>
              </a:pPr>
              <a:r>
                <a:rPr kumimoji="0" lang="en-US" sz="1000" b="1" i="0" u="none" strike="noStrike" kern="0" cap="none" spc="0" normalizeH="0" baseline="0" noProof="0">
                  <a:ln>
                    <a:noFill/>
                  </a:ln>
                  <a:solidFill>
                    <a:srgbClr val="FFFFFF"/>
                  </a:solidFill>
                  <a:effectLst/>
                  <a:uLnTx/>
                  <a:uFillTx/>
                  <a:latin typeface="72 Brand"/>
                  <a:ea typeface="72 Brand" pitchFamily="34" charset="-128"/>
                  <a:cs typeface="72 Brand" pitchFamily="34" charset="-128"/>
                </a:rPr>
                <a:t>AR or </a:t>
              </a:r>
            </a:p>
            <a:p>
              <a:pPr marL="0" marR="0" lvl="0" indent="0" algn="ctr" defTabSz="914400" rtl="0" eaLnBrk="1" fontAlgn="base" latinLnBrk="0" hangingPunct="1">
                <a:lnSpc>
                  <a:spcPct val="100000"/>
                </a:lnSpc>
                <a:spcBef>
                  <a:spcPts val="0"/>
                </a:spcBef>
                <a:spcAft>
                  <a:spcPct val="0"/>
                </a:spcAft>
                <a:buClr>
                  <a:srgbClr val="F0AB00"/>
                </a:buClr>
                <a:buSzPct val="80000"/>
                <a:buFontTx/>
                <a:buNone/>
                <a:tabLst/>
                <a:defRPr/>
              </a:pPr>
              <a:r>
                <a:rPr kumimoji="0" lang="en-US" sz="1000" b="1" i="0" u="none" strike="noStrike" kern="0" cap="none" spc="0" normalizeH="0" baseline="0" noProof="0">
                  <a:ln>
                    <a:noFill/>
                  </a:ln>
                  <a:solidFill>
                    <a:srgbClr val="FFFFFF"/>
                  </a:solidFill>
                  <a:effectLst/>
                  <a:uLnTx/>
                  <a:uFillTx/>
                  <a:latin typeface="72 Brand"/>
                  <a:ea typeface="72 Brand" pitchFamily="34" charset="-128"/>
                  <a:cs typeface="72 Brand" pitchFamily="34" charset="-128"/>
                </a:rPr>
                <a:t>AP Clerk</a:t>
              </a:r>
            </a:p>
          </p:txBody>
        </p:sp>
      </p:grpSp>
      <p:grpSp>
        <p:nvGrpSpPr>
          <p:cNvPr id="85" name="Group 84">
            <a:extLst>
              <a:ext uri="{FF2B5EF4-FFF2-40B4-BE49-F238E27FC236}">
                <a16:creationId xmlns:a16="http://schemas.microsoft.com/office/drawing/2014/main" id="{77F04B9E-6B23-76B4-ED97-E113C675031B}"/>
              </a:ext>
            </a:extLst>
          </p:cNvPr>
          <p:cNvGrpSpPr/>
          <p:nvPr/>
        </p:nvGrpSpPr>
        <p:grpSpPr>
          <a:xfrm>
            <a:off x="6310851" y="1388714"/>
            <a:ext cx="1113142" cy="1025283"/>
            <a:chOff x="6296165" y="1603191"/>
            <a:chExt cx="1113142" cy="1025283"/>
          </a:xfrm>
        </p:grpSpPr>
        <p:sp>
          <p:nvSpPr>
            <p:cNvPr id="86" name="Oval 85">
              <a:extLst>
                <a:ext uri="{FF2B5EF4-FFF2-40B4-BE49-F238E27FC236}">
                  <a16:creationId xmlns:a16="http://schemas.microsoft.com/office/drawing/2014/main" id="{EA785E09-1D0C-B46E-AD79-478DF166F2B1}"/>
                </a:ext>
              </a:extLst>
            </p:cNvPr>
            <p:cNvSpPr/>
            <p:nvPr/>
          </p:nvSpPr>
          <p:spPr bwMode="gray">
            <a:xfrm>
              <a:off x="6340095" y="1603191"/>
              <a:ext cx="1025283" cy="1025283"/>
            </a:xfrm>
            <a:prstGeom prst="ellipse">
              <a:avLst/>
            </a:prstGeom>
            <a:solidFill>
              <a:srgbClr val="5134C1"/>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87" name="Graphic 86" descr="User with solid fill">
              <a:extLst>
                <a:ext uri="{FF2B5EF4-FFF2-40B4-BE49-F238E27FC236}">
                  <a16:creationId xmlns:a16="http://schemas.microsoft.com/office/drawing/2014/main" id="{D48FDE43-C2F9-DFD9-6585-E9F899AB0D3A}"/>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526248" y="1645741"/>
              <a:ext cx="652976" cy="652976"/>
            </a:xfrm>
            <a:prstGeom prst="rect">
              <a:avLst/>
            </a:prstGeom>
          </p:spPr>
        </p:pic>
        <p:sp>
          <p:nvSpPr>
            <p:cNvPr id="88" name="Rectangle 87">
              <a:extLst>
                <a:ext uri="{FF2B5EF4-FFF2-40B4-BE49-F238E27FC236}">
                  <a16:creationId xmlns:a16="http://schemas.microsoft.com/office/drawing/2014/main" id="{A90ED3FC-AB18-A62E-30F1-9D777F57374C}"/>
                </a:ext>
              </a:extLst>
            </p:cNvPr>
            <p:cNvSpPr/>
            <p:nvPr/>
          </p:nvSpPr>
          <p:spPr bwMode="gray">
            <a:xfrm>
              <a:off x="6296165" y="2109372"/>
              <a:ext cx="1113142" cy="455060"/>
            </a:xfrm>
            <a:prstGeom prst="rect">
              <a:avLst/>
            </a:prstGeom>
            <a:noFill/>
            <a:ln w="3175" algn="ctr">
              <a:noFill/>
              <a:miter lim="800000"/>
              <a:headEnd/>
              <a:tailEnd/>
            </a:ln>
          </p:spPr>
          <p:txBody>
            <a:bodyPr lIns="0" tIns="0" rIns="0" bIns="0" rtlCol="0" anchor="ctr"/>
            <a:lstStyle/>
            <a:p>
              <a:pPr marL="0" marR="0" lvl="0" indent="0" algn="ctr" defTabSz="914400" rtl="0" eaLnBrk="1" fontAlgn="base" latinLnBrk="0" hangingPunct="1">
                <a:lnSpc>
                  <a:spcPct val="100000"/>
                </a:lnSpc>
                <a:spcBef>
                  <a:spcPts val="0"/>
                </a:spcBef>
                <a:spcAft>
                  <a:spcPct val="0"/>
                </a:spcAft>
                <a:buClr>
                  <a:srgbClr val="F0AB00"/>
                </a:buClr>
                <a:buSzPct val="80000"/>
                <a:buFontTx/>
                <a:buNone/>
                <a:tabLst/>
                <a:defRPr/>
              </a:pPr>
              <a:r>
                <a:rPr kumimoji="0" lang="en-US" sz="1000" b="1" i="0" u="none" strike="noStrike" kern="0" cap="none" spc="0" normalizeH="0" baseline="0" noProof="0">
                  <a:ln>
                    <a:noFill/>
                  </a:ln>
                  <a:solidFill>
                    <a:srgbClr val="FFFFFF"/>
                  </a:solidFill>
                  <a:effectLst/>
                  <a:uLnTx/>
                  <a:uFillTx/>
                  <a:latin typeface="72 Brand"/>
                  <a:ea typeface="72 Brand" pitchFamily="34" charset="-128"/>
                  <a:cs typeface="72 Brand" pitchFamily="34" charset="-128"/>
                </a:rPr>
                <a:t>AR or </a:t>
              </a:r>
            </a:p>
            <a:p>
              <a:pPr marL="0" marR="0" lvl="0" indent="0" algn="ctr" defTabSz="914400" rtl="0" eaLnBrk="1" fontAlgn="base" latinLnBrk="0" hangingPunct="1">
                <a:lnSpc>
                  <a:spcPct val="100000"/>
                </a:lnSpc>
                <a:spcBef>
                  <a:spcPts val="0"/>
                </a:spcBef>
                <a:spcAft>
                  <a:spcPct val="0"/>
                </a:spcAft>
                <a:buClr>
                  <a:srgbClr val="F0AB00"/>
                </a:buClr>
                <a:buSzPct val="80000"/>
                <a:buFontTx/>
                <a:buNone/>
                <a:tabLst/>
                <a:defRPr/>
              </a:pPr>
              <a:r>
                <a:rPr kumimoji="0" lang="en-US" sz="1000" b="1" i="0" u="none" strike="noStrike" kern="0" cap="none" spc="0" normalizeH="0" baseline="0" noProof="0">
                  <a:ln>
                    <a:noFill/>
                  </a:ln>
                  <a:solidFill>
                    <a:srgbClr val="FFFFFF"/>
                  </a:solidFill>
                  <a:effectLst/>
                  <a:uLnTx/>
                  <a:uFillTx/>
                  <a:latin typeface="72 Brand"/>
                  <a:ea typeface="72 Brand" pitchFamily="34" charset="-128"/>
                  <a:cs typeface="72 Brand" pitchFamily="34" charset="-128"/>
                </a:rPr>
                <a:t>AP Clerk</a:t>
              </a:r>
            </a:p>
          </p:txBody>
        </p:sp>
      </p:grpSp>
      <p:grpSp>
        <p:nvGrpSpPr>
          <p:cNvPr id="98" name="Group 97">
            <a:extLst>
              <a:ext uri="{FF2B5EF4-FFF2-40B4-BE49-F238E27FC236}">
                <a16:creationId xmlns:a16="http://schemas.microsoft.com/office/drawing/2014/main" id="{2DBD5CFD-62B7-C191-D14D-4582F8D959A8}"/>
              </a:ext>
            </a:extLst>
          </p:cNvPr>
          <p:cNvGrpSpPr/>
          <p:nvPr/>
        </p:nvGrpSpPr>
        <p:grpSpPr>
          <a:xfrm>
            <a:off x="8020944" y="1935822"/>
            <a:ext cx="1024128" cy="1024128"/>
            <a:chOff x="8339335" y="2116077"/>
            <a:chExt cx="1024128" cy="1024128"/>
          </a:xfrm>
        </p:grpSpPr>
        <p:grpSp>
          <p:nvGrpSpPr>
            <p:cNvPr id="99" name="Group 98">
              <a:extLst>
                <a:ext uri="{FF2B5EF4-FFF2-40B4-BE49-F238E27FC236}">
                  <a16:creationId xmlns:a16="http://schemas.microsoft.com/office/drawing/2014/main" id="{20067916-CBE5-7C66-68A0-4F18C92EE7AD}"/>
                </a:ext>
              </a:extLst>
            </p:cNvPr>
            <p:cNvGrpSpPr/>
            <p:nvPr/>
          </p:nvGrpSpPr>
          <p:grpSpPr>
            <a:xfrm>
              <a:off x="8339335" y="2116077"/>
              <a:ext cx="1024128" cy="1024128"/>
              <a:chOff x="8339335" y="2116077"/>
              <a:chExt cx="1024128" cy="1024128"/>
            </a:xfrm>
          </p:grpSpPr>
          <p:sp>
            <p:nvSpPr>
              <p:cNvPr id="101" name="Oval 100">
                <a:extLst>
                  <a:ext uri="{FF2B5EF4-FFF2-40B4-BE49-F238E27FC236}">
                    <a16:creationId xmlns:a16="http://schemas.microsoft.com/office/drawing/2014/main" id="{BE00F8C5-295C-BDCE-8DD8-DBBCD705D339}"/>
                  </a:ext>
                </a:extLst>
              </p:cNvPr>
              <p:cNvSpPr/>
              <p:nvPr/>
            </p:nvSpPr>
            <p:spPr bwMode="gray">
              <a:xfrm>
                <a:off x="8339335" y="2116077"/>
                <a:ext cx="1024128" cy="1024128"/>
              </a:xfrm>
              <a:prstGeom prst="ellipse">
                <a:avLst/>
              </a:prstGeom>
              <a:solidFill>
                <a:srgbClr val="0070F2"/>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102" name="Graphic 41" descr="ID 298876 - person with checkmark at lower right">
                <a:extLst>
                  <a:ext uri="{FF2B5EF4-FFF2-40B4-BE49-F238E27FC236}">
                    <a16:creationId xmlns:a16="http://schemas.microsoft.com/office/drawing/2014/main" id="{216B7591-93A0-6D92-B97E-99EDAEF19675}"/>
                  </a:ext>
                </a:extLst>
              </p:cNvPr>
              <p:cNvPicPr>
                <a:picLocks noChangeAspect="1"/>
              </p:cNvPicPr>
              <p:nvPr>
                <p:custDataLst>
                  <p:tags r:id="rId4"/>
                </p:custDataLst>
              </p:nvPr>
            </p:nvPicPr>
            <p:blipFill>
              <a:blip>
                <a:extLst>
                  <a:ext uri="{96DAC541-7B7A-43D3-8B79-37D633B846F1}">
                    <asvg:svgBlip xmlns:asvg="http://schemas.microsoft.com/office/drawing/2016/SVG/main" r:embed="rId10"/>
                  </a:ext>
                </a:extLst>
              </a:blip>
              <a:srcRect/>
              <a:stretch>
                <a:fillRect/>
              </a:stretch>
            </p:blipFill>
            <p:spPr>
              <a:xfrm>
                <a:off x="8619145" y="2267969"/>
                <a:ext cx="464509" cy="464264"/>
              </a:xfrm>
              <a:prstGeom prst="rect">
                <a:avLst/>
              </a:prstGeom>
            </p:spPr>
          </p:pic>
        </p:grpSp>
        <p:sp>
          <p:nvSpPr>
            <p:cNvPr id="100" name="Rectangle 99">
              <a:extLst>
                <a:ext uri="{FF2B5EF4-FFF2-40B4-BE49-F238E27FC236}">
                  <a16:creationId xmlns:a16="http://schemas.microsoft.com/office/drawing/2014/main" id="{B08B1D58-F08B-21D3-D994-4FE5922BF363}"/>
                </a:ext>
              </a:extLst>
            </p:cNvPr>
            <p:cNvSpPr/>
            <p:nvPr/>
          </p:nvSpPr>
          <p:spPr bwMode="gray">
            <a:xfrm>
              <a:off x="8429538" y="2603025"/>
              <a:ext cx="843722" cy="455060"/>
            </a:xfrm>
            <a:prstGeom prst="rect">
              <a:avLst/>
            </a:prstGeom>
            <a:noFill/>
            <a:ln w="3175" algn="ctr">
              <a:noFill/>
              <a:miter lim="800000"/>
              <a:headEnd/>
              <a:tailEnd/>
            </a:ln>
          </p:spPr>
          <p:txBody>
            <a:bodyPr lIns="0" tIns="0" rIns="0" bIns="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US" sz="1100" b="1" i="0" u="none" strike="noStrike" kern="0" cap="none" spc="0" normalizeH="0" baseline="0" noProof="0">
                  <a:ln>
                    <a:noFill/>
                  </a:ln>
                  <a:solidFill>
                    <a:srgbClr val="FFFFFF"/>
                  </a:solidFill>
                  <a:effectLst/>
                  <a:uLnTx/>
                  <a:uFillTx/>
                  <a:latin typeface="72 Brand"/>
                  <a:ea typeface="72 Brand" pitchFamily="34" charset="-128"/>
                  <a:cs typeface="72 Brand" pitchFamily="34" charset="-128"/>
                </a:rPr>
                <a:t>Decide</a:t>
              </a:r>
            </a:p>
          </p:txBody>
        </p:sp>
      </p:grpSp>
      <p:grpSp>
        <p:nvGrpSpPr>
          <p:cNvPr id="103" name="Group 102">
            <a:extLst>
              <a:ext uri="{FF2B5EF4-FFF2-40B4-BE49-F238E27FC236}">
                <a16:creationId xmlns:a16="http://schemas.microsoft.com/office/drawing/2014/main" id="{0C3D78EA-D245-A566-7E0F-269B08E0A3A7}"/>
              </a:ext>
            </a:extLst>
          </p:cNvPr>
          <p:cNvGrpSpPr/>
          <p:nvPr/>
        </p:nvGrpSpPr>
        <p:grpSpPr>
          <a:xfrm>
            <a:off x="8029546" y="4767920"/>
            <a:ext cx="1024128" cy="1024128"/>
            <a:chOff x="8317487" y="4164344"/>
            <a:chExt cx="1024128" cy="1024128"/>
          </a:xfrm>
        </p:grpSpPr>
        <p:sp>
          <p:nvSpPr>
            <p:cNvPr id="104" name="Oval 103">
              <a:extLst>
                <a:ext uri="{FF2B5EF4-FFF2-40B4-BE49-F238E27FC236}">
                  <a16:creationId xmlns:a16="http://schemas.microsoft.com/office/drawing/2014/main" id="{A0D63D39-803D-6232-AB3C-83691DBD170B}"/>
                </a:ext>
              </a:extLst>
            </p:cNvPr>
            <p:cNvSpPr/>
            <p:nvPr/>
          </p:nvSpPr>
          <p:spPr bwMode="gray">
            <a:xfrm>
              <a:off x="8317487" y="4164344"/>
              <a:ext cx="1024128" cy="1024128"/>
            </a:xfrm>
            <a:prstGeom prst="ellipse">
              <a:avLst/>
            </a:prstGeom>
            <a:solidFill>
              <a:srgbClr val="E4DEFF"/>
            </a:solidFill>
            <a:ln w="635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105" name="Graphic 43">
              <a:extLst>
                <a:ext uri="{FF2B5EF4-FFF2-40B4-BE49-F238E27FC236}">
                  <a16:creationId xmlns:a16="http://schemas.microsoft.com/office/drawing/2014/main" id="{E8ED3644-AAE7-2004-7655-CA55AB5AE506}"/>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8627387" y="4373491"/>
              <a:ext cx="404328" cy="404323"/>
            </a:xfrm>
            <a:prstGeom prst="rect">
              <a:avLst/>
            </a:prstGeom>
            <a:effectLst/>
          </p:spPr>
        </p:pic>
        <p:sp>
          <p:nvSpPr>
            <p:cNvPr id="106" name="Rectangle 105">
              <a:extLst>
                <a:ext uri="{FF2B5EF4-FFF2-40B4-BE49-F238E27FC236}">
                  <a16:creationId xmlns:a16="http://schemas.microsoft.com/office/drawing/2014/main" id="{9DA488A3-128A-CE80-4F77-7EA5B786125B}"/>
                </a:ext>
              </a:extLst>
            </p:cNvPr>
            <p:cNvSpPr/>
            <p:nvPr/>
          </p:nvSpPr>
          <p:spPr bwMode="gray">
            <a:xfrm>
              <a:off x="8407690" y="4683600"/>
              <a:ext cx="843722" cy="455060"/>
            </a:xfrm>
            <a:prstGeom prst="rect">
              <a:avLst/>
            </a:prstGeom>
            <a:noFill/>
            <a:ln w="3175" algn="ctr">
              <a:noFill/>
              <a:miter lim="800000"/>
              <a:headEnd/>
              <a:tailEnd/>
            </a:ln>
          </p:spPr>
          <p:txBody>
            <a:bodyPr lIns="0" tIns="0" rIns="0" bIns="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US" sz="1100" b="1" i="0" u="none" strike="noStrike" kern="0" cap="none" spc="0" normalizeH="0" baseline="0" noProof="0">
                  <a:ln>
                    <a:noFill/>
                  </a:ln>
                  <a:solidFill>
                    <a:srgbClr val="000000"/>
                  </a:solidFill>
                  <a:effectLst/>
                  <a:uLnTx/>
                  <a:uFillTx/>
                  <a:latin typeface="72 Brand"/>
                  <a:ea typeface="72 Brand" pitchFamily="34" charset="-128"/>
                  <a:cs typeface="72 Brand" pitchFamily="34" charset="-128"/>
                </a:rPr>
                <a:t>Execute</a:t>
              </a:r>
            </a:p>
          </p:txBody>
        </p:sp>
      </p:grpSp>
      <p:grpSp>
        <p:nvGrpSpPr>
          <p:cNvPr id="8" name="Group 7">
            <a:extLst>
              <a:ext uri="{FF2B5EF4-FFF2-40B4-BE49-F238E27FC236}">
                <a16:creationId xmlns:a16="http://schemas.microsoft.com/office/drawing/2014/main" id="{07E8EB9F-ED01-E970-81E0-84ACD9757FBF}"/>
              </a:ext>
            </a:extLst>
          </p:cNvPr>
          <p:cNvGrpSpPr/>
          <p:nvPr/>
        </p:nvGrpSpPr>
        <p:grpSpPr>
          <a:xfrm>
            <a:off x="1173871" y="4042821"/>
            <a:ext cx="1024128" cy="1024128"/>
            <a:chOff x="8317487" y="4164344"/>
            <a:chExt cx="1024128" cy="1024128"/>
          </a:xfrm>
        </p:grpSpPr>
        <p:sp>
          <p:nvSpPr>
            <p:cNvPr id="24" name="Oval 23">
              <a:extLst>
                <a:ext uri="{FF2B5EF4-FFF2-40B4-BE49-F238E27FC236}">
                  <a16:creationId xmlns:a16="http://schemas.microsoft.com/office/drawing/2014/main" id="{991D5409-28E3-463B-0FB6-4B6DFFA5960A}"/>
                </a:ext>
              </a:extLst>
            </p:cNvPr>
            <p:cNvSpPr/>
            <p:nvPr/>
          </p:nvSpPr>
          <p:spPr bwMode="gray">
            <a:xfrm>
              <a:off x="8317487" y="4164344"/>
              <a:ext cx="1024128" cy="1024128"/>
            </a:xfrm>
            <a:prstGeom prst="ellipse">
              <a:avLst/>
            </a:prstGeom>
            <a:solidFill>
              <a:srgbClr val="E4DEFF"/>
            </a:solidFill>
            <a:ln w="635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25" name="Graphic 43">
              <a:extLst>
                <a:ext uri="{FF2B5EF4-FFF2-40B4-BE49-F238E27FC236}">
                  <a16:creationId xmlns:a16="http://schemas.microsoft.com/office/drawing/2014/main" id="{AA019099-4542-8ACB-1AE9-E8F64C590703}"/>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8627387" y="4373491"/>
              <a:ext cx="404328" cy="404323"/>
            </a:xfrm>
            <a:prstGeom prst="rect">
              <a:avLst/>
            </a:prstGeom>
            <a:effectLst/>
          </p:spPr>
        </p:pic>
        <p:sp>
          <p:nvSpPr>
            <p:cNvPr id="26" name="Rectangle 25">
              <a:extLst>
                <a:ext uri="{FF2B5EF4-FFF2-40B4-BE49-F238E27FC236}">
                  <a16:creationId xmlns:a16="http://schemas.microsoft.com/office/drawing/2014/main" id="{5AEA9CE9-B124-F1A3-878F-1EA9A6777332}"/>
                </a:ext>
              </a:extLst>
            </p:cNvPr>
            <p:cNvSpPr/>
            <p:nvPr/>
          </p:nvSpPr>
          <p:spPr bwMode="gray">
            <a:xfrm>
              <a:off x="8407690" y="4683600"/>
              <a:ext cx="843722" cy="455060"/>
            </a:xfrm>
            <a:prstGeom prst="rect">
              <a:avLst/>
            </a:prstGeom>
            <a:noFill/>
            <a:ln w="3175" algn="ctr">
              <a:noFill/>
              <a:miter lim="800000"/>
              <a:headEnd/>
              <a:tailEnd/>
            </a:ln>
          </p:spPr>
          <p:txBody>
            <a:bodyPr lIns="0" tIns="0" rIns="0" bIns="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US" sz="1100" b="1" i="0" u="none" strike="noStrike" kern="0" cap="none" spc="0" normalizeH="0" baseline="0" noProof="0">
                  <a:ln>
                    <a:noFill/>
                  </a:ln>
                  <a:solidFill>
                    <a:srgbClr val="000000"/>
                  </a:solidFill>
                  <a:effectLst/>
                  <a:uLnTx/>
                  <a:uFillTx/>
                  <a:latin typeface="72 Brand"/>
                  <a:ea typeface="72 Brand" pitchFamily="34" charset="-128"/>
                  <a:cs typeface="72 Brand" pitchFamily="34" charset="-128"/>
                </a:rPr>
                <a:t>Execute</a:t>
              </a:r>
            </a:p>
          </p:txBody>
        </p:sp>
      </p:grpSp>
      <p:grpSp>
        <p:nvGrpSpPr>
          <p:cNvPr id="27" name="Group 26">
            <a:extLst>
              <a:ext uri="{FF2B5EF4-FFF2-40B4-BE49-F238E27FC236}">
                <a16:creationId xmlns:a16="http://schemas.microsoft.com/office/drawing/2014/main" id="{6CE092B1-2148-7E2E-CE27-249A32F5B586}"/>
              </a:ext>
            </a:extLst>
          </p:cNvPr>
          <p:cNvGrpSpPr>
            <a:grpSpLocks noChangeAspect="1"/>
          </p:cNvGrpSpPr>
          <p:nvPr/>
        </p:nvGrpSpPr>
        <p:grpSpPr>
          <a:xfrm>
            <a:off x="3861581" y="2524060"/>
            <a:ext cx="913918" cy="914400"/>
            <a:chOff x="12358260" y="3925250"/>
            <a:chExt cx="380876" cy="381077"/>
          </a:xfrm>
        </p:grpSpPr>
        <p:sp>
          <p:nvSpPr>
            <p:cNvPr id="28" name="Oval 27">
              <a:extLst>
                <a:ext uri="{FF2B5EF4-FFF2-40B4-BE49-F238E27FC236}">
                  <a16:creationId xmlns:a16="http://schemas.microsoft.com/office/drawing/2014/main" id="{66F4866B-CECB-E68F-C609-9E5EDD802435}"/>
                </a:ext>
              </a:extLst>
            </p:cNvPr>
            <p:cNvSpPr/>
            <p:nvPr/>
          </p:nvSpPr>
          <p:spPr bwMode="gray">
            <a:xfrm>
              <a:off x="12358260" y="3925250"/>
              <a:ext cx="380876" cy="381077"/>
            </a:xfrm>
            <a:prstGeom prst="ellipse">
              <a:avLst/>
            </a:prstGeom>
            <a:solidFill>
              <a:srgbClr val="5134C1"/>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29" name="Graphic 28" descr="Single gear with solid fill">
              <a:extLst>
                <a:ext uri="{FF2B5EF4-FFF2-40B4-BE49-F238E27FC236}">
                  <a16:creationId xmlns:a16="http://schemas.microsoft.com/office/drawing/2014/main" id="{7EBA354F-F179-43BD-CC42-9EF84314DD3F}"/>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2369381" y="3936471"/>
              <a:ext cx="358634" cy="358634"/>
            </a:xfrm>
            <a:prstGeom prst="rect">
              <a:avLst/>
            </a:prstGeom>
          </p:spPr>
        </p:pic>
      </p:grpSp>
      <p:grpSp>
        <p:nvGrpSpPr>
          <p:cNvPr id="51" name="Group 50">
            <a:extLst>
              <a:ext uri="{FF2B5EF4-FFF2-40B4-BE49-F238E27FC236}">
                <a16:creationId xmlns:a16="http://schemas.microsoft.com/office/drawing/2014/main" id="{C12700D2-8D2E-CFC4-4151-BC1092546834}"/>
              </a:ext>
            </a:extLst>
          </p:cNvPr>
          <p:cNvGrpSpPr/>
          <p:nvPr/>
        </p:nvGrpSpPr>
        <p:grpSpPr>
          <a:xfrm>
            <a:off x="4647635" y="3993009"/>
            <a:ext cx="1024128" cy="1024128"/>
            <a:chOff x="8317487" y="4164344"/>
            <a:chExt cx="1024128" cy="1024128"/>
          </a:xfrm>
        </p:grpSpPr>
        <p:sp>
          <p:nvSpPr>
            <p:cNvPr id="52" name="Oval 51">
              <a:extLst>
                <a:ext uri="{FF2B5EF4-FFF2-40B4-BE49-F238E27FC236}">
                  <a16:creationId xmlns:a16="http://schemas.microsoft.com/office/drawing/2014/main" id="{BEC5F48D-5298-7CFF-F435-9B2759863E7A}"/>
                </a:ext>
              </a:extLst>
            </p:cNvPr>
            <p:cNvSpPr/>
            <p:nvPr/>
          </p:nvSpPr>
          <p:spPr bwMode="gray">
            <a:xfrm>
              <a:off x="8317487" y="4164344"/>
              <a:ext cx="1024128" cy="1024128"/>
            </a:xfrm>
            <a:prstGeom prst="ellipse">
              <a:avLst/>
            </a:prstGeom>
            <a:solidFill>
              <a:srgbClr val="E4DEFF"/>
            </a:solidFill>
            <a:ln w="635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72" name="Graphic 43">
              <a:extLst>
                <a:ext uri="{FF2B5EF4-FFF2-40B4-BE49-F238E27FC236}">
                  <a16:creationId xmlns:a16="http://schemas.microsoft.com/office/drawing/2014/main" id="{DC7E82EE-845E-1372-E2D1-74D27EEE0EF7}"/>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8627387" y="4373491"/>
              <a:ext cx="404328" cy="404323"/>
            </a:xfrm>
            <a:prstGeom prst="rect">
              <a:avLst/>
            </a:prstGeom>
            <a:effectLst/>
          </p:spPr>
        </p:pic>
        <p:sp>
          <p:nvSpPr>
            <p:cNvPr id="73" name="Rectangle 72">
              <a:extLst>
                <a:ext uri="{FF2B5EF4-FFF2-40B4-BE49-F238E27FC236}">
                  <a16:creationId xmlns:a16="http://schemas.microsoft.com/office/drawing/2014/main" id="{10E1CE6A-7B8A-7C04-C948-2746D13C0460}"/>
                </a:ext>
              </a:extLst>
            </p:cNvPr>
            <p:cNvSpPr/>
            <p:nvPr/>
          </p:nvSpPr>
          <p:spPr bwMode="gray">
            <a:xfrm>
              <a:off x="8407690" y="4683600"/>
              <a:ext cx="843722" cy="455060"/>
            </a:xfrm>
            <a:prstGeom prst="rect">
              <a:avLst/>
            </a:prstGeom>
            <a:noFill/>
            <a:ln w="3175" algn="ctr">
              <a:noFill/>
              <a:miter lim="800000"/>
              <a:headEnd/>
              <a:tailEnd/>
            </a:ln>
          </p:spPr>
          <p:txBody>
            <a:bodyPr lIns="0" tIns="0" rIns="0" bIns="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US" sz="1100" b="1" i="0" u="none" strike="noStrike" kern="0" cap="none" spc="0" normalizeH="0" baseline="0" noProof="0">
                  <a:ln>
                    <a:noFill/>
                  </a:ln>
                  <a:solidFill>
                    <a:srgbClr val="000000"/>
                  </a:solidFill>
                  <a:effectLst/>
                  <a:uLnTx/>
                  <a:uFillTx/>
                  <a:latin typeface="72 Brand"/>
                  <a:ea typeface="72 Brand" pitchFamily="34" charset="-128"/>
                  <a:cs typeface="72 Brand" pitchFamily="34" charset="-128"/>
                </a:rPr>
                <a:t>Execute</a:t>
              </a:r>
            </a:p>
          </p:txBody>
        </p:sp>
      </p:grpSp>
      <p:grpSp>
        <p:nvGrpSpPr>
          <p:cNvPr id="83" name="Group 82">
            <a:extLst>
              <a:ext uri="{FF2B5EF4-FFF2-40B4-BE49-F238E27FC236}">
                <a16:creationId xmlns:a16="http://schemas.microsoft.com/office/drawing/2014/main" id="{DA7C372F-1737-4C59-B3F3-77581BBEA56D}"/>
              </a:ext>
            </a:extLst>
          </p:cNvPr>
          <p:cNvGrpSpPr/>
          <p:nvPr/>
        </p:nvGrpSpPr>
        <p:grpSpPr>
          <a:xfrm>
            <a:off x="9614676" y="1223696"/>
            <a:ext cx="1113142" cy="1050950"/>
            <a:chOff x="2654120" y="1389939"/>
            <a:chExt cx="1113142" cy="1050950"/>
          </a:xfrm>
        </p:grpSpPr>
        <p:sp>
          <p:nvSpPr>
            <p:cNvPr id="84" name="Oval 83">
              <a:extLst>
                <a:ext uri="{FF2B5EF4-FFF2-40B4-BE49-F238E27FC236}">
                  <a16:creationId xmlns:a16="http://schemas.microsoft.com/office/drawing/2014/main" id="{D814A23E-95B6-3852-85F4-526CEEAEB379}"/>
                </a:ext>
              </a:extLst>
            </p:cNvPr>
            <p:cNvSpPr/>
            <p:nvPr/>
          </p:nvSpPr>
          <p:spPr bwMode="gray">
            <a:xfrm>
              <a:off x="2698050" y="1415606"/>
              <a:ext cx="1025283" cy="1025283"/>
            </a:xfrm>
            <a:prstGeom prst="ellipse">
              <a:avLst/>
            </a:prstGeom>
            <a:solidFill>
              <a:srgbClr val="5134C1"/>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89" name="Graphic 88" descr="User with solid fill">
              <a:extLst>
                <a:ext uri="{FF2B5EF4-FFF2-40B4-BE49-F238E27FC236}">
                  <a16:creationId xmlns:a16="http://schemas.microsoft.com/office/drawing/2014/main" id="{F3DCD9D4-E077-270A-9620-9810AB6AA7A7}"/>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884203" y="1389939"/>
              <a:ext cx="652976" cy="652976"/>
            </a:xfrm>
            <a:prstGeom prst="rect">
              <a:avLst/>
            </a:prstGeom>
          </p:spPr>
        </p:pic>
        <p:sp>
          <p:nvSpPr>
            <p:cNvPr id="90" name="Rectangle 89">
              <a:extLst>
                <a:ext uri="{FF2B5EF4-FFF2-40B4-BE49-F238E27FC236}">
                  <a16:creationId xmlns:a16="http://schemas.microsoft.com/office/drawing/2014/main" id="{B200912B-15FA-6959-24F5-9FFB6A5B69C8}"/>
                </a:ext>
              </a:extLst>
            </p:cNvPr>
            <p:cNvSpPr/>
            <p:nvPr/>
          </p:nvSpPr>
          <p:spPr bwMode="gray">
            <a:xfrm>
              <a:off x="2654120" y="1921787"/>
              <a:ext cx="1113142" cy="455060"/>
            </a:xfrm>
            <a:prstGeom prst="rect">
              <a:avLst/>
            </a:prstGeom>
            <a:noFill/>
            <a:ln w="3175" algn="ctr">
              <a:noFill/>
              <a:miter lim="800000"/>
              <a:headEnd/>
              <a:tailEnd/>
            </a:ln>
          </p:spPr>
          <p:txBody>
            <a:bodyPr lIns="0" tIns="0" rIns="0" bIns="0" rtlCol="0" anchor="ctr"/>
            <a:lstStyle/>
            <a:p>
              <a:pPr marL="0" marR="0" lvl="0" indent="0" algn="ctr" defTabSz="914400" rtl="0" eaLnBrk="1" fontAlgn="base" latinLnBrk="0" hangingPunct="1">
                <a:lnSpc>
                  <a:spcPct val="100000"/>
                </a:lnSpc>
                <a:spcBef>
                  <a:spcPts val="0"/>
                </a:spcBef>
                <a:spcAft>
                  <a:spcPct val="0"/>
                </a:spcAft>
                <a:buClr>
                  <a:srgbClr val="F0AB00"/>
                </a:buClr>
                <a:buSzPct val="80000"/>
                <a:buFontTx/>
                <a:buNone/>
                <a:tabLst/>
                <a:defRPr/>
              </a:pPr>
              <a:r>
                <a:rPr kumimoji="0" lang="en-US" sz="1000" b="1" i="0" u="none" strike="noStrike" kern="0" cap="none" spc="0" normalizeH="0" baseline="0" noProof="0">
                  <a:ln>
                    <a:noFill/>
                  </a:ln>
                  <a:solidFill>
                    <a:srgbClr val="FFFFFF"/>
                  </a:solidFill>
                  <a:effectLst/>
                  <a:uLnTx/>
                  <a:uFillTx/>
                  <a:latin typeface="72 Brand"/>
                  <a:ea typeface="72 Brand" pitchFamily="34" charset="-128"/>
                  <a:cs typeface="72 Brand" pitchFamily="34" charset="-128"/>
                </a:rPr>
                <a:t>AR or </a:t>
              </a:r>
            </a:p>
            <a:p>
              <a:pPr marL="0" marR="0" lvl="0" indent="0" algn="ctr" defTabSz="914400" rtl="0" eaLnBrk="1" fontAlgn="base" latinLnBrk="0" hangingPunct="1">
                <a:lnSpc>
                  <a:spcPct val="100000"/>
                </a:lnSpc>
                <a:spcBef>
                  <a:spcPts val="0"/>
                </a:spcBef>
                <a:spcAft>
                  <a:spcPct val="0"/>
                </a:spcAft>
                <a:buClr>
                  <a:srgbClr val="F0AB00"/>
                </a:buClr>
                <a:buSzPct val="80000"/>
                <a:buFontTx/>
                <a:buNone/>
                <a:tabLst/>
                <a:defRPr/>
              </a:pPr>
              <a:r>
                <a:rPr kumimoji="0" lang="en-US" sz="1000" b="1" i="0" u="none" strike="noStrike" kern="0" cap="none" spc="0" normalizeH="0" baseline="0" noProof="0">
                  <a:ln>
                    <a:noFill/>
                  </a:ln>
                  <a:solidFill>
                    <a:srgbClr val="FFFFFF"/>
                  </a:solidFill>
                  <a:effectLst/>
                  <a:uLnTx/>
                  <a:uFillTx/>
                  <a:latin typeface="72 Brand"/>
                  <a:ea typeface="72 Brand" pitchFamily="34" charset="-128"/>
                  <a:cs typeface="72 Brand" pitchFamily="34" charset="-128"/>
                </a:rPr>
                <a:t>AP Clerk</a:t>
              </a:r>
            </a:p>
          </p:txBody>
        </p:sp>
      </p:grpSp>
      <p:grpSp>
        <p:nvGrpSpPr>
          <p:cNvPr id="91" name="Group 90">
            <a:extLst>
              <a:ext uri="{FF2B5EF4-FFF2-40B4-BE49-F238E27FC236}">
                <a16:creationId xmlns:a16="http://schemas.microsoft.com/office/drawing/2014/main" id="{2FB7B5B1-23D9-90BC-78CC-85FB82931984}"/>
              </a:ext>
            </a:extLst>
          </p:cNvPr>
          <p:cNvGrpSpPr>
            <a:grpSpLocks noChangeAspect="1"/>
          </p:cNvGrpSpPr>
          <p:nvPr/>
        </p:nvGrpSpPr>
        <p:grpSpPr>
          <a:xfrm>
            <a:off x="9472313" y="5224889"/>
            <a:ext cx="913918" cy="914400"/>
            <a:chOff x="12358260" y="3925250"/>
            <a:chExt cx="380876" cy="381077"/>
          </a:xfrm>
        </p:grpSpPr>
        <p:sp>
          <p:nvSpPr>
            <p:cNvPr id="92" name="Oval 91">
              <a:extLst>
                <a:ext uri="{FF2B5EF4-FFF2-40B4-BE49-F238E27FC236}">
                  <a16:creationId xmlns:a16="http://schemas.microsoft.com/office/drawing/2014/main" id="{2419DEA9-73FF-0666-A80C-813ACC456DD1}"/>
                </a:ext>
              </a:extLst>
            </p:cNvPr>
            <p:cNvSpPr/>
            <p:nvPr/>
          </p:nvSpPr>
          <p:spPr bwMode="gray">
            <a:xfrm>
              <a:off x="12358260" y="3925250"/>
              <a:ext cx="380876" cy="381077"/>
            </a:xfrm>
            <a:prstGeom prst="ellipse">
              <a:avLst/>
            </a:prstGeom>
            <a:solidFill>
              <a:srgbClr val="5134C1"/>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93" name="Graphic 92" descr="Single gear with solid fill">
              <a:extLst>
                <a:ext uri="{FF2B5EF4-FFF2-40B4-BE49-F238E27FC236}">
                  <a16:creationId xmlns:a16="http://schemas.microsoft.com/office/drawing/2014/main" id="{25C20A99-4C85-F61B-E231-177BF123E801}"/>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2369381" y="3936471"/>
              <a:ext cx="358634" cy="358634"/>
            </a:xfrm>
            <a:prstGeom prst="rect">
              <a:avLst/>
            </a:prstGeom>
          </p:spPr>
        </p:pic>
      </p:grpSp>
      <p:sp>
        <p:nvSpPr>
          <p:cNvPr id="39" name="Rounded Rectangle 56">
            <a:extLst>
              <a:ext uri="{FF2B5EF4-FFF2-40B4-BE49-F238E27FC236}">
                <a16:creationId xmlns:a16="http://schemas.microsoft.com/office/drawing/2014/main" id="{1505A480-84B7-E564-18C7-AE5D59CE1126}"/>
              </a:ext>
            </a:extLst>
          </p:cNvPr>
          <p:cNvSpPr>
            <a:spLocks noChangeAspect="1"/>
          </p:cNvSpPr>
          <p:nvPr/>
        </p:nvSpPr>
        <p:spPr>
          <a:xfrm>
            <a:off x="10731989" y="1"/>
            <a:ext cx="1461599" cy="317029"/>
          </a:xfrm>
          <a:prstGeom prst="roundRect">
            <a:avLst>
              <a:gd name="adj" fmla="val 0"/>
            </a:avLst>
          </a:prstGeom>
          <a:gradFill flip="none" rotWithShape="1">
            <a:gsLst>
              <a:gs pos="0">
                <a:srgbClr val="8D77F9"/>
              </a:gs>
              <a:gs pos="100000">
                <a:srgbClr val="5D36FF"/>
              </a:gs>
            </a:gsLst>
            <a:lin ang="2700000" scaled="1"/>
            <a:tileRect/>
          </a:gradFill>
          <a:ln w="28575" algn="ctr">
            <a:noFill/>
            <a:miter lim="800000"/>
            <a:headEnd/>
            <a:tailEnd/>
          </a:ln>
        </p:spPr>
        <p:txBody>
          <a:bodyPr lIns="90000" tIns="72000" rIns="90000" bIns="7200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E9ECEE"/>
                </a:solidFill>
                <a:effectLst/>
                <a:uLnTx/>
                <a:uFillTx/>
                <a:latin typeface="72 Brand Medium" panose="020B0504030603020204" pitchFamily="34" charset="0"/>
                <a:ea typeface="+mn-ea"/>
                <a:cs typeface="+mn-cs"/>
              </a:rPr>
              <a:t>Labs Preview</a:t>
            </a:r>
          </a:p>
        </p:txBody>
      </p:sp>
      <p:sp>
        <p:nvSpPr>
          <p:cNvPr id="40" name="Rounded Rectangle 56">
            <a:extLst>
              <a:ext uri="{FF2B5EF4-FFF2-40B4-BE49-F238E27FC236}">
                <a16:creationId xmlns:a16="http://schemas.microsoft.com/office/drawing/2014/main" id="{44E3BD12-FDAE-9A60-FE1D-D8D9E28D4654}"/>
              </a:ext>
            </a:extLst>
          </p:cNvPr>
          <p:cNvSpPr>
            <a:spLocks noChangeAspect="1"/>
          </p:cNvSpPr>
          <p:nvPr/>
        </p:nvSpPr>
        <p:spPr>
          <a:xfrm>
            <a:off x="10733576" y="342128"/>
            <a:ext cx="1461599" cy="317029"/>
          </a:xfrm>
          <a:prstGeom prst="roundRect">
            <a:avLst>
              <a:gd name="adj" fmla="val 0"/>
            </a:avLst>
          </a:prstGeom>
          <a:solidFill>
            <a:srgbClr val="1B90FF"/>
          </a:solidFill>
          <a:ln w="28575" algn="ctr">
            <a:noFill/>
            <a:miter lim="800000"/>
            <a:headEnd/>
            <a:tailEnd/>
          </a:ln>
        </p:spPr>
        <p:txBody>
          <a:bodyPr lIns="90000" tIns="72000" rIns="90000" bIns="7200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E9ECEE"/>
                </a:solidFill>
                <a:effectLst/>
                <a:uLnTx/>
                <a:uFillTx/>
                <a:latin typeface="72 Brand Medium" panose="020B0504030603020204" pitchFamily="34" charset="0"/>
                <a:ea typeface="+mn-ea"/>
                <a:cs typeface="+mn-cs"/>
              </a:rPr>
              <a:t>Public &amp; Private Cloud</a:t>
            </a:r>
          </a:p>
        </p:txBody>
      </p:sp>
      <p:sp>
        <p:nvSpPr>
          <p:cNvPr id="41" name="TextBox 40">
            <a:extLst>
              <a:ext uri="{FF2B5EF4-FFF2-40B4-BE49-F238E27FC236}">
                <a16:creationId xmlns:a16="http://schemas.microsoft.com/office/drawing/2014/main" id="{BE5BE89A-FC44-06FB-EAB6-18852986175C}"/>
              </a:ext>
            </a:extLst>
          </p:cNvPr>
          <p:cNvSpPr txBox="1"/>
          <p:nvPr/>
        </p:nvSpPr>
        <p:spPr>
          <a:xfrm>
            <a:off x="3686884" y="6359374"/>
            <a:ext cx="2460926" cy="338554"/>
          </a:xfrm>
          <a:prstGeom prst="rect">
            <a:avLst/>
          </a:prstGeom>
          <a:noFill/>
        </p:spPr>
        <p:txBody>
          <a:bodyPr wrap="square">
            <a:spAutoFit/>
          </a:bodyPr>
          <a:lstStyle/>
          <a:p>
            <a:pPr marL="0" marR="0" lvl="0" indent="0" algn="l" defTabSz="108877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Only Available with SAP</a:t>
            </a:r>
            <a:br>
              <a:rPr kumimoji="0" lang="en-US" sz="800" b="0" i="0" u="none" strike="noStrike" kern="1200" cap="none" spc="0" normalizeH="0" baseline="0" noProof="0">
                <a:ln>
                  <a:noFill/>
                </a:ln>
                <a:solidFill>
                  <a:srgbClr val="000000"/>
                </a:solidFill>
                <a:effectLst/>
                <a:uLnTx/>
                <a:uFillTx/>
                <a:latin typeface="Arial"/>
                <a:ea typeface="+mn-ea"/>
                <a:cs typeface="+mn-cs"/>
              </a:rPr>
            </a:br>
            <a:r>
              <a:rPr kumimoji="0" lang="en-US" sz="800" b="0" i="0" u="none" strike="noStrike" kern="1200" cap="none" spc="0" normalizeH="0" baseline="0" noProof="0">
                <a:ln>
                  <a:noFill/>
                </a:ln>
                <a:solidFill>
                  <a:srgbClr val="000000"/>
                </a:solidFill>
                <a:effectLst/>
                <a:uLnTx/>
                <a:uFillTx/>
                <a:latin typeface="Arial"/>
                <a:ea typeface="+mn-ea"/>
                <a:cs typeface="+mn-cs"/>
              </a:rPr>
              <a:t>-Integration with dedicated SAP Fiori apps. </a:t>
            </a:r>
          </a:p>
        </p:txBody>
      </p:sp>
      <p:pic>
        <p:nvPicPr>
          <p:cNvPr id="42" name="Group 54" descr="ID 299527 - filled rhombus">
            <a:extLst>
              <a:ext uri="{FF2B5EF4-FFF2-40B4-BE49-F238E27FC236}">
                <a16:creationId xmlns:a16="http://schemas.microsoft.com/office/drawing/2014/main" id="{71A2083A-86B9-B7E1-7C77-EC48B31629FC}"/>
              </a:ext>
            </a:extLst>
          </p:cNvPr>
          <p:cNvPicPr>
            <a:picLocks noChangeAspect="1"/>
          </p:cNvPicPr>
          <p:nvPr>
            <p:custDataLst>
              <p:tags r:id="rId1"/>
            </p:custDataLst>
          </p:nvPr>
        </p:nvPicPr>
        <p:blipFill>
          <a:blip>
            <a:extLst>
              <a:ext uri="{96DAC541-7B7A-43D3-8B79-37D633B846F1}">
                <asvg:svgBlip xmlns:asvg="http://schemas.microsoft.com/office/drawing/2016/SVG/main" r:embed="rId14"/>
              </a:ext>
            </a:extLst>
          </a:blip>
          <a:srcRect t="2794" b="2794"/>
          <a:stretch>
            <a:fillRect/>
          </a:stretch>
        </p:blipFill>
        <p:spPr>
          <a:xfrm>
            <a:off x="3504004" y="6442319"/>
            <a:ext cx="182880" cy="172663"/>
          </a:xfrm>
          <a:prstGeom prst="rect">
            <a:avLst/>
          </a:prstGeom>
        </p:spPr>
      </p:pic>
      <p:pic>
        <p:nvPicPr>
          <p:cNvPr id="43" name="Group 54" descr="ID 299527 - filled rhombus">
            <a:extLst>
              <a:ext uri="{FF2B5EF4-FFF2-40B4-BE49-F238E27FC236}">
                <a16:creationId xmlns:a16="http://schemas.microsoft.com/office/drawing/2014/main" id="{735F2D73-B0A5-0059-E331-CA9D3DF999D6}"/>
              </a:ext>
            </a:extLst>
          </p:cNvPr>
          <p:cNvPicPr>
            <a:picLocks noChangeAspect="1"/>
          </p:cNvPicPr>
          <p:nvPr>
            <p:custDataLst>
              <p:tags r:id="rId2"/>
            </p:custDataLst>
          </p:nvPr>
        </p:nvPicPr>
        <p:blipFill>
          <a:blip>
            <a:extLst>
              <a:ext uri="{96DAC541-7B7A-43D3-8B79-37D633B846F1}">
                <asvg:svgBlip xmlns:asvg="http://schemas.microsoft.com/office/drawing/2016/SVG/main" r:embed="rId14"/>
              </a:ext>
            </a:extLst>
          </a:blip>
          <a:srcRect t="2794" b="2794"/>
          <a:stretch>
            <a:fillRect/>
          </a:stretch>
        </p:blipFill>
        <p:spPr>
          <a:xfrm>
            <a:off x="9045072" y="3463470"/>
            <a:ext cx="182880" cy="172663"/>
          </a:xfrm>
          <a:prstGeom prst="rect">
            <a:avLst/>
          </a:prstGeom>
        </p:spPr>
      </p:pic>
      <p:pic>
        <p:nvPicPr>
          <p:cNvPr id="44" name="Group 54" descr="ID 299527 - filled rhombus">
            <a:extLst>
              <a:ext uri="{FF2B5EF4-FFF2-40B4-BE49-F238E27FC236}">
                <a16:creationId xmlns:a16="http://schemas.microsoft.com/office/drawing/2014/main" id="{40AB6614-AECF-160C-9ED1-3526F7701E49}"/>
              </a:ext>
            </a:extLst>
          </p:cNvPr>
          <p:cNvPicPr>
            <a:picLocks noChangeAspect="1"/>
          </p:cNvPicPr>
          <p:nvPr>
            <p:custDataLst>
              <p:tags r:id="rId3"/>
            </p:custDataLst>
          </p:nvPr>
        </p:nvPicPr>
        <p:blipFill>
          <a:blip>
            <a:extLst>
              <a:ext uri="{96DAC541-7B7A-43D3-8B79-37D633B846F1}">
                <asvg:svgBlip xmlns:asvg="http://schemas.microsoft.com/office/drawing/2016/SVG/main" r:embed="rId14"/>
              </a:ext>
            </a:extLst>
          </a:blip>
          <a:srcRect t="2794" b="2794"/>
          <a:stretch>
            <a:fillRect/>
          </a:stretch>
        </p:blipFill>
        <p:spPr>
          <a:xfrm>
            <a:off x="10771582" y="4496753"/>
            <a:ext cx="182880" cy="172663"/>
          </a:xfrm>
          <a:prstGeom prst="rect">
            <a:avLst/>
          </a:prstGeom>
        </p:spPr>
      </p:pic>
    </p:spTree>
    <p:extLst>
      <p:ext uri="{BB962C8B-B14F-4D97-AF65-F5344CB8AC3E}">
        <p14:creationId xmlns:p14="http://schemas.microsoft.com/office/powerpoint/2010/main" val="31427141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6856E-4519-F3B4-FF4A-9969B5A2470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5D8D819-5A96-3519-2743-E50F6346AE43}"/>
              </a:ext>
            </a:extLst>
          </p:cNvPr>
          <p:cNvPicPr>
            <a:picLocks noChangeAspect="1"/>
          </p:cNvPicPr>
          <p:nvPr/>
        </p:nvPicPr>
        <p:blipFill>
          <a:blip r:embed="rId3"/>
          <a:stretch>
            <a:fillRect/>
          </a:stretch>
        </p:blipFill>
        <p:spPr>
          <a:xfrm>
            <a:off x="1" y="0"/>
            <a:ext cx="12191999" cy="6858000"/>
          </a:xfrm>
          <a:prstGeom prst="rect">
            <a:avLst/>
          </a:prstGeom>
        </p:spPr>
      </p:pic>
      <p:sp>
        <p:nvSpPr>
          <p:cNvPr id="7" name="Title 6">
            <a:extLst>
              <a:ext uri="{FF2B5EF4-FFF2-40B4-BE49-F238E27FC236}">
                <a16:creationId xmlns:a16="http://schemas.microsoft.com/office/drawing/2014/main" id="{059F863E-0217-A205-0507-92AA5272F20C}"/>
              </a:ext>
            </a:extLst>
          </p:cNvPr>
          <p:cNvSpPr>
            <a:spLocks noGrp="1"/>
          </p:cNvSpPr>
          <p:nvPr>
            <p:ph type="title"/>
          </p:nvPr>
        </p:nvSpPr>
        <p:spPr>
          <a:xfrm>
            <a:off x="555757" y="3090446"/>
            <a:ext cx="11066331" cy="677108"/>
          </a:xfrm>
        </p:spPr>
        <p:txBody>
          <a:bodyPr/>
          <a:lstStyle/>
          <a:p>
            <a:pPr defTabSz="914400">
              <a:spcBef>
                <a:spcPts val="0"/>
              </a:spcBef>
              <a:defRPr/>
            </a:pPr>
            <a:r>
              <a:rPr lang="en-US" sz="4400">
                <a:solidFill>
                  <a:srgbClr val="FFFFFF"/>
                </a:solidFill>
                <a:ea typeface="+mn-ea"/>
                <a:cs typeface="+mn-cs"/>
              </a:rPr>
              <a:t>Analytical Business Insights Agent</a:t>
            </a:r>
          </a:p>
        </p:txBody>
      </p:sp>
    </p:spTree>
    <p:extLst>
      <p:ext uri="{BB962C8B-B14F-4D97-AF65-F5344CB8AC3E}">
        <p14:creationId xmlns:p14="http://schemas.microsoft.com/office/powerpoint/2010/main" val="4781810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B5A24-63CC-C4A3-8A18-938E0AC787B0}"/>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DAD733D4-9B7E-73F2-737F-6999E6F08F1B}"/>
              </a:ext>
            </a:extLst>
          </p:cNvPr>
          <p:cNvSpPr txBox="1"/>
          <p:nvPr/>
        </p:nvSpPr>
        <p:spPr>
          <a:xfrm>
            <a:off x="458787" y="854819"/>
            <a:ext cx="6564869" cy="430887"/>
          </a:xfrm>
          <a:prstGeom prst="rect">
            <a:avLst/>
          </a:prstGeom>
          <a:noFill/>
        </p:spPr>
        <p:txBody>
          <a:bodyPr wrap="square" lIns="0" tIns="0" rIns="0" bIns="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0144A"/>
                </a:solidFill>
                <a:effectLst/>
                <a:uLnTx/>
                <a:uFillTx/>
                <a:latin typeface="72 Brand Medium" panose="020B0604030603020204" pitchFamily="34" charset="0"/>
                <a:ea typeface="+mn-ea"/>
                <a:cs typeface="+mn-cs"/>
              </a:rPr>
              <a:t>Analytical Business Insights Agent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rPr>
              <a:t>Agent summary</a:t>
            </a:r>
            <a:endParaRPr kumimoji="0" lang="de-DE" sz="2800" b="0" i="0" u="none" strike="noStrike" kern="1200" cap="none" spc="0" normalizeH="0" baseline="0" noProof="0">
              <a:ln>
                <a:noFill/>
              </a:ln>
              <a:solidFill>
                <a:srgbClr val="00144A"/>
              </a:solidFill>
              <a:effectLst/>
              <a:uLnTx/>
              <a:uFillTx/>
              <a:latin typeface="72 Brand Medium" panose="020B0604030603020204" pitchFamily="34" charset="0"/>
              <a:ea typeface="+mn-ea"/>
              <a:cs typeface="+mn-cs"/>
            </a:endParaRPr>
          </a:p>
        </p:txBody>
      </p:sp>
      <p:sp>
        <p:nvSpPr>
          <p:cNvPr id="10" name="TextBox 9">
            <a:extLst>
              <a:ext uri="{FF2B5EF4-FFF2-40B4-BE49-F238E27FC236}">
                <a16:creationId xmlns:a16="http://schemas.microsoft.com/office/drawing/2014/main" id="{16888FC7-BDE1-2E3C-98ED-5BC45B184036}"/>
              </a:ext>
            </a:extLst>
          </p:cNvPr>
          <p:cNvSpPr txBox="1"/>
          <p:nvPr/>
        </p:nvSpPr>
        <p:spPr>
          <a:xfrm>
            <a:off x="481012" y="1763344"/>
            <a:ext cx="6265086" cy="646331"/>
          </a:xfrm>
          <a:prstGeom prst="rect">
            <a:avLst/>
          </a:prstGeom>
          <a:noFill/>
        </p:spPr>
        <p:txBody>
          <a:bodyPr wrap="square" lIns="0" tIns="0" rIns="0" bIns="0" anchor="t">
            <a:spAutoFit/>
          </a:bodyPr>
          <a:lstStyle/>
          <a:p>
            <a:pPr marL="0" marR="0" lvl="0" indent="0" algn="l" defTabSz="1088231"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ptos" panose="020B0004020202020204"/>
                <a:ea typeface="+mn-ea"/>
                <a:cs typeface="+mn-cs"/>
              </a:rPr>
              <a:t>The Analytical Business Insights Agent helps analysts spend less time on manual data investigation and focus more on driving data-supported financial decisions and enhancing business performance</a:t>
            </a:r>
          </a:p>
        </p:txBody>
      </p:sp>
      <p:grpSp>
        <p:nvGrpSpPr>
          <p:cNvPr id="52" name="Group 51">
            <a:extLst>
              <a:ext uri="{FF2B5EF4-FFF2-40B4-BE49-F238E27FC236}">
                <a16:creationId xmlns:a16="http://schemas.microsoft.com/office/drawing/2014/main" id="{FC81E4B8-CF81-6B8D-D8D1-564CA3928916}"/>
              </a:ext>
            </a:extLst>
          </p:cNvPr>
          <p:cNvGrpSpPr/>
          <p:nvPr/>
        </p:nvGrpSpPr>
        <p:grpSpPr>
          <a:xfrm>
            <a:off x="481012" y="2570970"/>
            <a:ext cx="6781904" cy="153889"/>
            <a:chOff x="479425" y="2643873"/>
            <a:chExt cx="6781904" cy="153889"/>
          </a:xfrm>
        </p:grpSpPr>
        <p:sp>
          <p:nvSpPr>
            <p:cNvPr id="12" name="TextBox 11">
              <a:extLst>
                <a:ext uri="{FF2B5EF4-FFF2-40B4-BE49-F238E27FC236}">
                  <a16:creationId xmlns:a16="http://schemas.microsoft.com/office/drawing/2014/main" id="{4454355C-17CC-AD50-B2B0-7CEEE59AD498}"/>
                </a:ext>
              </a:extLst>
            </p:cNvPr>
            <p:cNvSpPr txBox="1"/>
            <p:nvPr/>
          </p:nvSpPr>
          <p:spPr>
            <a:xfrm>
              <a:off x="696460" y="2643873"/>
              <a:ext cx="6564869" cy="15388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D36FF"/>
                  </a:solidFill>
                  <a:effectLst/>
                  <a:uLnTx/>
                  <a:uFillTx/>
                  <a:latin typeface="72 Brand Medium"/>
                  <a:ea typeface="+mn-ea"/>
                  <a:cs typeface="+mn-cs"/>
                </a:rPr>
                <a:t>Calculates KPIs across different account hierarchies</a:t>
              </a:r>
            </a:p>
          </p:txBody>
        </p:sp>
        <p:pic>
          <p:nvPicPr>
            <p:cNvPr id="2" name="Graphic 1">
              <a:extLst>
                <a:ext uri="{FF2B5EF4-FFF2-40B4-BE49-F238E27FC236}">
                  <a16:creationId xmlns:a16="http://schemas.microsoft.com/office/drawing/2014/main" id="{5A0B4517-78A3-E9B8-CB90-DA8C0D0EE22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9425" y="2643873"/>
              <a:ext cx="153889" cy="153889"/>
            </a:xfrm>
            <a:prstGeom prst="rect">
              <a:avLst/>
            </a:prstGeom>
          </p:spPr>
        </p:pic>
      </p:grpSp>
      <p:grpSp>
        <p:nvGrpSpPr>
          <p:cNvPr id="53" name="Group 52">
            <a:extLst>
              <a:ext uri="{FF2B5EF4-FFF2-40B4-BE49-F238E27FC236}">
                <a16:creationId xmlns:a16="http://schemas.microsoft.com/office/drawing/2014/main" id="{958B9475-D9FD-7079-6C70-501B79C9562E}"/>
              </a:ext>
            </a:extLst>
          </p:cNvPr>
          <p:cNvGrpSpPr/>
          <p:nvPr/>
        </p:nvGrpSpPr>
        <p:grpSpPr>
          <a:xfrm>
            <a:off x="481012" y="2831876"/>
            <a:ext cx="6781904" cy="157593"/>
            <a:chOff x="479425" y="2878136"/>
            <a:chExt cx="6781904" cy="157593"/>
          </a:xfrm>
        </p:grpSpPr>
        <p:sp>
          <p:nvSpPr>
            <p:cNvPr id="14" name="TextBox 13">
              <a:extLst>
                <a:ext uri="{FF2B5EF4-FFF2-40B4-BE49-F238E27FC236}">
                  <a16:creationId xmlns:a16="http://schemas.microsoft.com/office/drawing/2014/main" id="{B2EABABC-495F-EE8C-01C7-242CAB5B34E0}"/>
                </a:ext>
              </a:extLst>
            </p:cNvPr>
            <p:cNvSpPr txBox="1"/>
            <p:nvPr/>
          </p:nvSpPr>
          <p:spPr>
            <a:xfrm>
              <a:off x="696460" y="2878136"/>
              <a:ext cx="6564869" cy="15388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D36FF"/>
                  </a:solidFill>
                  <a:effectLst/>
                  <a:uLnTx/>
                  <a:uFillTx/>
                  <a:latin typeface="72 Brand Medium"/>
                  <a:ea typeface="+mn-ea"/>
                  <a:cs typeface="+mn-cs"/>
                </a:rPr>
                <a:t>Guides users in variance analysis to find the root cause</a:t>
              </a:r>
            </a:p>
          </p:txBody>
        </p:sp>
        <p:pic>
          <p:nvPicPr>
            <p:cNvPr id="4" name="Graphic 3">
              <a:extLst>
                <a:ext uri="{FF2B5EF4-FFF2-40B4-BE49-F238E27FC236}">
                  <a16:creationId xmlns:a16="http://schemas.microsoft.com/office/drawing/2014/main" id="{B6A5BD25-E34F-D0A7-EE19-3100C5CB5C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9425" y="2881840"/>
              <a:ext cx="153889" cy="153889"/>
            </a:xfrm>
            <a:prstGeom prst="rect">
              <a:avLst/>
            </a:prstGeom>
          </p:spPr>
        </p:pic>
      </p:grpSp>
      <p:sp>
        <p:nvSpPr>
          <p:cNvPr id="36" name="Rounded Rectangle 35">
            <a:extLst>
              <a:ext uri="{FF2B5EF4-FFF2-40B4-BE49-F238E27FC236}">
                <a16:creationId xmlns:a16="http://schemas.microsoft.com/office/drawing/2014/main" id="{23FD5042-9390-444B-79DE-84300B64C260}"/>
              </a:ext>
            </a:extLst>
          </p:cNvPr>
          <p:cNvSpPr/>
          <p:nvPr/>
        </p:nvSpPr>
        <p:spPr>
          <a:xfrm>
            <a:off x="464079" y="453762"/>
            <a:ext cx="1865073" cy="274320"/>
          </a:xfrm>
          <a:prstGeom prst="roundRect">
            <a:avLst>
              <a:gd name="adj" fmla="val 33975"/>
            </a:avLst>
          </a:prstGeom>
          <a:solidFill>
            <a:srgbClr val="5D36FF">
              <a:alpha val="8000"/>
            </a:srgb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737" tIns="146190" rIns="182737" bIns="146190" numCol="1" spcCol="0" rtlCol="0" fromWordArt="0" anchor="ctr" anchorCtr="0" forceAA="0" compatLnSpc="1">
            <a:prstTxWarp prst="textNoShape">
              <a:avLst/>
            </a:prstTxWarp>
            <a:noAutofit/>
          </a:bodyPr>
          <a:lstStyle/>
          <a:p>
            <a:pPr marL="0" marR="0" lvl="0" indent="0" algn="ctr" defTabSz="253944" rtl="0" eaLnBrk="1" fontAlgn="base" latinLnBrk="0" hangingPunct="1">
              <a:lnSpc>
                <a:spcPct val="100000"/>
              </a:lnSpc>
              <a:spcBef>
                <a:spcPct val="50000"/>
              </a:spcBef>
              <a:spcAft>
                <a:spcPct val="0"/>
              </a:spcAft>
              <a:buClr>
                <a:srgbClr val="F0AB00"/>
              </a:buClr>
              <a:buSzPct val="80000"/>
              <a:buFontTx/>
              <a:buNone/>
              <a:tabLst/>
              <a:defRPr/>
            </a:pPr>
            <a:r>
              <a:rPr kumimoji="0" lang="en-US" sz="1050" b="0" i="0" u="none" strike="noStrike" kern="0" cap="none" spc="0" normalizeH="0" baseline="0" noProof="0">
                <a:ln>
                  <a:noFill/>
                </a:ln>
                <a:solidFill>
                  <a:srgbClr val="5D36FF"/>
                </a:solidFill>
                <a:effectLst/>
                <a:uLnTx/>
                <a:uFillTx/>
                <a:latin typeface="72 Brand Book" panose="020B0404030603020204" pitchFamily="34" charset="0"/>
                <a:ea typeface="+mn-ea"/>
                <a:cs typeface="+mn-cs"/>
              </a:rPr>
              <a:t>Autonomous Finance</a:t>
            </a:r>
            <a:endParaRPr kumimoji="0" lang="en-GB" sz="1050" b="0" i="0" u="none" strike="noStrike" kern="0" cap="none" spc="0" normalizeH="0" baseline="0" noProof="0">
              <a:ln>
                <a:noFill/>
              </a:ln>
              <a:solidFill>
                <a:srgbClr val="5D36FF"/>
              </a:solidFill>
              <a:effectLst/>
              <a:uLnTx/>
              <a:uFillTx/>
              <a:latin typeface="72 Brand Book" panose="020B0404030603020204" pitchFamily="34" charset="0"/>
              <a:ea typeface="+mn-ea"/>
              <a:cs typeface="+mn-cs"/>
            </a:endParaRPr>
          </a:p>
        </p:txBody>
      </p:sp>
      <p:sp>
        <p:nvSpPr>
          <p:cNvPr id="8" name="Rounded Rectangle 24">
            <a:extLst>
              <a:ext uri="{FF2B5EF4-FFF2-40B4-BE49-F238E27FC236}">
                <a16:creationId xmlns:a16="http://schemas.microsoft.com/office/drawing/2014/main" id="{731E1FBF-E8A5-8478-521E-2402B034D901}"/>
              </a:ext>
            </a:extLst>
          </p:cNvPr>
          <p:cNvSpPr/>
          <p:nvPr/>
        </p:nvSpPr>
        <p:spPr>
          <a:xfrm>
            <a:off x="486721" y="5231086"/>
            <a:ext cx="7190955" cy="1154335"/>
          </a:xfrm>
          <a:prstGeom prst="roundRect">
            <a:avLst>
              <a:gd name="adj" fmla="val 14303"/>
            </a:avLst>
          </a:prstGeom>
          <a:gradFill flip="none" rotWithShape="1">
            <a:gsLst>
              <a:gs pos="0">
                <a:srgbClr val="F1ECFF">
                  <a:alpha val="75017"/>
                </a:srgbClr>
              </a:gs>
              <a:gs pos="100000">
                <a:srgbClr val="E2D8FF">
                  <a:alpha val="75000"/>
                </a:srgbClr>
              </a:gs>
            </a:gsLst>
            <a:lin ang="2700000" scaled="1"/>
            <a:tileRect/>
          </a:gradFill>
          <a:ln w="9525">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E9ECEE"/>
              </a:solidFill>
              <a:effectLst/>
              <a:uLnTx/>
              <a:uFillTx/>
              <a:latin typeface="72 Brand" panose="020B0504030603020204" pitchFamily="34" charset="0"/>
              <a:ea typeface="+mn-ea"/>
              <a:cs typeface="+mn-cs"/>
            </a:endParaRPr>
          </a:p>
        </p:txBody>
      </p:sp>
      <p:sp>
        <p:nvSpPr>
          <p:cNvPr id="15" name="Rounded Rectangle 2">
            <a:extLst>
              <a:ext uri="{FF2B5EF4-FFF2-40B4-BE49-F238E27FC236}">
                <a16:creationId xmlns:a16="http://schemas.microsoft.com/office/drawing/2014/main" id="{F8379D61-A471-CA61-1B02-14201F6F4A3D}"/>
              </a:ext>
            </a:extLst>
          </p:cNvPr>
          <p:cNvSpPr/>
          <p:nvPr/>
        </p:nvSpPr>
        <p:spPr>
          <a:xfrm>
            <a:off x="458787" y="3986485"/>
            <a:ext cx="7218889" cy="1154334"/>
          </a:xfrm>
          <a:prstGeom prst="roundRect">
            <a:avLst>
              <a:gd name="adj" fmla="val 17910"/>
            </a:avLst>
          </a:prstGeom>
          <a:gradFill flip="none" rotWithShape="1">
            <a:gsLst>
              <a:gs pos="0">
                <a:srgbClr val="F1ECFF">
                  <a:alpha val="75017"/>
                </a:srgbClr>
              </a:gs>
              <a:gs pos="100000">
                <a:srgbClr val="E2D8FF">
                  <a:alpha val="75000"/>
                </a:srgbClr>
              </a:gs>
            </a:gsLst>
            <a:lin ang="2700000" scaled="1"/>
            <a:tileRect/>
          </a:gradFill>
          <a:ln w="9525">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E9ECEE"/>
              </a:solidFill>
              <a:effectLst/>
              <a:uLnTx/>
              <a:uFillTx/>
              <a:latin typeface="72 Brand" panose="020B0504030603020204" pitchFamily="34" charset="0"/>
              <a:ea typeface="+mn-ea"/>
              <a:cs typeface="+mn-cs"/>
            </a:endParaRPr>
          </a:p>
        </p:txBody>
      </p:sp>
      <p:grpSp>
        <p:nvGrpSpPr>
          <p:cNvPr id="103" name="Group 102">
            <a:extLst>
              <a:ext uri="{FF2B5EF4-FFF2-40B4-BE49-F238E27FC236}">
                <a16:creationId xmlns:a16="http://schemas.microsoft.com/office/drawing/2014/main" id="{C1A15EA4-4BCF-AF2E-65D5-6F30AB7B4311}"/>
              </a:ext>
            </a:extLst>
          </p:cNvPr>
          <p:cNvGrpSpPr/>
          <p:nvPr/>
        </p:nvGrpSpPr>
        <p:grpSpPr>
          <a:xfrm>
            <a:off x="963330" y="4124515"/>
            <a:ext cx="2141943" cy="699773"/>
            <a:chOff x="961742" y="4035596"/>
            <a:chExt cx="2141943" cy="699773"/>
          </a:xfrm>
        </p:grpSpPr>
        <p:sp>
          <p:nvSpPr>
            <p:cNvPr id="38" name="TextBox 37">
              <a:extLst>
                <a:ext uri="{FF2B5EF4-FFF2-40B4-BE49-F238E27FC236}">
                  <a16:creationId xmlns:a16="http://schemas.microsoft.com/office/drawing/2014/main" id="{33868036-01A3-EDAC-B025-A15B397D9F16}"/>
                </a:ext>
              </a:extLst>
            </p:cNvPr>
            <p:cNvSpPr txBox="1"/>
            <p:nvPr/>
          </p:nvSpPr>
          <p:spPr>
            <a:xfrm>
              <a:off x="961742" y="4035596"/>
              <a:ext cx="1508760" cy="369332"/>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1A1A2E"/>
                  </a:solidFill>
                  <a:effectLst/>
                  <a:uLnTx/>
                  <a:uFillTx/>
                  <a:latin typeface="72 Brand Medium"/>
                  <a:ea typeface="+mn-ea"/>
                  <a:cs typeface="+mn-cs"/>
                </a:rPr>
                <a:t>50</a:t>
              </a:r>
              <a:r>
                <a:rPr kumimoji="0" lang="en-DE" sz="2400" b="0" i="0" u="none" strike="noStrike" kern="1200" cap="none" spc="0" normalizeH="0" baseline="0" noProof="0">
                  <a:ln>
                    <a:noFill/>
                  </a:ln>
                  <a:solidFill>
                    <a:srgbClr val="1A1A2E"/>
                  </a:solidFill>
                  <a:effectLst/>
                  <a:uLnTx/>
                  <a:uFillTx/>
                  <a:latin typeface="72 Brand Medium"/>
                  <a:ea typeface="+mn-ea"/>
                  <a:cs typeface="+mn-cs"/>
                </a:rPr>
                <a:t>%</a:t>
              </a:r>
            </a:p>
          </p:txBody>
        </p:sp>
        <p:sp>
          <p:nvSpPr>
            <p:cNvPr id="39" name="TextBox 38">
              <a:extLst>
                <a:ext uri="{FF2B5EF4-FFF2-40B4-BE49-F238E27FC236}">
                  <a16:creationId xmlns:a16="http://schemas.microsoft.com/office/drawing/2014/main" id="{C991CB09-727C-8266-08A5-3970904D7605}"/>
                </a:ext>
              </a:extLst>
            </p:cNvPr>
            <p:cNvSpPr txBox="1"/>
            <p:nvPr/>
          </p:nvSpPr>
          <p:spPr>
            <a:xfrm>
              <a:off x="977904" y="4427592"/>
              <a:ext cx="2125781" cy="307777"/>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rPr>
                <a:t>Reduction in effort to analyze financial statement KPIs</a:t>
              </a:r>
            </a:p>
          </p:txBody>
        </p:sp>
      </p:grpSp>
      <p:grpSp>
        <p:nvGrpSpPr>
          <p:cNvPr id="79" name="Group 78">
            <a:extLst>
              <a:ext uri="{FF2B5EF4-FFF2-40B4-BE49-F238E27FC236}">
                <a16:creationId xmlns:a16="http://schemas.microsoft.com/office/drawing/2014/main" id="{0117373A-07F5-6AB5-4978-C1C8245166CD}"/>
              </a:ext>
            </a:extLst>
          </p:cNvPr>
          <p:cNvGrpSpPr/>
          <p:nvPr/>
        </p:nvGrpSpPr>
        <p:grpSpPr>
          <a:xfrm>
            <a:off x="979492" y="5578817"/>
            <a:ext cx="1944169" cy="573312"/>
            <a:chOff x="977904" y="5578817"/>
            <a:chExt cx="1944169" cy="573312"/>
          </a:xfrm>
        </p:grpSpPr>
        <p:sp>
          <p:nvSpPr>
            <p:cNvPr id="61" name="TextBox 60">
              <a:extLst>
                <a:ext uri="{FF2B5EF4-FFF2-40B4-BE49-F238E27FC236}">
                  <a16:creationId xmlns:a16="http://schemas.microsoft.com/office/drawing/2014/main" id="{85D2F4B8-980A-D190-ED1E-26BAFD3CD84D}"/>
                </a:ext>
              </a:extLst>
            </p:cNvPr>
            <p:cNvSpPr txBox="1"/>
            <p:nvPr/>
          </p:nvSpPr>
          <p:spPr>
            <a:xfrm>
              <a:off x="977905" y="5578817"/>
              <a:ext cx="1944168" cy="161583"/>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srgbClr val="5D36FF"/>
                  </a:solidFill>
                  <a:effectLst/>
                  <a:uLnTx/>
                  <a:uFillTx/>
                  <a:latin typeface="72 Brand Medium"/>
                  <a:ea typeface="+mn-ea"/>
                  <a:cs typeface="+mn-cs"/>
                </a:rPr>
                <a:t>General Availability</a:t>
              </a:r>
              <a:endParaRPr kumimoji="0" lang="de-DE" sz="105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endParaRPr>
            </a:p>
          </p:txBody>
        </p:sp>
        <p:sp>
          <p:nvSpPr>
            <p:cNvPr id="64" name="TextBox 63">
              <a:extLst>
                <a:ext uri="{FF2B5EF4-FFF2-40B4-BE49-F238E27FC236}">
                  <a16:creationId xmlns:a16="http://schemas.microsoft.com/office/drawing/2014/main" id="{25A88853-E941-4C7D-7B67-B2628C2EA493}"/>
                </a:ext>
              </a:extLst>
            </p:cNvPr>
            <p:cNvSpPr txBox="1"/>
            <p:nvPr/>
          </p:nvSpPr>
          <p:spPr>
            <a:xfrm>
              <a:off x="977904" y="5812108"/>
              <a:ext cx="1944168" cy="340021"/>
            </a:xfrm>
            <a:prstGeom prst="roundRect">
              <a:avLst>
                <a:gd name="adj" fmla="val 50000"/>
              </a:avLst>
            </a:prstGeom>
            <a:gradFill flip="none" rotWithShape="1">
              <a:gsLst>
                <a:gs pos="0">
                  <a:srgbClr val="D2C0FD"/>
                </a:gs>
                <a:gs pos="100000">
                  <a:srgbClr val="E2D8FF"/>
                </a:gs>
              </a:gsLst>
              <a:lin ang="2700000" scaled="1"/>
              <a:tileRect/>
            </a:gradFill>
          </p:spPr>
          <p:txBody>
            <a:bodyPr wrap="square" lIns="0" tIns="0" rIns="0" bIns="0" anchor="ctr">
              <a:noAutofit/>
            </a:bodyPr>
            <a:lstStyle>
              <a:defPPr>
                <a:defRPr lang="en-US"/>
              </a:defPPr>
              <a:lvl1pPr marR="0" lvl="0" indent="0" algn="ctr" defTabSz="457200" fontAlgn="auto">
                <a:lnSpc>
                  <a:spcPct val="100000"/>
                </a:lnSpc>
                <a:spcBef>
                  <a:spcPts val="0"/>
                </a:spcBef>
                <a:spcAft>
                  <a:spcPts val="0"/>
                </a:spcAft>
                <a:buClrTx/>
                <a:buSzTx/>
                <a:buFontTx/>
                <a:buNone/>
                <a:tabLst/>
                <a:defRPr kumimoji="0" sz="900" u="none" strike="noStrike" cap="none" spc="0" normalizeH="0" baseline="0">
                  <a:ln>
                    <a:noFill/>
                  </a:ln>
                  <a:solidFill>
                    <a:srgbClr val="1A1A2E"/>
                  </a:solidFill>
                  <a:effectLst/>
                  <a:uLnTx/>
                  <a:uFillTx/>
                  <a:latin typeface="72 Brand Book" panose="020B0404030603020204" pitchFamily="34" charset="0"/>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srgbClr val="1A1A2E"/>
                  </a:solidFill>
                  <a:effectLst/>
                  <a:uLnTx/>
                  <a:uFillTx/>
                  <a:latin typeface="72 Brand Book" panose="020B0404030603020204" pitchFamily="34" charset="0"/>
                  <a:ea typeface="+mn-ea"/>
                  <a:cs typeface="+mn-cs"/>
                </a:rPr>
                <a:t>Planned September 30, 2026</a:t>
              </a:r>
            </a:p>
          </p:txBody>
        </p:sp>
      </p:grpSp>
      <p:grpSp>
        <p:nvGrpSpPr>
          <p:cNvPr id="80" name="Group 79">
            <a:extLst>
              <a:ext uri="{FF2B5EF4-FFF2-40B4-BE49-F238E27FC236}">
                <a16:creationId xmlns:a16="http://schemas.microsoft.com/office/drawing/2014/main" id="{DAC923D6-1DBE-8399-0B78-5631F313E224}"/>
              </a:ext>
            </a:extLst>
          </p:cNvPr>
          <p:cNvGrpSpPr/>
          <p:nvPr/>
        </p:nvGrpSpPr>
        <p:grpSpPr>
          <a:xfrm>
            <a:off x="3221247" y="5578817"/>
            <a:ext cx="1944169" cy="573312"/>
            <a:chOff x="977904" y="5578817"/>
            <a:chExt cx="1944169" cy="573312"/>
          </a:xfrm>
        </p:grpSpPr>
        <p:sp>
          <p:nvSpPr>
            <p:cNvPr id="81" name="TextBox 80">
              <a:extLst>
                <a:ext uri="{FF2B5EF4-FFF2-40B4-BE49-F238E27FC236}">
                  <a16:creationId xmlns:a16="http://schemas.microsoft.com/office/drawing/2014/main" id="{1DD10B72-6E29-2991-E47C-0D6FA109CDF1}"/>
                </a:ext>
              </a:extLst>
            </p:cNvPr>
            <p:cNvSpPr txBox="1"/>
            <p:nvPr/>
          </p:nvSpPr>
          <p:spPr>
            <a:xfrm>
              <a:off x="977905" y="5578817"/>
              <a:ext cx="1944168" cy="161583"/>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srgbClr val="5D36FF"/>
                  </a:solidFill>
                  <a:effectLst/>
                  <a:uLnTx/>
                  <a:uFillTx/>
                  <a:latin typeface="72 Brand Medium"/>
                  <a:ea typeface="+mn-ea"/>
                  <a:cs typeface="+mn-cs"/>
                </a:rPr>
                <a:t>Early Adopter Care</a:t>
              </a:r>
              <a:endParaRPr kumimoji="0" lang="de-DE" sz="105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endParaRPr>
            </a:p>
          </p:txBody>
        </p:sp>
        <p:sp>
          <p:nvSpPr>
            <p:cNvPr id="86" name="TextBox 85">
              <a:extLst>
                <a:ext uri="{FF2B5EF4-FFF2-40B4-BE49-F238E27FC236}">
                  <a16:creationId xmlns:a16="http://schemas.microsoft.com/office/drawing/2014/main" id="{2CD3C26B-64FD-9379-8C58-7B7BCEE01A77}"/>
                </a:ext>
              </a:extLst>
            </p:cNvPr>
            <p:cNvSpPr txBox="1"/>
            <p:nvPr/>
          </p:nvSpPr>
          <p:spPr>
            <a:xfrm>
              <a:off x="977904" y="5812108"/>
              <a:ext cx="1944168" cy="340021"/>
            </a:xfrm>
            <a:prstGeom prst="roundRect">
              <a:avLst>
                <a:gd name="adj" fmla="val 50000"/>
              </a:avLst>
            </a:prstGeom>
            <a:gradFill flip="none" rotWithShape="1">
              <a:gsLst>
                <a:gs pos="0">
                  <a:srgbClr val="D2C0FD"/>
                </a:gs>
                <a:gs pos="100000">
                  <a:srgbClr val="E2D8FF"/>
                </a:gs>
              </a:gsLst>
              <a:lin ang="2700000" scaled="1"/>
              <a:tileRect/>
            </a:gradFill>
          </p:spPr>
          <p:txBody>
            <a:bodyPr wrap="square" lIns="0" tIns="0" rIns="0" bIns="0" anchor="ctr">
              <a:noAutofit/>
            </a:bodyPr>
            <a:lstStyle>
              <a:defPPr>
                <a:defRPr lang="en-US"/>
              </a:defPPr>
              <a:lvl1pPr marR="0" lvl="0" indent="0" algn="ctr" defTabSz="457200" fontAlgn="auto">
                <a:lnSpc>
                  <a:spcPct val="100000"/>
                </a:lnSpc>
                <a:spcBef>
                  <a:spcPts val="0"/>
                </a:spcBef>
                <a:spcAft>
                  <a:spcPts val="0"/>
                </a:spcAft>
                <a:buClrTx/>
                <a:buSzTx/>
                <a:buFontTx/>
                <a:buNone/>
                <a:tabLst/>
                <a:defRPr kumimoji="0" sz="900" u="none" strike="noStrike" cap="none" spc="0" normalizeH="0" baseline="0">
                  <a:ln>
                    <a:noFill/>
                  </a:ln>
                  <a:solidFill>
                    <a:srgbClr val="1A1A2E"/>
                  </a:solidFill>
                  <a:effectLst/>
                  <a:uLnTx/>
                  <a:uFillTx/>
                  <a:latin typeface="72 Brand Book" panose="020B0404030603020204" pitchFamily="34" charset="0"/>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1A1A2E"/>
                  </a:solidFill>
                  <a:effectLst/>
                  <a:uLnTx/>
                  <a:uFillTx/>
                  <a:latin typeface="72 Brand Book" panose="020B0404030603020204" pitchFamily="34" charset="0"/>
                  <a:ea typeface="+mn-ea"/>
                  <a:cs typeface="+mn-cs"/>
                </a:rPr>
                <a:t>Registration Full</a:t>
              </a:r>
              <a:endParaRPr kumimoji="0" lang="en-CA" sz="900" b="0" i="0" u="none" strike="noStrike" kern="1200" cap="none" spc="0" normalizeH="0" baseline="0" noProof="0">
                <a:ln>
                  <a:noFill/>
                </a:ln>
                <a:solidFill>
                  <a:srgbClr val="1A1A2E"/>
                </a:solidFill>
                <a:effectLst/>
                <a:uLnTx/>
                <a:uFillTx/>
                <a:latin typeface="72 Brand Book" panose="020B0404030603020204" pitchFamily="34" charset="0"/>
                <a:ea typeface="+mn-ea"/>
                <a:cs typeface="+mn-cs"/>
              </a:endParaRPr>
            </a:p>
          </p:txBody>
        </p:sp>
      </p:grpSp>
      <p:grpSp>
        <p:nvGrpSpPr>
          <p:cNvPr id="87" name="Group 86">
            <a:extLst>
              <a:ext uri="{FF2B5EF4-FFF2-40B4-BE49-F238E27FC236}">
                <a16:creationId xmlns:a16="http://schemas.microsoft.com/office/drawing/2014/main" id="{180F5DFA-C80B-60E9-FF9F-B287E92740FD}"/>
              </a:ext>
            </a:extLst>
          </p:cNvPr>
          <p:cNvGrpSpPr/>
          <p:nvPr/>
        </p:nvGrpSpPr>
        <p:grpSpPr>
          <a:xfrm>
            <a:off x="5474730" y="5578817"/>
            <a:ext cx="1944169" cy="573312"/>
            <a:chOff x="977904" y="5578817"/>
            <a:chExt cx="1944169" cy="573312"/>
          </a:xfrm>
        </p:grpSpPr>
        <p:sp>
          <p:nvSpPr>
            <p:cNvPr id="88" name="TextBox 87">
              <a:extLst>
                <a:ext uri="{FF2B5EF4-FFF2-40B4-BE49-F238E27FC236}">
                  <a16:creationId xmlns:a16="http://schemas.microsoft.com/office/drawing/2014/main" id="{E68D57FD-E9B9-5E13-083A-A1D2E9CEE643}"/>
                </a:ext>
              </a:extLst>
            </p:cNvPr>
            <p:cNvSpPr txBox="1"/>
            <p:nvPr/>
          </p:nvSpPr>
          <p:spPr>
            <a:xfrm>
              <a:off x="977905" y="5578817"/>
              <a:ext cx="1944168" cy="161583"/>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srgbClr val="5D36FF"/>
                  </a:solidFill>
                  <a:effectLst/>
                  <a:uLnTx/>
                  <a:uFillTx/>
                  <a:latin typeface="72 Brand Medium"/>
                  <a:ea typeface="+mn-ea"/>
                  <a:cs typeface="+mn-cs"/>
                </a:rPr>
                <a:t>Roadmap</a:t>
              </a:r>
              <a:endParaRPr kumimoji="0" lang="de-DE" sz="105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endParaRPr>
            </a:p>
          </p:txBody>
        </p:sp>
        <p:sp>
          <p:nvSpPr>
            <p:cNvPr id="89" name="TextBox 88">
              <a:extLst>
                <a:ext uri="{FF2B5EF4-FFF2-40B4-BE49-F238E27FC236}">
                  <a16:creationId xmlns:a16="http://schemas.microsoft.com/office/drawing/2014/main" id="{FA259207-8EAC-2F41-FBA3-5615FB854EED}"/>
                </a:ext>
              </a:extLst>
            </p:cNvPr>
            <p:cNvSpPr txBox="1"/>
            <p:nvPr/>
          </p:nvSpPr>
          <p:spPr>
            <a:xfrm>
              <a:off x="977904" y="5812108"/>
              <a:ext cx="1944168" cy="340021"/>
            </a:xfrm>
            <a:prstGeom prst="roundRect">
              <a:avLst>
                <a:gd name="adj" fmla="val 50000"/>
              </a:avLst>
            </a:prstGeom>
            <a:gradFill flip="none" rotWithShape="1">
              <a:gsLst>
                <a:gs pos="0">
                  <a:srgbClr val="D2C0FD"/>
                </a:gs>
                <a:gs pos="100000">
                  <a:srgbClr val="E2D8FF"/>
                </a:gs>
              </a:gsLst>
              <a:lin ang="2700000" scaled="1"/>
              <a:tileRect/>
            </a:gradFill>
          </p:spPr>
          <p:txBody>
            <a:bodyPr wrap="square" lIns="0" tIns="0" rIns="0" bIns="0" anchor="ctr">
              <a:noAutofit/>
            </a:bodyPr>
            <a:lstStyle>
              <a:defPPr>
                <a:defRPr lang="en-US"/>
              </a:defPPr>
              <a:lvl1pPr marR="0" lvl="0" indent="0" algn="ctr" defTabSz="457200" fontAlgn="auto">
                <a:lnSpc>
                  <a:spcPct val="100000"/>
                </a:lnSpc>
                <a:spcBef>
                  <a:spcPts val="0"/>
                </a:spcBef>
                <a:spcAft>
                  <a:spcPts val="0"/>
                </a:spcAft>
                <a:buClrTx/>
                <a:buSzTx/>
                <a:buFontTx/>
                <a:buNone/>
                <a:tabLst/>
                <a:defRPr kumimoji="0" sz="900" u="none" strike="noStrike" cap="none" spc="0" normalizeH="0" baseline="0">
                  <a:ln>
                    <a:noFill/>
                  </a:ln>
                  <a:solidFill>
                    <a:srgbClr val="1A1A2E"/>
                  </a:solidFill>
                  <a:effectLst/>
                  <a:uLnTx/>
                  <a:uFillTx/>
                  <a:latin typeface="72 Brand Book" panose="020B0404030603020204" pitchFamily="34" charset="0"/>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hlinkClick r:id="rId4"/>
                </a:rPr>
                <a:t>Private Cloud link</a:t>
              </a:r>
              <a:r>
                <a:rPr kumimoji="0" lang="en-US" sz="90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rPr>
                <a:t>.    </a:t>
              </a:r>
              <a:r>
                <a:rPr kumimoji="0" lang="en-US" sz="90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hlinkClick r:id="rId4"/>
                </a:rPr>
                <a:t>Public Cloud link</a:t>
              </a:r>
              <a:endParaRPr kumimoji="0" lang="en-US" sz="900" b="0" i="0" u="none" strike="noStrike" kern="1200" cap="none" spc="0" normalizeH="0" baseline="0" noProof="0">
                <a:ln>
                  <a:noFill/>
                </a:ln>
                <a:solidFill>
                  <a:srgbClr val="1A1A2E"/>
                </a:solidFill>
                <a:effectLst/>
                <a:uLnTx/>
                <a:uFillTx/>
                <a:latin typeface="72 Brand Book" panose="020B0404030603020204" pitchFamily="34" charset="0"/>
                <a:ea typeface="+mn-ea"/>
                <a:cs typeface="+mn-cs"/>
              </a:endParaRPr>
            </a:p>
          </p:txBody>
        </p:sp>
      </p:grpSp>
      <p:grpSp>
        <p:nvGrpSpPr>
          <p:cNvPr id="105" name="Group 104">
            <a:extLst>
              <a:ext uri="{FF2B5EF4-FFF2-40B4-BE49-F238E27FC236}">
                <a16:creationId xmlns:a16="http://schemas.microsoft.com/office/drawing/2014/main" id="{8C389775-9C07-942F-2545-3458B12EA303}"/>
              </a:ext>
            </a:extLst>
          </p:cNvPr>
          <p:cNvGrpSpPr/>
          <p:nvPr/>
        </p:nvGrpSpPr>
        <p:grpSpPr>
          <a:xfrm>
            <a:off x="7786982" y="3986486"/>
            <a:ext cx="3603765" cy="1499335"/>
            <a:chOff x="7785394" y="3897567"/>
            <a:chExt cx="3603765" cy="1499335"/>
          </a:xfrm>
        </p:grpSpPr>
        <p:sp>
          <p:nvSpPr>
            <p:cNvPr id="95" name="Rounded Rectangle 82">
              <a:extLst>
                <a:ext uri="{FF2B5EF4-FFF2-40B4-BE49-F238E27FC236}">
                  <a16:creationId xmlns:a16="http://schemas.microsoft.com/office/drawing/2014/main" id="{33FE6CD6-3714-52F8-9875-51D9CBAD06F9}"/>
                </a:ext>
              </a:extLst>
            </p:cNvPr>
            <p:cNvSpPr/>
            <p:nvPr/>
          </p:nvSpPr>
          <p:spPr>
            <a:xfrm>
              <a:off x="7785394" y="3897567"/>
              <a:ext cx="3603765" cy="1499335"/>
            </a:xfrm>
            <a:prstGeom prst="roundRect">
              <a:avLst>
                <a:gd name="adj" fmla="val 18085"/>
              </a:avLst>
            </a:prstGeom>
            <a:gradFill flip="none" rotWithShape="1">
              <a:gsLst>
                <a:gs pos="0">
                  <a:srgbClr val="D0BDFD"/>
                </a:gs>
                <a:gs pos="99000">
                  <a:srgbClr val="EAE6FA"/>
                </a:gs>
              </a:gsLst>
              <a:lin ang="2700000" scaled="1"/>
              <a:tileRect/>
            </a:gradFill>
            <a:ln w="9525">
              <a:gradFill flip="none" rotWithShape="1">
                <a:gsLst>
                  <a:gs pos="0">
                    <a:srgbClr val="8C76FA"/>
                  </a:gs>
                  <a:gs pos="100000">
                    <a:srgbClr val="EAE7FA"/>
                  </a:gs>
                </a:gsLst>
                <a:lin ang="2700000" scaled="1"/>
                <a:tileRect/>
              </a:gradFill>
            </a:ln>
            <a:effectLst/>
          </p:spPr>
          <p:style>
            <a:lnRef idx="1">
              <a:schemeClr val="accent1"/>
            </a:lnRef>
            <a:fillRef idx="3">
              <a:schemeClr val="accent1"/>
            </a:fillRef>
            <a:effectRef idx="2">
              <a:schemeClr val="accent1"/>
            </a:effectRef>
            <a:fontRef idx="minor">
              <a:schemeClr val="lt1"/>
            </a:fontRef>
          </p:style>
          <p:txBody>
            <a:bodyPr tIns="36576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1A1A2E"/>
                  </a:solidFill>
                  <a:effectLst/>
                  <a:uLnTx/>
                  <a:uFillTx/>
                  <a:latin typeface="72 Brand Book" panose="020B0404030603020204" pitchFamily="34" charset="0"/>
                  <a:ea typeface="+mn-ea"/>
                  <a:cs typeface="+mn-cs"/>
                </a:rPr>
                <a:t>SAP S/4HANA Cloud Public Edition</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1A1A2E"/>
                  </a:solidFill>
                  <a:effectLst/>
                  <a:uLnTx/>
                  <a:uFillTx/>
                  <a:latin typeface="72 Brand Book" panose="020B0404030603020204" pitchFamily="34" charset="0"/>
                  <a:ea typeface="+mn-ea"/>
                  <a:cs typeface="+mn-cs"/>
                </a:rPr>
                <a:t>SAP S/4HANA Cloud Private Edition (Min Version Required: For EAC: 2025 FPS02; For GA: 2025 FPS02) Oct 7th 2026</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1A1A2E"/>
                </a:solidFill>
                <a:effectLst/>
                <a:uLnTx/>
                <a:uFillTx/>
                <a:latin typeface="72 Brand Book" panose="020B0404030603020204" pitchFamily="34" charset="0"/>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1A1A2E"/>
                  </a:solidFill>
                  <a:effectLst/>
                  <a:uLnTx/>
                  <a:uFillTx/>
                  <a:latin typeface="72 Brand Book" panose="020B0404030603020204" pitchFamily="34" charset="0"/>
                  <a:ea typeface="+mn-ea"/>
                  <a:cs typeface="+mn-cs"/>
                </a:rPr>
                <a:t>Financial Statement Review Booklet</a:t>
              </a:r>
            </a:p>
          </p:txBody>
        </p:sp>
        <p:sp>
          <p:nvSpPr>
            <p:cNvPr id="96" name="TextBox 95">
              <a:extLst>
                <a:ext uri="{FF2B5EF4-FFF2-40B4-BE49-F238E27FC236}">
                  <a16:creationId xmlns:a16="http://schemas.microsoft.com/office/drawing/2014/main" id="{EDFC9139-A53A-F203-C771-F3BB1A4B170F}"/>
                </a:ext>
              </a:extLst>
            </p:cNvPr>
            <p:cNvSpPr txBox="1"/>
            <p:nvPr/>
          </p:nvSpPr>
          <p:spPr>
            <a:xfrm>
              <a:off x="8689294" y="3986028"/>
              <a:ext cx="1795964" cy="234234"/>
            </a:xfrm>
            <a:prstGeom prst="roundRect">
              <a:avLst>
                <a:gd name="adj" fmla="val 50000"/>
              </a:avLst>
            </a:prstGeom>
            <a:gradFill flip="none" rotWithShape="1">
              <a:gsLst>
                <a:gs pos="0">
                  <a:srgbClr val="8C76FA"/>
                </a:gs>
                <a:gs pos="100000">
                  <a:srgbClr val="6A49FF"/>
                </a:gs>
              </a:gsLst>
              <a:lin ang="2700000" scaled="1"/>
              <a:tileRect/>
            </a:gradFill>
            <a:ln>
              <a:noFill/>
            </a:ln>
          </p:spPr>
          <p:txBody>
            <a:bodyPr wrap="squar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srgbClr val="FFFFFF"/>
                  </a:solidFill>
                  <a:effectLst/>
                  <a:uLnTx/>
                  <a:uFillTx/>
                  <a:latin typeface="72 Brand Book" panose="020B0404030603020204" pitchFamily="34" charset="0"/>
                  <a:ea typeface="+mn-ea"/>
                  <a:cs typeface="+mn-cs"/>
                </a:rPr>
                <a:t>Pre-Requisites</a:t>
              </a:r>
            </a:p>
          </p:txBody>
        </p:sp>
      </p:grpSp>
      <p:grpSp>
        <p:nvGrpSpPr>
          <p:cNvPr id="106" name="Group 105">
            <a:extLst>
              <a:ext uri="{FF2B5EF4-FFF2-40B4-BE49-F238E27FC236}">
                <a16:creationId xmlns:a16="http://schemas.microsoft.com/office/drawing/2014/main" id="{10CDD335-B388-B168-1314-93545E05AC3B}"/>
              </a:ext>
            </a:extLst>
          </p:cNvPr>
          <p:cNvGrpSpPr/>
          <p:nvPr/>
        </p:nvGrpSpPr>
        <p:grpSpPr>
          <a:xfrm>
            <a:off x="7786982" y="5557530"/>
            <a:ext cx="3603765" cy="827891"/>
            <a:chOff x="7785394" y="5212528"/>
            <a:chExt cx="3603765" cy="827891"/>
          </a:xfrm>
        </p:grpSpPr>
        <p:sp>
          <p:nvSpPr>
            <p:cNvPr id="101" name="Rounded Rectangle 82">
              <a:extLst>
                <a:ext uri="{FF2B5EF4-FFF2-40B4-BE49-F238E27FC236}">
                  <a16:creationId xmlns:a16="http://schemas.microsoft.com/office/drawing/2014/main" id="{E091A4C1-18B1-3F09-E9FF-856C1F2C069E}"/>
                </a:ext>
              </a:extLst>
            </p:cNvPr>
            <p:cNvSpPr/>
            <p:nvPr/>
          </p:nvSpPr>
          <p:spPr>
            <a:xfrm>
              <a:off x="7785394" y="5212528"/>
              <a:ext cx="3603765" cy="827891"/>
            </a:xfrm>
            <a:prstGeom prst="roundRect">
              <a:avLst>
                <a:gd name="adj" fmla="val 18085"/>
              </a:avLst>
            </a:prstGeom>
            <a:gradFill flip="none" rotWithShape="1">
              <a:gsLst>
                <a:gs pos="0">
                  <a:srgbClr val="D0BDFD"/>
                </a:gs>
                <a:gs pos="99000">
                  <a:srgbClr val="EAE6FA"/>
                </a:gs>
              </a:gsLst>
              <a:lin ang="2700000" scaled="1"/>
              <a:tileRect/>
            </a:gradFill>
            <a:ln w="9525">
              <a:gradFill flip="none" rotWithShape="1">
                <a:gsLst>
                  <a:gs pos="0">
                    <a:srgbClr val="8C76FA"/>
                  </a:gs>
                  <a:gs pos="100000">
                    <a:srgbClr val="EAE7FA"/>
                  </a:gs>
                </a:gsLst>
                <a:lin ang="2700000" scaled="1"/>
                <a:tileRect/>
              </a:gradFill>
            </a:ln>
            <a:effectLst/>
          </p:spPr>
          <p:style>
            <a:lnRef idx="1">
              <a:schemeClr val="accent1"/>
            </a:lnRef>
            <a:fillRef idx="3">
              <a:schemeClr val="accent1"/>
            </a:fillRef>
            <a:effectRef idx="2">
              <a:schemeClr val="accent1"/>
            </a:effectRef>
            <a:fontRef idx="minor">
              <a:schemeClr val="lt1"/>
            </a:fontRef>
          </p:style>
          <p:txBody>
            <a:bodyPr tIns="36576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1A1A2E"/>
                  </a:solidFill>
                  <a:effectLst/>
                  <a:uLnTx/>
                  <a:uFillTx/>
                  <a:latin typeface="72 Brand Book" panose="020B0404030603020204" pitchFamily="34" charset="0"/>
                  <a:ea typeface="+mn-ea"/>
                  <a:cs typeface="+mn-cs"/>
                </a:rPr>
                <a:t>SAP Advanced Financial Closing</a:t>
              </a:r>
            </a:p>
          </p:txBody>
        </p:sp>
        <p:sp>
          <p:nvSpPr>
            <p:cNvPr id="102" name="TextBox 101">
              <a:extLst>
                <a:ext uri="{FF2B5EF4-FFF2-40B4-BE49-F238E27FC236}">
                  <a16:creationId xmlns:a16="http://schemas.microsoft.com/office/drawing/2014/main" id="{A8668C88-C9AE-EDC9-0DD5-BEA7C2DD761C}"/>
                </a:ext>
              </a:extLst>
            </p:cNvPr>
            <p:cNvSpPr txBox="1"/>
            <p:nvPr/>
          </p:nvSpPr>
          <p:spPr>
            <a:xfrm>
              <a:off x="8689294" y="5300989"/>
              <a:ext cx="1795964" cy="234234"/>
            </a:xfrm>
            <a:prstGeom prst="roundRect">
              <a:avLst>
                <a:gd name="adj" fmla="val 50000"/>
              </a:avLst>
            </a:prstGeom>
            <a:gradFill flip="none" rotWithShape="1">
              <a:gsLst>
                <a:gs pos="0">
                  <a:srgbClr val="8C76FA"/>
                </a:gs>
                <a:gs pos="100000">
                  <a:srgbClr val="6A49FF"/>
                </a:gs>
              </a:gsLst>
              <a:lin ang="2700000" scaled="1"/>
              <a:tileRect/>
            </a:gradFill>
            <a:ln>
              <a:noFill/>
            </a:ln>
          </p:spPr>
          <p:txBody>
            <a:bodyPr wrap="squar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srgbClr val="FFFFFF"/>
                  </a:solidFill>
                  <a:effectLst/>
                  <a:uLnTx/>
                  <a:uFillTx/>
                  <a:latin typeface="72 Brand Book" panose="020B0404030603020204" pitchFamily="34" charset="0"/>
                  <a:ea typeface="+mn-ea"/>
                  <a:cs typeface="+mn-cs"/>
                </a:rPr>
                <a:t>Additionally recommended solutions</a:t>
              </a:r>
            </a:p>
          </p:txBody>
        </p:sp>
      </p:grpSp>
      <p:cxnSp>
        <p:nvCxnSpPr>
          <p:cNvPr id="107" name="Straight Connector 106">
            <a:extLst>
              <a:ext uri="{FF2B5EF4-FFF2-40B4-BE49-F238E27FC236}">
                <a16:creationId xmlns:a16="http://schemas.microsoft.com/office/drawing/2014/main" id="{F1321AC6-8385-2071-BEC3-F8245E891936}"/>
              </a:ext>
            </a:extLst>
          </p:cNvPr>
          <p:cNvCxnSpPr>
            <a:cxnSpLocks/>
          </p:cNvCxnSpPr>
          <p:nvPr/>
        </p:nvCxnSpPr>
        <p:spPr>
          <a:xfrm>
            <a:off x="481012" y="3760064"/>
            <a:ext cx="11201046" cy="0"/>
          </a:xfrm>
          <a:prstGeom prst="line">
            <a:avLst/>
          </a:prstGeom>
          <a:ln w="9525">
            <a:gradFill flip="none" rotWithShape="1">
              <a:gsLst>
                <a:gs pos="0">
                  <a:srgbClr val="B894FF">
                    <a:alpha val="0"/>
                  </a:srgbClr>
                </a:gs>
                <a:gs pos="92992">
                  <a:srgbClr val="AF8BFF"/>
                </a:gs>
                <a:gs pos="5980">
                  <a:srgbClr val="B18DFF"/>
                </a:gs>
                <a:gs pos="52000">
                  <a:srgbClr val="7858FF"/>
                </a:gs>
                <a:gs pos="100000">
                  <a:srgbClr val="B894FF">
                    <a:alpha val="0"/>
                  </a:srgbClr>
                </a:gs>
              </a:gsLst>
              <a:lin ang="0" scaled="1"/>
              <a:tileRect/>
            </a:gra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E9A27851-E794-443E-C3AD-4EECE30DF4BA}"/>
              </a:ext>
            </a:extLst>
          </p:cNvPr>
          <p:cNvGrpSpPr/>
          <p:nvPr/>
        </p:nvGrpSpPr>
        <p:grpSpPr>
          <a:xfrm>
            <a:off x="3352512" y="4124515"/>
            <a:ext cx="2141943" cy="699773"/>
            <a:chOff x="961742" y="4035596"/>
            <a:chExt cx="2141943" cy="699773"/>
          </a:xfrm>
        </p:grpSpPr>
        <p:sp>
          <p:nvSpPr>
            <p:cNvPr id="25" name="TextBox 24">
              <a:extLst>
                <a:ext uri="{FF2B5EF4-FFF2-40B4-BE49-F238E27FC236}">
                  <a16:creationId xmlns:a16="http://schemas.microsoft.com/office/drawing/2014/main" id="{4FC5BD4B-64B2-A506-2AB1-1B599F097A11}"/>
                </a:ext>
              </a:extLst>
            </p:cNvPr>
            <p:cNvSpPr txBox="1"/>
            <p:nvPr/>
          </p:nvSpPr>
          <p:spPr>
            <a:xfrm>
              <a:off x="961742" y="4035596"/>
              <a:ext cx="1508760" cy="369332"/>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1A1A2E"/>
                  </a:solidFill>
                  <a:effectLst/>
                  <a:uLnTx/>
                  <a:uFillTx/>
                  <a:latin typeface="72 Brand Medium"/>
                  <a:ea typeface="+mn-ea"/>
                  <a:cs typeface="+mn-cs"/>
                </a:rPr>
                <a:t>60</a:t>
              </a:r>
              <a:r>
                <a:rPr kumimoji="0" lang="en-DE" sz="2400" b="0" i="0" u="none" strike="noStrike" kern="1200" cap="none" spc="0" normalizeH="0" baseline="0" noProof="0">
                  <a:ln>
                    <a:noFill/>
                  </a:ln>
                  <a:solidFill>
                    <a:srgbClr val="1A1A2E"/>
                  </a:solidFill>
                  <a:effectLst/>
                  <a:uLnTx/>
                  <a:uFillTx/>
                  <a:latin typeface="72 Brand Medium"/>
                  <a:ea typeface="+mn-ea"/>
                  <a:cs typeface="+mn-cs"/>
                </a:rPr>
                <a:t>%</a:t>
              </a:r>
            </a:p>
          </p:txBody>
        </p:sp>
        <p:sp>
          <p:nvSpPr>
            <p:cNvPr id="26" name="TextBox 25">
              <a:extLst>
                <a:ext uri="{FF2B5EF4-FFF2-40B4-BE49-F238E27FC236}">
                  <a16:creationId xmlns:a16="http://schemas.microsoft.com/office/drawing/2014/main" id="{185FE9B2-AC19-FD3D-52B0-A130B196FF38}"/>
                </a:ext>
              </a:extLst>
            </p:cNvPr>
            <p:cNvSpPr txBox="1"/>
            <p:nvPr/>
          </p:nvSpPr>
          <p:spPr>
            <a:xfrm>
              <a:off x="977904" y="4427592"/>
              <a:ext cx="2125781" cy="307777"/>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144A"/>
                  </a:solidFill>
                  <a:effectLst/>
                  <a:uLnTx/>
                  <a:uFillTx/>
                  <a:latin typeface="72 Brand Book" panose="020B0404030603020204" pitchFamily="34" charset="0"/>
                  <a:ea typeface="+mn-ea"/>
                  <a:cs typeface="+mn-cs"/>
                </a:rPr>
                <a:t>Reduction in effort to prepare financial statement KPI variance summary</a:t>
              </a:r>
            </a:p>
          </p:txBody>
        </p:sp>
      </p:grpSp>
      <p:grpSp>
        <p:nvGrpSpPr>
          <p:cNvPr id="63" name="Group 62">
            <a:extLst>
              <a:ext uri="{FF2B5EF4-FFF2-40B4-BE49-F238E27FC236}">
                <a16:creationId xmlns:a16="http://schemas.microsoft.com/office/drawing/2014/main" id="{EED03740-F960-CAFA-93A5-47C4D534CD48}"/>
              </a:ext>
            </a:extLst>
          </p:cNvPr>
          <p:cNvGrpSpPr/>
          <p:nvPr/>
        </p:nvGrpSpPr>
        <p:grpSpPr>
          <a:xfrm>
            <a:off x="481012" y="3124137"/>
            <a:ext cx="6781904" cy="154357"/>
            <a:chOff x="479425" y="3139561"/>
            <a:chExt cx="6781904" cy="154357"/>
          </a:xfrm>
        </p:grpSpPr>
        <p:sp>
          <p:nvSpPr>
            <p:cNvPr id="65" name="TextBox 64">
              <a:extLst>
                <a:ext uri="{FF2B5EF4-FFF2-40B4-BE49-F238E27FC236}">
                  <a16:creationId xmlns:a16="http://schemas.microsoft.com/office/drawing/2014/main" id="{6354B705-01F0-6C18-923C-4F359E675404}"/>
                </a:ext>
              </a:extLst>
            </p:cNvPr>
            <p:cNvSpPr txBox="1"/>
            <p:nvPr/>
          </p:nvSpPr>
          <p:spPr>
            <a:xfrm>
              <a:off x="696460" y="3139561"/>
              <a:ext cx="6564869" cy="15388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D36FF"/>
                  </a:solidFill>
                  <a:effectLst/>
                  <a:uLnTx/>
                  <a:uFillTx/>
                  <a:latin typeface="72 Brand Medium"/>
                  <a:ea typeface="+mn-ea"/>
                  <a:cs typeface="+mn-cs"/>
                </a:rPr>
                <a:t>Supports data correctness analysis, accelerating the period-end close</a:t>
              </a:r>
            </a:p>
          </p:txBody>
        </p:sp>
        <p:pic>
          <p:nvPicPr>
            <p:cNvPr id="66" name="Graphic 65">
              <a:extLst>
                <a:ext uri="{FF2B5EF4-FFF2-40B4-BE49-F238E27FC236}">
                  <a16:creationId xmlns:a16="http://schemas.microsoft.com/office/drawing/2014/main" id="{606BCC44-2031-D14F-15E4-0067DBF2D3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9425" y="3140029"/>
              <a:ext cx="153889" cy="153889"/>
            </a:xfrm>
            <a:prstGeom prst="rect">
              <a:avLst/>
            </a:prstGeom>
          </p:spPr>
        </p:pic>
      </p:grpSp>
      <p:grpSp>
        <p:nvGrpSpPr>
          <p:cNvPr id="75" name="Group 74">
            <a:extLst>
              <a:ext uri="{FF2B5EF4-FFF2-40B4-BE49-F238E27FC236}">
                <a16:creationId xmlns:a16="http://schemas.microsoft.com/office/drawing/2014/main" id="{ED3ACAC3-FE18-E2E3-D2FB-562EBC695562}"/>
              </a:ext>
            </a:extLst>
          </p:cNvPr>
          <p:cNvGrpSpPr/>
          <p:nvPr/>
        </p:nvGrpSpPr>
        <p:grpSpPr>
          <a:xfrm>
            <a:off x="7642744" y="931674"/>
            <a:ext cx="3361159" cy="2756682"/>
            <a:chOff x="499641" y="1616954"/>
            <a:chExt cx="5777134" cy="4738163"/>
          </a:xfrm>
        </p:grpSpPr>
        <p:pic>
          <p:nvPicPr>
            <p:cNvPr id="73" name="Picture 72">
              <a:extLst>
                <a:ext uri="{FF2B5EF4-FFF2-40B4-BE49-F238E27FC236}">
                  <a16:creationId xmlns:a16="http://schemas.microsoft.com/office/drawing/2014/main" id="{873B797B-00E7-C1E3-3216-1BDC4B04A19C}"/>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499641" y="1616954"/>
              <a:ext cx="5777134" cy="3417646"/>
            </a:xfrm>
            <a:prstGeom prst="roundRect">
              <a:avLst>
                <a:gd name="adj" fmla="val 5630"/>
              </a:avLst>
            </a:prstGeom>
            <a:ln w="9525">
              <a:noFill/>
            </a:ln>
            <a:effectLst>
              <a:outerShdw blurRad="50800" algn="ctr" rotWithShape="0">
                <a:prstClr val="black">
                  <a:alpha val="20000"/>
                </a:prstClr>
              </a:outerShdw>
            </a:effectLst>
          </p:spPr>
        </p:pic>
        <p:pic>
          <p:nvPicPr>
            <p:cNvPr id="74" name="Picture 73">
              <a:extLst>
                <a:ext uri="{FF2B5EF4-FFF2-40B4-BE49-F238E27FC236}">
                  <a16:creationId xmlns:a16="http://schemas.microsoft.com/office/drawing/2014/main" id="{9EB10009-A4DA-6B3F-E626-C96D0B0E1CC9}"/>
                </a:ext>
              </a:extLst>
            </p:cNvPr>
            <p:cNvPicPr>
              <a:picLocks noChangeAspect="1"/>
            </p:cNvPicPr>
            <p:nvPr/>
          </p:nvPicPr>
          <p:blipFill>
            <a:blip r:embed="rId6" cstate="email">
              <a:extLst>
                <a:ext uri="{28A0092B-C50C-407E-A947-70E740481C1C}">
                  <a14:useLocalDpi xmlns:a14="http://schemas.microsoft.com/office/drawing/2010/main"/>
                </a:ext>
              </a:extLst>
            </a:blip>
            <a:srcRect/>
            <a:stretch>
              <a:fillRect/>
            </a:stretch>
          </p:blipFill>
          <p:spPr>
            <a:xfrm>
              <a:off x="3402689" y="3859136"/>
              <a:ext cx="1413289" cy="2495981"/>
            </a:xfrm>
            <a:prstGeom prst="roundRect">
              <a:avLst>
                <a:gd name="adj" fmla="val 5630"/>
              </a:avLst>
            </a:prstGeom>
            <a:ln w="9525">
              <a:noFill/>
            </a:ln>
            <a:effectLst>
              <a:outerShdw blurRad="50800" algn="ctr" rotWithShape="0">
                <a:prstClr val="black">
                  <a:alpha val="20000"/>
                </a:prstClr>
              </a:outerShdw>
            </a:effectLst>
          </p:spPr>
        </p:pic>
      </p:grpSp>
      <p:sp>
        <p:nvSpPr>
          <p:cNvPr id="3" name="Rounded Rectangle 56">
            <a:extLst>
              <a:ext uri="{FF2B5EF4-FFF2-40B4-BE49-F238E27FC236}">
                <a16:creationId xmlns:a16="http://schemas.microsoft.com/office/drawing/2014/main" id="{91D510E6-1067-F282-5A31-B5DC6C735C3B}"/>
              </a:ext>
            </a:extLst>
          </p:cNvPr>
          <p:cNvSpPr>
            <a:spLocks noChangeAspect="1"/>
          </p:cNvSpPr>
          <p:nvPr/>
        </p:nvSpPr>
        <p:spPr>
          <a:xfrm>
            <a:off x="10731989" y="1"/>
            <a:ext cx="1461599" cy="317029"/>
          </a:xfrm>
          <a:prstGeom prst="roundRect">
            <a:avLst>
              <a:gd name="adj" fmla="val 0"/>
            </a:avLst>
          </a:prstGeom>
          <a:gradFill flip="none" rotWithShape="1">
            <a:gsLst>
              <a:gs pos="0">
                <a:srgbClr val="8D77F9"/>
              </a:gs>
              <a:gs pos="100000">
                <a:srgbClr val="5D36FF"/>
              </a:gs>
            </a:gsLst>
            <a:lin ang="2700000" scaled="1"/>
            <a:tileRect/>
          </a:gradFill>
          <a:ln w="28575" algn="ctr">
            <a:noFill/>
            <a:miter lim="800000"/>
            <a:headEnd/>
            <a:tailEnd/>
          </a:ln>
        </p:spPr>
        <p:txBody>
          <a:bodyPr lIns="90000" tIns="72000" rIns="90000" bIns="7200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E9ECEE"/>
                </a:solidFill>
                <a:effectLst/>
                <a:uLnTx/>
                <a:uFillTx/>
                <a:latin typeface="72 Brand Medium" panose="020B0504030603020204" pitchFamily="34" charset="0"/>
                <a:ea typeface="+mn-ea"/>
                <a:cs typeface="+mn-cs"/>
              </a:rPr>
              <a:t>Labs Preview</a:t>
            </a:r>
          </a:p>
        </p:txBody>
      </p:sp>
      <p:sp>
        <p:nvSpPr>
          <p:cNvPr id="5" name="Rounded Rectangle 56">
            <a:extLst>
              <a:ext uri="{FF2B5EF4-FFF2-40B4-BE49-F238E27FC236}">
                <a16:creationId xmlns:a16="http://schemas.microsoft.com/office/drawing/2014/main" id="{15AB8E94-E493-FBB3-EF41-16A551F4068C}"/>
              </a:ext>
            </a:extLst>
          </p:cNvPr>
          <p:cNvSpPr>
            <a:spLocks noChangeAspect="1"/>
          </p:cNvSpPr>
          <p:nvPr/>
        </p:nvSpPr>
        <p:spPr>
          <a:xfrm>
            <a:off x="10733576" y="342128"/>
            <a:ext cx="1461599" cy="317029"/>
          </a:xfrm>
          <a:prstGeom prst="roundRect">
            <a:avLst>
              <a:gd name="adj" fmla="val 0"/>
            </a:avLst>
          </a:prstGeom>
          <a:solidFill>
            <a:srgbClr val="1B90FF"/>
          </a:solidFill>
          <a:ln w="28575" algn="ctr">
            <a:noFill/>
            <a:miter lim="800000"/>
            <a:headEnd/>
            <a:tailEnd/>
          </a:ln>
        </p:spPr>
        <p:txBody>
          <a:bodyPr lIns="90000" tIns="72000" rIns="90000" bIns="7200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E9ECEE"/>
                </a:solidFill>
                <a:effectLst/>
                <a:uLnTx/>
                <a:uFillTx/>
                <a:latin typeface="72 Brand Medium" panose="020B0504030603020204" pitchFamily="34" charset="0"/>
                <a:ea typeface="+mn-ea"/>
                <a:cs typeface="+mn-cs"/>
              </a:rPr>
              <a:t>Public &amp; Private Cloud</a:t>
            </a:r>
          </a:p>
        </p:txBody>
      </p:sp>
    </p:spTree>
    <p:extLst>
      <p:ext uri="{BB962C8B-B14F-4D97-AF65-F5344CB8AC3E}">
        <p14:creationId xmlns:p14="http://schemas.microsoft.com/office/powerpoint/2010/main" val="2034521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708A1-8AFB-A2EF-4F2A-290446288A4D}"/>
            </a:ext>
          </a:extLst>
        </p:cNvPr>
        <p:cNvGrpSpPr/>
        <p:nvPr/>
      </p:nvGrpSpPr>
      <p:grpSpPr>
        <a:xfrm>
          <a:off x="0" y="0"/>
          <a:ext cx="0" cy="0"/>
          <a:chOff x="0" y="0"/>
          <a:chExt cx="0" cy="0"/>
        </a:xfrm>
      </p:grpSpPr>
      <p:sp>
        <p:nvSpPr>
          <p:cNvPr id="15" name="Title 3">
            <a:extLst>
              <a:ext uri="{FF2B5EF4-FFF2-40B4-BE49-F238E27FC236}">
                <a16:creationId xmlns:a16="http://schemas.microsoft.com/office/drawing/2014/main" id="{EFB2BE37-71A4-42C9-047E-788E820866CA}"/>
              </a:ext>
            </a:extLst>
          </p:cNvPr>
          <p:cNvSpPr>
            <a:spLocks noGrp="1"/>
          </p:cNvSpPr>
          <p:nvPr>
            <p:ph type="title"/>
          </p:nvPr>
        </p:nvSpPr>
        <p:spPr>
          <a:xfrm>
            <a:off x="555757" y="496857"/>
            <a:ext cx="10284039" cy="369332"/>
          </a:xfrm>
        </p:spPr>
        <p:txBody>
          <a:bodyPr/>
          <a:lstStyle/>
          <a:p>
            <a:r>
              <a:rPr lang="en-US" sz="2399">
                <a:solidFill>
                  <a:srgbClr val="00144A"/>
                </a:solidFill>
              </a:rPr>
              <a:t>Analytical Business Insight Agent</a:t>
            </a:r>
          </a:p>
        </p:txBody>
      </p:sp>
      <p:sp>
        <p:nvSpPr>
          <p:cNvPr id="16" name="Title">
            <a:extLst>
              <a:ext uri="{FF2B5EF4-FFF2-40B4-BE49-F238E27FC236}">
                <a16:creationId xmlns:a16="http://schemas.microsoft.com/office/drawing/2014/main" id="{B2347085-7795-37C3-34FB-C7D2EAFB2E67}"/>
              </a:ext>
            </a:extLst>
          </p:cNvPr>
          <p:cNvSpPr txBox="1"/>
          <p:nvPr/>
        </p:nvSpPr>
        <p:spPr bwMode="gray">
          <a:xfrm>
            <a:off x="545410" y="873334"/>
            <a:ext cx="10104023" cy="246221"/>
          </a:xfrm>
          <a:prstGeom prst="rect">
            <a:avLst/>
          </a:prstGeom>
        </p:spPr>
        <p:txBody>
          <a:bodyPr vert="horz" wrap="square" lIns="0" tIns="0" rIns="0" bIns="0" rtlCol="0" anchor="t" anchorCtr="0">
            <a:spAutoFit/>
          </a:bodyPr>
          <a:lstStyle>
            <a:lvl1pPr algn="l" defTabSz="1088558" rtl="0" eaLnBrk="1" latinLnBrk="0" hangingPunct="1">
              <a:spcBef>
                <a:spcPct val="0"/>
              </a:spcBef>
              <a:buNone/>
              <a:defRPr sz="2400" b="0" i="0" kern="1200" baseline="0">
                <a:solidFill>
                  <a:schemeClr val="tx1"/>
                </a:solidFill>
                <a:latin typeface="72 Brand Medium" panose="020B0504030603020204" pitchFamily="34" charset="0"/>
                <a:ea typeface="+mj-ea"/>
                <a:cs typeface="+mj-cs"/>
              </a:defRPr>
            </a:lvl1pPr>
          </a:lstStyle>
          <a:p>
            <a:pPr marL="0" marR="0" lvl="0" indent="0" algn="l" defTabSz="1088558" rtl="0" eaLnBrk="1" fontAlgn="auto" latinLnBrk="0" hangingPunct="1">
              <a:lnSpc>
                <a:spcPct val="100000"/>
              </a:lnSpc>
              <a:spcBef>
                <a:spcPct val="0"/>
              </a:spcBef>
              <a:spcAft>
                <a:spcPts val="0"/>
              </a:spcAft>
              <a:buClrTx/>
              <a:buSzTx/>
              <a:buFontTx/>
              <a:buNone/>
              <a:tabLst/>
              <a:defRPr/>
            </a:pPr>
            <a:r>
              <a:rPr kumimoji="0" lang="en-US" sz="1600" b="0" i="0" u="none" strike="noStrike" kern="1200" cap="none" spc="0" normalizeH="0" baseline="0" noProof="0">
                <a:ln>
                  <a:noFill/>
                </a:ln>
                <a:solidFill>
                  <a:srgbClr val="00144A"/>
                </a:solidFill>
                <a:effectLst/>
                <a:uLnTx/>
                <a:uFillTx/>
                <a:latin typeface="72 Brand Book" panose="020B0404030603020204" pitchFamily="34" charset="0"/>
                <a:ea typeface="+mj-ea"/>
                <a:cs typeface="+mj-cs"/>
              </a:rPr>
              <a:t>Process flow and involved roles</a:t>
            </a:r>
          </a:p>
        </p:txBody>
      </p:sp>
      <p:sp>
        <p:nvSpPr>
          <p:cNvPr id="4" name="Arc 3">
            <a:extLst>
              <a:ext uri="{FF2B5EF4-FFF2-40B4-BE49-F238E27FC236}">
                <a16:creationId xmlns:a16="http://schemas.microsoft.com/office/drawing/2014/main" id="{C3353D7B-247C-58AB-23A4-BC9B3EFCC9F2}"/>
              </a:ext>
            </a:extLst>
          </p:cNvPr>
          <p:cNvSpPr/>
          <p:nvPr/>
        </p:nvSpPr>
        <p:spPr>
          <a:xfrm>
            <a:off x="6882762" y="1450326"/>
            <a:ext cx="1655233" cy="1360637"/>
          </a:xfrm>
          <a:prstGeom prst="arc">
            <a:avLst>
              <a:gd name="adj1" fmla="val 10672228"/>
              <a:gd name="adj2" fmla="val 21142585"/>
            </a:avLst>
          </a:prstGeom>
          <a:ln w="3175">
            <a:solidFill>
              <a:schemeClr val="tx1"/>
            </a:solidFill>
            <a:headEnd type="none" w="med" len="med"/>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088776"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a:ln>
                <a:noFill/>
              </a:ln>
              <a:solidFill>
                <a:srgbClr val="000000"/>
              </a:solidFill>
              <a:effectLst/>
              <a:uLnTx/>
              <a:uFillTx/>
              <a:latin typeface="72 Brand"/>
              <a:ea typeface="+mn-ea"/>
              <a:cs typeface="+mn-cs"/>
            </a:endParaRPr>
          </a:p>
        </p:txBody>
      </p:sp>
      <p:cxnSp>
        <p:nvCxnSpPr>
          <p:cNvPr id="5" name="Straight Connector 4">
            <a:extLst>
              <a:ext uri="{FF2B5EF4-FFF2-40B4-BE49-F238E27FC236}">
                <a16:creationId xmlns:a16="http://schemas.microsoft.com/office/drawing/2014/main" id="{82DA4FED-00D6-77D6-656B-6869DF153446}"/>
              </a:ext>
            </a:extLst>
          </p:cNvPr>
          <p:cNvCxnSpPr>
            <a:cxnSpLocks/>
          </p:cNvCxnSpPr>
          <p:nvPr/>
        </p:nvCxnSpPr>
        <p:spPr>
          <a:xfrm>
            <a:off x="1688592" y="2242232"/>
            <a:ext cx="0" cy="2761488"/>
          </a:xfrm>
          <a:prstGeom prst="line">
            <a:avLst/>
          </a:prstGeom>
          <a:ln w="3175">
            <a:solidFill>
              <a:schemeClr val="tx1"/>
            </a:solidFill>
            <a:headEnd type="none" w="med" len="med"/>
            <a:tailEnd type="none"/>
          </a:ln>
        </p:spPr>
        <p:style>
          <a:lnRef idx="1">
            <a:schemeClr val="accent1"/>
          </a:lnRef>
          <a:fillRef idx="0">
            <a:schemeClr val="accent1"/>
          </a:fillRef>
          <a:effectRef idx="0">
            <a:schemeClr val="accent1"/>
          </a:effectRef>
          <a:fontRef idx="minor">
            <a:schemeClr val="tx1"/>
          </a:fontRef>
        </p:style>
      </p:cxnSp>
      <p:sp>
        <p:nvSpPr>
          <p:cNvPr id="13" name="Arc 12">
            <a:extLst>
              <a:ext uri="{FF2B5EF4-FFF2-40B4-BE49-F238E27FC236}">
                <a16:creationId xmlns:a16="http://schemas.microsoft.com/office/drawing/2014/main" id="{3C64263B-8A6D-1EA4-C5F8-8121FBFC7FBC}"/>
              </a:ext>
            </a:extLst>
          </p:cNvPr>
          <p:cNvSpPr/>
          <p:nvPr/>
        </p:nvSpPr>
        <p:spPr>
          <a:xfrm>
            <a:off x="3422142" y="2377523"/>
            <a:ext cx="1727071" cy="2109226"/>
          </a:xfrm>
          <a:prstGeom prst="arc">
            <a:avLst>
              <a:gd name="adj1" fmla="val 10712977"/>
              <a:gd name="adj2" fmla="val 21578954"/>
            </a:avLst>
          </a:prstGeom>
          <a:ln w="3175">
            <a:solidFill>
              <a:schemeClr val="tx1"/>
            </a:solidFill>
            <a:headEnd type="none" w="med" len="med"/>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088776"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a:ln>
                <a:noFill/>
              </a:ln>
              <a:solidFill>
                <a:srgbClr val="000000"/>
              </a:solidFill>
              <a:effectLst/>
              <a:uLnTx/>
              <a:uFillTx/>
              <a:latin typeface="72 Brand"/>
              <a:ea typeface="+mn-ea"/>
              <a:cs typeface="+mn-cs"/>
            </a:endParaRPr>
          </a:p>
        </p:txBody>
      </p:sp>
      <p:sp>
        <p:nvSpPr>
          <p:cNvPr id="14" name="Arc 13">
            <a:extLst>
              <a:ext uri="{FF2B5EF4-FFF2-40B4-BE49-F238E27FC236}">
                <a16:creationId xmlns:a16="http://schemas.microsoft.com/office/drawing/2014/main" id="{3D41FD2A-C6A1-A02E-350D-0388DEE0EF2D}"/>
              </a:ext>
            </a:extLst>
          </p:cNvPr>
          <p:cNvSpPr/>
          <p:nvPr/>
        </p:nvSpPr>
        <p:spPr>
          <a:xfrm rot="10800000">
            <a:off x="8524750" y="4147232"/>
            <a:ext cx="1723263" cy="1636776"/>
          </a:xfrm>
          <a:prstGeom prst="arc">
            <a:avLst>
              <a:gd name="adj1" fmla="val 10949285"/>
              <a:gd name="adj2" fmla="val 21447674"/>
            </a:avLst>
          </a:prstGeom>
          <a:ln w="3175">
            <a:solidFill>
              <a:schemeClr val="tx1"/>
            </a:solidFill>
            <a:headEnd type="none" w="med" len="med"/>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088776"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a:ln>
                <a:noFill/>
              </a:ln>
              <a:solidFill>
                <a:srgbClr val="000000"/>
              </a:solidFill>
              <a:effectLst/>
              <a:uLnTx/>
              <a:uFillTx/>
              <a:latin typeface="72 Brand"/>
              <a:ea typeface="+mn-ea"/>
              <a:cs typeface="+mn-cs"/>
            </a:endParaRPr>
          </a:p>
        </p:txBody>
      </p:sp>
      <p:sp>
        <p:nvSpPr>
          <p:cNvPr id="17" name="Arc 16">
            <a:extLst>
              <a:ext uri="{FF2B5EF4-FFF2-40B4-BE49-F238E27FC236}">
                <a16:creationId xmlns:a16="http://schemas.microsoft.com/office/drawing/2014/main" id="{2C7169C4-2BED-8113-2CD9-16F1B2D1CC58}"/>
              </a:ext>
            </a:extLst>
          </p:cNvPr>
          <p:cNvSpPr/>
          <p:nvPr/>
        </p:nvSpPr>
        <p:spPr>
          <a:xfrm rot="10800000">
            <a:off x="5148831" y="4121106"/>
            <a:ext cx="1723263" cy="1636776"/>
          </a:xfrm>
          <a:prstGeom prst="arc">
            <a:avLst>
              <a:gd name="adj1" fmla="val 10961411"/>
              <a:gd name="adj2" fmla="val 21440755"/>
            </a:avLst>
          </a:prstGeom>
          <a:ln w="3175">
            <a:solidFill>
              <a:schemeClr val="tx1"/>
            </a:solidFill>
            <a:headEnd type="none" w="med" len="med"/>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088776"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a:ln>
                <a:noFill/>
              </a:ln>
              <a:solidFill>
                <a:srgbClr val="000000"/>
              </a:solidFill>
              <a:effectLst/>
              <a:uLnTx/>
              <a:uFillTx/>
              <a:latin typeface="72 Brand"/>
              <a:ea typeface="+mn-ea"/>
              <a:cs typeface="+mn-cs"/>
            </a:endParaRPr>
          </a:p>
        </p:txBody>
      </p:sp>
      <p:sp>
        <p:nvSpPr>
          <p:cNvPr id="18" name="Arc 17">
            <a:extLst>
              <a:ext uri="{FF2B5EF4-FFF2-40B4-BE49-F238E27FC236}">
                <a16:creationId xmlns:a16="http://schemas.microsoft.com/office/drawing/2014/main" id="{2B1BF62E-AAFB-BC71-253C-E23D560A76C0}"/>
              </a:ext>
            </a:extLst>
          </p:cNvPr>
          <p:cNvSpPr/>
          <p:nvPr/>
        </p:nvSpPr>
        <p:spPr>
          <a:xfrm rot="10800000">
            <a:off x="1688591" y="4147232"/>
            <a:ext cx="1723262" cy="1636776"/>
          </a:xfrm>
          <a:prstGeom prst="arc">
            <a:avLst>
              <a:gd name="adj1" fmla="val 10925990"/>
              <a:gd name="adj2" fmla="val 21452890"/>
            </a:avLst>
          </a:prstGeom>
          <a:ln w="3175">
            <a:solidFill>
              <a:schemeClr val="tx1"/>
            </a:solidFill>
            <a:headEnd type="none" w="med" len="med"/>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088776"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a:ln>
                <a:noFill/>
              </a:ln>
              <a:solidFill>
                <a:srgbClr val="000000"/>
              </a:solidFill>
              <a:effectLst/>
              <a:uLnTx/>
              <a:uFillTx/>
              <a:latin typeface="72 Brand"/>
              <a:ea typeface="+mn-ea"/>
              <a:cs typeface="+mn-cs"/>
            </a:endParaRPr>
          </a:p>
        </p:txBody>
      </p:sp>
      <p:cxnSp>
        <p:nvCxnSpPr>
          <p:cNvPr id="19" name="Straight Connector 18">
            <a:extLst>
              <a:ext uri="{FF2B5EF4-FFF2-40B4-BE49-F238E27FC236}">
                <a16:creationId xmlns:a16="http://schemas.microsoft.com/office/drawing/2014/main" id="{61C4DBB4-0DE7-88B5-F966-0B6D4404B74F}"/>
              </a:ext>
            </a:extLst>
          </p:cNvPr>
          <p:cNvCxnSpPr>
            <a:cxnSpLocks/>
            <a:endCxn id="18" idx="0"/>
          </p:cNvCxnSpPr>
          <p:nvPr/>
        </p:nvCxnSpPr>
        <p:spPr>
          <a:xfrm flipH="1">
            <a:off x="3411212" y="3905551"/>
            <a:ext cx="4569" cy="1091638"/>
          </a:xfrm>
          <a:prstGeom prst="line">
            <a:avLst/>
          </a:prstGeom>
          <a:ln w="3175">
            <a:solidFill>
              <a:schemeClr val="tx1"/>
            </a:solidFill>
            <a:headEnd type="none" w="med" len="med"/>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60C2B4E-4777-840D-6F60-834843CD0025}"/>
              </a:ext>
            </a:extLst>
          </p:cNvPr>
          <p:cNvCxnSpPr>
            <a:cxnSpLocks/>
            <a:stCxn id="13" idx="2"/>
          </p:cNvCxnSpPr>
          <p:nvPr/>
        </p:nvCxnSpPr>
        <p:spPr>
          <a:xfrm>
            <a:off x="5149202" y="3426849"/>
            <a:ext cx="4470" cy="1576871"/>
          </a:xfrm>
          <a:prstGeom prst="line">
            <a:avLst/>
          </a:prstGeom>
          <a:ln w="3175">
            <a:solidFill>
              <a:schemeClr val="tx1"/>
            </a:solidFill>
            <a:headEnd type="none" w="med" len="med"/>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1FF52B0-3666-BD12-D78F-F312D3646AC9}"/>
              </a:ext>
            </a:extLst>
          </p:cNvPr>
          <p:cNvCxnSpPr>
            <a:cxnSpLocks/>
            <a:stCxn id="4" idx="0"/>
          </p:cNvCxnSpPr>
          <p:nvPr/>
        </p:nvCxnSpPr>
        <p:spPr>
          <a:xfrm flipH="1">
            <a:off x="6869288" y="2161388"/>
            <a:ext cx="14319" cy="2842332"/>
          </a:xfrm>
          <a:prstGeom prst="line">
            <a:avLst/>
          </a:prstGeom>
          <a:ln w="3175">
            <a:solidFill>
              <a:schemeClr val="tx1"/>
            </a:solidFill>
            <a:headEnd type="none" w="med" len="med"/>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9266147-7C2C-CC80-C78F-CFB03B2006C0}"/>
              </a:ext>
            </a:extLst>
          </p:cNvPr>
          <p:cNvCxnSpPr>
            <a:cxnSpLocks/>
            <a:endCxn id="14" idx="2"/>
          </p:cNvCxnSpPr>
          <p:nvPr/>
        </p:nvCxnSpPr>
        <p:spPr>
          <a:xfrm flipH="1">
            <a:off x="8525687" y="2058251"/>
            <a:ext cx="18826" cy="2945531"/>
          </a:xfrm>
          <a:prstGeom prst="line">
            <a:avLst/>
          </a:prstGeom>
          <a:ln w="3175">
            <a:solidFill>
              <a:schemeClr val="tx1"/>
            </a:solidFill>
            <a:headEnd type="none" w="med" len="med"/>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A641804-4FCA-AFE6-E149-771DCF84AE94}"/>
              </a:ext>
            </a:extLst>
          </p:cNvPr>
          <p:cNvCxnSpPr>
            <a:cxnSpLocks/>
          </p:cNvCxnSpPr>
          <p:nvPr/>
        </p:nvCxnSpPr>
        <p:spPr>
          <a:xfrm>
            <a:off x="10248013" y="2962864"/>
            <a:ext cx="0" cy="2040856"/>
          </a:xfrm>
          <a:prstGeom prst="line">
            <a:avLst/>
          </a:prstGeom>
          <a:ln w="3175">
            <a:solidFill>
              <a:schemeClr val="tx1"/>
            </a:solidFill>
            <a:headEnd type="none" w="med" len="med"/>
            <a:tailEnd type="non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42C09B6F-2F66-75D3-D47C-81FF9C74232E}"/>
              </a:ext>
            </a:extLst>
          </p:cNvPr>
          <p:cNvSpPr/>
          <p:nvPr/>
        </p:nvSpPr>
        <p:spPr bwMode="gray">
          <a:xfrm>
            <a:off x="2667761" y="4140613"/>
            <a:ext cx="1508760" cy="676656"/>
          </a:xfrm>
          <a:prstGeom prst="rect">
            <a:avLst/>
          </a:prstGeom>
          <a:solidFill>
            <a:schemeClr val="bg1"/>
          </a:solidFill>
          <a:ln>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16" rIns="0" bIns="91416"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0"/>
              </a:spcAft>
              <a:buClrTx/>
              <a:buSzTx/>
              <a:buFontTx/>
              <a:buNone/>
              <a:tabLst/>
              <a:defRPr/>
            </a:pP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Select the KPI for deep dive</a:t>
            </a:r>
          </a:p>
        </p:txBody>
      </p:sp>
      <p:sp>
        <p:nvSpPr>
          <p:cNvPr id="32" name="Rectangle 31">
            <a:extLst>
              <a:ext uri="{FF2B5EF4-FFF2-40B4-BE49-F238E27FC236}">
                <a16:creationId xmlns:a16="http://schemas.microsoft.com/office/drawing/2014/main" id="{A6BCC89A-035D-CD82-1C61-45EC7BC8DD55}"/>
              </a:ext>
            </a:extLst>
          </p:cNvPr>
          <p:cNvSpPr/>
          <p:nvPr/>
        </p:nvSpPr>
        <p:spPr bwMode="gray">
          <a:xfrm>
            <a:off x="4371531" y="3611106"/>
            <a:ext cx="1508760" cy="676656"/>
          </a:xfrm>
          <a:prstGeom prst="rect">
            <a:avLst/>
          </a:prstGeom>
          <a:solidFill>
            <a:schemeClr val="bg1"/>
          </a:solidFill>
          <a:ln>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16" rIns="0" bIns="91416"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0"/>
              </a:spcAft>
              <a:buClrTx/>
              <a:buSzTx/>
              <a:buFontTx/>
              <a:buNone/>
              <a:tabLst/>
              <a:defRPr/>
            </a:pP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Click Component for further analysis</a:t>
            </a:r>
          </a:p>
        </p:txBody>
      </p:sp>
      <p:sp>
        <p:nvSpPr>
          <p:cNvPr id="33" name="Rectangle 32">
            <a:extLst>
              <a:ext uri="{FF2B5EF4-FFF2-40B4-BE49-F238E27FC236}">
                <a16:creationId xmlns:a16="http://schemas.microsoft.com/office/drawing/2014/main" id="{24AA67D2-3609-4C14-667E-33859F956561}"/>
              </a:ext>
            </a:extLst>
          </p:cNvPr>
          <p:cNvSpPr/>
          <p:nvPr/>
        </p:nvSpPr>
        <p:spPr bwMode="gray">
          <a:xfrm>
            <a:off x="4295289" y="2575836"/>
            <a:ext cx="1508760" cy="676656"/>
          </a:xfrm>
          <a:prstGeom prst="rect">
            <a:avLst/>
          </a:prstGeom>
          <a:solidFill>
            <a:schemeClr val="bg1"/>
          </a:solidFill>
          <a:ln>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16" rIns="0" bIns="91416"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0"/>
              </a:spcAft>
              <a:buClrTx/>
              <a:buSzTx/>
              <a:buFontTx/>
              <a:buNone/>
              <a:tabLst/>
              <a:defRPr/>
            </a:pP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Show Used Component’s Value </a:t>
            </a:r>
          </a:p>
        </p:txBody>
      </p:sp>
      <p:sp>
        <p:nvSpPr>
          <p:cNvPr id="34" name="Rectangle 33">
            <a:extLst>
              <a:ext uri="{FF2B5EF4-FFF2-40B4-BE49-F238E27FC236}">
                <a16:creationId xmlns:a16="http://schemas.microsoft.com/office/drawing/2014/main" id="{20A19299-BB93-4F7D-71B9-6841DCBB209D}"/>
              </a:ext>
            </a:extLst>
          </p:cNvPr>
          <p:cNvSpPr/>
          <p:nvPr/>
        </p:nvSpPr>
        <p:spPr bwMode="gray">
          <a:xfrm>
            <a:off x="6130516" y="3218637"/>
            <a:ext cx="1508760" cy="676656"/>
          </a:xfrm>
          <a:prstGeom prst="rect">
            <a:avLst/>
          </a:prstGeom>
          <a:solidFill>
            <a:schemeClr val="bg1"/>
          </a:solidFill>
          <a:ln>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16" rIns="0" bIns="91416"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0"/>
              </a:spcAft>
              <a:buClrTx/>
              <a:buSzTx/>
              <a:buFontTx/>
              <a:buNone/>
              <a:tabLst/>
              <a:defRPr/>
            </a:pP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Smart Drill down</a:t>
            </a:r>
            <a:b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b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on Component</a:t>
            </a:r>
          </a:p>
        </p:txBody>
      </p:sp>
      <p:sp>
        <p:nvSpPr>
          <p:cNvPr id="36" name="Rectangle 35">
            <a:extLst>
              <a:ext uri="{FF2B5EF4-FFF2-40B4-BE49-F238E27FC236}">
                <a16:creationId xmlns:a16="http://schemas.microsoft.com/office/drawing/2014/main" id="{9A2B396A-C0C2-5E42-2373-0023C6065B9D}"/>
              </a:ext>
            </a:extLst>
          </p:cNvPr>
          <p:cNvSpPr/>
          <p:nvPr/>
        </p:nvSpPr>
        <p:spPr bwMode="gray">
          <a:xfrm>
            <a:off x="9510494" y="4352280"/>
            <a:ext cx="1508760" cy="676656"/>
          </a:xfrm>
          <a:prstGeom prst="rect">
            <a:avLst/>
          </a:prstGeom>
          <a:solidFill>
            <a:schemeClr val="bg1"/>
          </a:solidFill>
          <a:ln>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16" rIns="0" bIns="91416"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0"/>
              </a:spcAft>
              <a:buClrTx/>
              <a:buSzTx/>
              <a:buFontTx/>
              <a:buNone/>
              <a:tabLst/>
              <a:defRPr/>
            </a:pP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Generate Variance Analysis Result</a:t>
            </a:r>
          </a:p>
        </p:txBody>
      </p:sp>
      <p:sp>
        <p:nvSpPr>
          <p:cNvPr id="37" name="Rectangle 36">
            <a:extLst>
              <a:ext uri="{FF2B5EF4-FFF2-40B4-BE49-F238E27FC236}">
                <a16:creationId xmlns:a16="http://schemas.microsoft.com/office/drawing/2014/main" id="{26A3D409-F24F-1439-0EA8-59B0263A6C79}"/>
              </a:ext>
            </a:extLst>
          </p:cNvPr>
          <p:cNvSpPr/>
          <p:nvPr/>
        </p:nvSpPr>
        <p:spPr bwMode="gray">
          <a:xfrm>
            <a:off x="9501047" y="2462198"/>
            <a:ext cx="1508760" cy="676656"/>
          </a:xfrm>
          <a:prstGeom prst="rect">
            <a:avLst/>
          </a:prstGeom>
          <a:solidFill>
            <a:schemeClr val="bg1"/>
          </a:solidFill>
          <a:ln>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16" rIns="0" bIns="91416"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0"/>
              </a:spcAft>
              <a:buClrTx/>
              <a:buSzTx/>
              <a:buFontTx/>
              <a:buNone/>
              <a:tabLst/>
              <a:defRPr/>
            </a:pP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Share for Further Analysis </a:t>
            </a:r>
          </a:p>
        </p:txBody>
      </p:sp>
      <p:sp>
        <p:nvSpPr>
          <p:cNvPr id="38" name="Rectangle 37">
            <a:extLst>
              <a:ext uri="{FF2B5EF4-FFF2-40B4-BE49-F238E27FC236}">
                <a16:creationId xmlns:a16="http://schemas.microsoft.com/office/drawing/2014/main" id="{E19ADEDA-D3AA-F929-109E-1C496BD37AB4}"/>
              </a:ext>
            </a:extLst>
          </p:cNvPr>
          <p:cNvSpPr/>
          <p:nvPr/>
        </p:nvSpPr>
        <p:spPr bwMode="gray">
          <a:xfrm>
            <a:off x="7779575" y="2727407"/>
            <a:ext cx="1508760" cy="676656"/>
          </a:xfrm>
          <a:prstGeom prst="rect">
            <a:avLst/>
          </a:prstGeom>
          <a:solidFill>
            <a:schemeClr val="bg1"/>
          </a:solidFill>
          <a:ln>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16" rIns="0" bIns="91416"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0"/>
              </a:spcAft>
              <a:buClrTx/>
              <a:buSzTx/>
              <a:buFontTx/>
              <a:buNone/>
              <a:tabLst/>
              <a:defRPr/>
            </a:pP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Review Variance by the main factors</a:t>
            </a:r>
          </a:p>
        </p:txBody>
      </p:sp>
      <p:sp>
        <p:nvSpPr>
          <p:cNvPr id="50" name="Rectangle 49">
            <a:extLst>
              <a:ext uri="{FF2B5EF4-FFF2-40B4-BE49-F238E27FC236}">
                <a16:creationId xmlns:a16="http://schemas.microsoft.com/office/drawing/2014/main" id="{A253496F-5714-B547-2C4A-5EAB5374A696}"/>
              </a:ext>
            </a:extLst>
          </p:cNvPr>
          <p:cNvSpPr/>
          <p:nvPr/>
        </p:nvSpPr>
        <p:spPr bwMode="gray">
          <a:xfrm>
            <a:off x="945191" y="2488456"/>
            <a:ext cx="1508760" cy="676656"/>
          </a:xfrm>
          <a:prstGeom prst="rect">
            <a:avLst/>
          </a:prstGeom>
          <a:solidFill>
            <a:schemeClr val="bg1"/>
          </a:solidFill>
          <a:ln>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16" rIns="0" bIns="91416"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0"/>
              </a:spcAft>
              <a:buClrTx/>
              <a:buSzTx/>
              <a:buFontTx/>
              <a:buNone/>
              <a:tabLst/>
              <a:defRPr/>
            </a:pP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Trigger the KPI Calculation</a:t>
            </a:r>
          </a:p>
        </p:txBody>
      </p:sp>
      <p:sp>
        <p:nvSpPr>
          <p:cNvPr id="83" name="Rectangle 82">
            <a:extLst>
              <a:ext uri="{FF2B5EF4-FFF2-40B4-BE49-F238E27FC236}">
                <a16:creationId xmlns:a16="http://schemas.microsoft.com/office/drawing/2014/main" id="{5E8C276B-8176-8ECC-C640-D0F28661E9B0}"/>
              </a:ext>
            </a:extLst>
          </p:cNvPr>
          <p:cNvSpPr/>
          <p:nvPr/>
        </p:nvSpPr>
        <p:spPr bwMode="gray">
          <a:xfrm>
            <a:off x="758175" y="4981885"/>
            <a:ext cx="1508760" cy="676656"/>
          </a:xfrm>
          <a:prstGeom prst="rect">
            <a:avLst/>
          </a:prstGeom>
          <a:solidFill>
            <a:schemeClr val="bg1"/>
          </a:solidFill>
          <a:ln>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16" rIns="0" bIns="91416"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0"/>
              </a:spcAft>
              <a:buClrTx/>
              <a:buSzTx/>
              <a:buFontTx/>
              <a:buNone/>
              <a:tabLst/>
              <a:defRPr/>
            </a:pP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Show KPIs Value &amp; Variance</a:t>
            </a:r>
          </a:p>
        </p:txBody>
      </p:sp>
      <p:sp>
        <p:nvSpPr>
          <p:cNvPr id="85" name="Rectangle 84">
            <a:extLst>
              <a:ext uri="{FF2B5EF4-FFF2-40B4-BE49-F238E27FC236}">
                <a16:creationId xmlns:a16="http://schemas.microsoft.com/office/drawing/2014/main" id="{49BB2FC0-3B17-542C-9A2A-A6541B5C340E}"/>
              </a:ext>
            </a:extLst>
          </p:cNvPr>
          <p:cNvSpPr/>
          <p:nvPr/>
        </p:nvSpPr>
        <p:spPr bwMode="gray">
          <a:xfrm>
            <a:off x="6130516" y="4352280"/>
            <a:ext cx="1508760" cy="676656"/>
          </a:xfrm>
          <a:prstGeom prst="rect">
            <a:avLst/>
          </a:prstGeom>
          <a:solidFill>
            <a:schemeClr val="bg1"/>
          </a:solidFill>
          <a:ln>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16" rIns="0" bIns="91416" numCol="1" spcCol="0" rtlCol="0" fromWordArt="0" anchor="ctr" anchorCtr="0" forceAA="0" compatLnSpc="1">
            <a:prstTxWarp prst="textNoShape">
              <a:avLst/>
            </a:prstTxWarp>
            <a:noAutofit/>
          </a:bodyPr>
          <a:lstStyle/>
          <a:p>
            <a:pPr marL="0" marR="0" lvl="0" indent="0" algn="ctr" defTabSz="932192" rtl="0" eaLnBrk="1" fontAlgn="base" latinLnBrk="0" hangingPunct="1">
              <a:lnSpc>
                <a:spcPct val="90000"/>
              </a:lnSpc>
              <a:spcBef>
                <a:spcPct val="0"/>
              </a:spcBef>
              <a:spcAft>
                <a:spcPts val="0"/>
              </a:spcAft>
              <a:buClrTx/>
              <a:buSzTx/>
              <a:buFontTx/>
              <a:buNone/>
              <a:tabLst/>
              <a:defRPr/>
            </a:pPr>
            <a:r>
              <a:rPr kumimoji="0" lang="en-US" sz="1200" b="0" i="0" u="none" strike="noStrike" kern="0" cap="none" spc="0" normalizeH="0" baseline="0" noProof="0">
                <a:ln>
                  <a:noFill/>
                </a:ln>
                <a:gradFill>
                  <a:gsLst>
                    <a:gs pos="100000">
                      <a:srgbClr val="000000"/>
                    </a:gs>
                    <a:gs pos="0">
                      <a:srgbClr val="000000"/>
                    </a:gs>
                  </a:gsLst>
                  <a:lin ang="5400000" scaled="0"/>
                </a:gradFill>
                <a:effectLst/>
                <a:uLnTx/>
                <a:uFillTx/>
                <a:latin typeface="72 Brand" panose="020B0504030603020204" pitchFamily="34" charset="0"/>
                <a:ea typeface="+mn-ea"/>
                <a:cs typeface="Arial Unicode MS" pitchFamily="34" charset="-128"/>
              </a:rPr>
              <a:t>View Component Variance Analysis</a:t>
            </a:r>
          </a:p>
        </p:txBody>
      </p:sp>
      <p:grpSp>
        <p:nvGrpSpPr>
          <p:cNvPr id="24" name="Group 23">
            <a:extLst>
              <a:ext uri="{FF2B5EF4-FFF2-40B4-BE49-F238E27FC236}">
                <a16:creationId xmlns:a16="http://schemas.microsoft.com/office/drawing/2014/main" id="{7F775E72-6895-AB15-8E0C-32FD218864EA}"/>
              </a:ext>
            </a:extLst>
          </p:cNvPr>
          <p:cNvGrpSpPr/>
          <p:nvPr/>
        </p:nvGrpSpPr>
        <p:grpSpPr>
          <a:xfrm>
            <a:off x="6109708" y="6350176"/>
            <a:ext cx="5190249" cy="416102"/>
            <a:chOff x="6109708" y="6350176"/>
            <a:chExt cx="5190249" cy="416102"/>
          </a:xfrm>
        </p:grpSpPr>
        <p:sp>
          <p:nvSpPr>
            <p:cNvPr id="25" name="Rectangle 24">
              <a:extLst>
                <a:ext uri="{FF2B5EF4-FFF2-40B4-BE49-F238E27FC236}">
                  <a16:creationId xmlns:a16="http://schemas.microsoft.com/office/drawing/2014/main" id="{764D1D8A-215A-F6ED-0B93-ACE141A88F52}"/>
                </a:ext>
              </a:extLst>
            </p:cNvPr>
            <p:cNvSpPr/>
            <p:nvPr/>
          </p:nvSpPr>
          <p:spPr bwMode="gray">
            <a:xfrm>
              <a:off x="6109708" y="6350176"/>
              <a:ext cx="5190249" cy="416102"/>
            </a:xfrm>
            <a:prstGeom prst="rect">
              <a:avLst/>
            </a:prstGeom>
            <a:solidFill>
              <a:srgbClr val="EAECEE"/>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grpSp>
          <p:nvGrpSpPr>
            <p:cNvPr id="26" name="Group 25">
              <a:extLst>
                <a:ext uri="{FF2B5EF4-FFF2-40B4-BE49-F238E27FC236}">
                  <a16:creationId xmlns:a16="http://schemas.microsoft.com/office/drawing/2014/main" id="{776F0145-77CF-5AC6-A86F-473C3D2C6869}"/>
                </a:ext>
              </a:extLst>
            </p:cNvPr>
            <p:cNvGrpSpPr/>
            <p:nvPr/>
          </p:nvGrpSpPr>
          <p:grpSpPr>
            <a:xfrm>
              <a:off x="6198869" y="6399572"/>
              <a:ext cx="5047726" cy="343322"/>
              <a:chOff x="6198869" y="6380856"/>
              <a:chExt cx="5047726" cy="343322"/>
            </a:xfrm>
          </p:grpSpPr>
          <p:grpSp>
            <p:nvGrpSpPr>
              <p:cNvPr id="27" name="Group 26">
                <a:extLst>
                  <a:ext uri="{FF2B5EF4-FFF2-40B4-BE49-F238E27FC236}">
                    <a16:creationId xmlns:a16="http://schemas.microsoft.com/office/drawing/2014/main" id="{D461D4A6-CE23-7C8F-23CB-94F1D7E0B3A9}"/>
                  </a:ext>
                </a:extLst>
              </p:cNvPr>
              <p:cNvGrpSpPr/>
              <p:nvPr/>
            </p:nvGrpSpPr>
            <p:grpSpPr>
              <a:xfrm>
                <a:off x="10330676" y="6380865"/>
                <a:ext cx="915919" cy="343313"/>
                <a:chOff x="12358260" y="3925250"/>
                <a:chExt cx="1100037" cy="412325"/>
              </a:xfrm>
            </p:grpSpPr>
            <p:grpSp>
              <p:nvGrpSpPr>
                <p:cNvPr id="104" name="Group 103">
                  <a:extLst>
                    <a:ext uri="{FF2B5EF4-FFF2-40B4-BE49-F238E27FC236}">
                      <a16:creationId xmlns:a16="http://schemas.microsoft.com/office/drawing/2014/main" id="{F1DBE98C-6898-9F33-A411-D585978A226C}"/>
                    </a:ext>
                  </a:extLst>
                </p:cNvPr>
                <p:cNvGrpSpPr/>
                <p:nvPr/>
              </p:nvGrpSpPr>
              <p:grpSpPr>
                <a:xfrm>
                  <a:off x="12358260" y="3925250"/>
                  <a:ext cx="380876" cy="381077"/>
                  <a:chOff x="12358260" y="3925250"/>
                  <a:chExt cx="380876" cy="381077"/>
                </a:xfrm>
              </p:grpSpPr>
              <p:sp>
                <p:nvSpPr>
                  <p:cNvPr id="106" name="Oval 105">
                    <a:extLst>
                      <a:ext uri="{FF2B5EF4-FFF2-40B4-BE49-F238E27FC236}">
                        <a16:creationId xmlns:a16="http://schemas.microsoft.com/office/drawing/2014/main" id="{A17AE3B1-5147-A1EA-AC68-8B1CE308B071}"/>
                      </a:ext>
                    </a:extLst>
                  </p:cNvPr>
                  <p:cNvSpPr/>
                  <p:nvPr/>
                </p:nvSpPr>
                <p:spPr bwMode="gray">
                  <a:xfrm>
                    <a:off x="12358260" y="3925250"/>
                    <a:ext cx="380876" cy="381077"/>
                  </a:xfrm>
                  <a:prstGeom prst="ellipse">
                    <a:avLst/>
                  </a:prstGeom>
                  <a:solidFill>
                    <a:srgbClr val="5134C1"/>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107" name="Graphic 106" descr="Single gear with solid fill">
                    <a:extLst>
                      <a:ext uri="{FF2B5EF4-FFF2-40B4-BE49-F238E27FC236}">
                        <a16:creationId xmlns:a16="http://schemas.microsoft.com/office/drawing/2014/main" id="{2426E263-6887-ACDA-FDFC-CEB16B893FD6}"/>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2369381" y="3936471"/>
                    <a:ext cx="358634" cy="358634"/>
                  </a:xfrm>
                  <a:prstGeom prst="rect">
                    <a:avLst/>
                  </a:prstGeom>
                </p:spPr>
              </p:pic>
            </p:grpSp>
            <p:sp>
              <p:nvSpPr>
                <p:cNvPr id="105" name="TextBox 104">
                  <a:extLst>
                    <a:ext uri="{FF2B5EF4-FFF2-40B4-BE49-F238E27FC236}">
                      <a16:creationId xmlns:a16="http://schemas.microsoft.com/office/drawing/2014/main" id="{CD19F596-39AF-777E-28C6-FD90F87F1BE4}"/>
                    </a:ext>
                  </a:extLst>
                </p:cNvPr>
                <p:cNvSpPr txBox="1"/>
                <p:nvPr/>
              </p:nvSpPr>
              <p:spPr>
                <a:xfrm>
                  <a:off x="12808264" y="4041859"/>
                  <a:ext cx="650033" cy="295716"/>
                </a:xfrm>
                <a:prstGeom prst="rect">
                  <a:avLst/>
                </a:prstGeom>
                <a:noFill/>
                <a:ln w="28575">
                  <a:noFill/>
                </a:ln>
              </p:spPr>
              <p:txBody>
                <a:bodyPr wrap="square" lIns="0" tIns="0" rIns="0" bIns="0" rtlCol="0">
                  <a:spAutoFit/>
                </a:bodyPr>
                <a:lstStyle/>
                <a:p>
                  <a:pPr marL="0" marR="0" lvl="0" indent="0" algn="l" defTabSz="1088449" rtl="0" eaLnBrk="1" fontAlgn="base" latinLnBrk="0" hangingPunct="1">
                    <a:lnSpc>
                      <a:spcPct val="100000"/>
                    </a:lnSpc>
                    <a:spcBef>
                      <a:spcPct val="50000"/>
                    </a:spcBef>
                    <a:spcAft>
                      <a:spcPct val="0"/>
                    </a:spcAft>
                    <a:buClr>
                      <a:srgbClr val="000000"/>
                    </a:buClr>
                    <a:buSzPct val="100000"/>
                    <a:buFontTx/>
                    <a:buNone/>
                    <a:tabLst/>
                    <a:defRPr/>
                  </a:pPr>
                  <a:r>
                    <a:rPr kumimoji="0" lang="en-US" sz="800" b="0" i="0" u="none" strike="noStrike" kern="0" cap="none" spc="0" normalizeH="0" baseline="0" noProof="0">
                      <a:ln>
                        <a:noFill/>
                      </a:ln>
                      <a:solidFill>
                        <a:srgbClr val="000000">
                          <a:lumMod val="95000"/>
                          <a:lumOff val="5000"/>
                        </a:srgbClr>
                      </a:solidFill>
                      <a:effectLst/>
                      <a:uLnTx/>
                      <a:uFillTx/>
                      <a:latin typeface="72 Brand" panose="020B0504030603020204" pitchFamily="34" charset="0"/>
                      <a:ea typeface="72 Brand" pitchFamily="34" charset="-128"/>
                      <a:cs typeface="72 Brand" pitchFamily="34" charset="-128"/>
                    </a:rPr>
                    <a:t>ERP</a:t>
                  </a:r>
                  <a:br>
                    <a:rPr kumimoji="0" lang="en-US" sz="800" b="0" i="0" u="none" strike="noStrike" kern="0" cap="none" spc="0" normalizeH="0" baseline="0" noProof="0">
                      <a:ln>
                        <a:noFill/>
                      </a:ln>
                      <a:solidFill>
                        <a:srgbClr val="000000">
                          <a:lumMod val="95000"/>
                          <a:lumOff val="5000"/>
                        </a:srgbClr>
                      </a:solidFill>
                      <a:effectLst/>
                      <a:uLnTx/>
                      <a:uFillTx/>
                      <a:latin typeface="72 Brand" panose="020B0504030603020204" pitchFamily="34" charset="0"/>
                      <a:ea typeface="72 Brand" pitchFamily="34" charset="-128"/>
                      <a:cs typeface="72 Brand" pitchFamily="34" charset="-128"/>
                    </a:rPr>
                  </a:br>
                  <a:r>
                    <a:rPr kumimoji="0" lang="en-US" sz="800" b="0" i="0" u="none" strike="noStrike" kern="0" cap="none" spc="0" normalizeH="0" baseline="0" noProof="0">
                      <a:ln>
                        <a:noFill/>
                      </a:ln>
                      <a:solidFill>
                        <a:srgbClr val="000000">
                          <a:lumMod val="95000"/>
                          <a:lumOff val="5000"/>
                        </a:srgbClr>
                      </a:solidFill>
                      <a:effectLst/>
                      <a:uLnTx/>
                      <a:uFillTx/>
                      <a:latin typeface="72 Brand" panose="020B0504030603020204" pitchFamily="34" charset="0"/>
                      <a:ea typeface="72 Brand" pitchFamily="34" charset="-128"/>
                      <a:cs typeface="72 Brand" pitchFamily="34" charset="-128"/>
                    </a:rPr>
                    <a:t>Automation</a:t>
                  </a:r>
                </a:p>
              </p:txBody>
            </p:sp>
          </p:grpSp>
          <p:grpSp>
            <p:nvGrpSpPr>
              <p:cNvPr id="28" name="Group 27">
                <a:extLst>
                  <a:ext uri="{FF2B5EF4-FFF2-40B4-BE49-F238E27FC236}">
                    <a16:creationId xmlns:a16="http://schemas.microsoft.com/office/drawing/2014/main" id="{DD483D75-F144-7C4A-D82E-F84566FE6D87}"/>
                  </a:ext>
                </a:extLst>
              </p:cNvPr>
              <p:cNvGrpSpPr/>
              <p:nvPr/>
            </p:nvGrpSpPr>
            <p:grpSpPr>
              <a:xfrm>
                <a:off x="9220082" y="6380864"/>
                <a:ext cx="1089921" cy="317295"/>
                <a:chOff x="11899878" y="3481908"/>
                <a:chExt cx="1309012" cy="381077"/>
              </a:xfrm>
            </p:grpSpPr>
            <p:grpSp>
              <p:nvGrpSpPr>
                <p:cNvPr id="100" name="Group 99">
                  <a:extLst>
                    <a:ext uri="{FF2B5EF4-FFF2-40B4-BE49-F238E27FC236}">
                      <a16:creationId xmlns:a16="http://schemas.microsoft.com/office/drawing/2014/main" id="{0700C745-AB0F-284C-7166-761CF883DBCA}"/>
                    </a:ext>
                  </a:extLst>
                </p:cNvPr>
                <p:cNvGrpSpPr/>
                <p:nvPr/>
              </p:nvGrpSpPr>
              <p:grpSpPr>
                <a:xfrm>
                  <a:off x="11899878" y="3481908"/>
                  <a:ext cx="380877" cy="381077"/>
                  <a:chOff x="11899878" y="3481908"/>
                  <a:chExt cx="380877" cy="381077"/>
                </a:xfrm>
              </p:grpSpPr>
              <p:sp>
                <p:nvSpPr>
                  <p:cNvPr id="102" name="Oval 101">
                    <a:extLst>
                      <a:ext uri="{FF2B5EF4-FFF2-40B4-BE49-F238E27FC236}">
                        <a16:creationId xmlns:a16="http://schemas.microsoft.com/office/drawing/2014/main" id="{125459DF-81E0-8BFE-08BD-3C33C0C58E00}"/>
                      </a:ext>
                    </a:extLst>
                  </p:cNvPr>
                  <p:cNvSpPr/>
                  <p:nvPr/>
                </p:nvSpPr>
                <p:spPr bwMode="gray">
                  <a:xfrm>
                    <a:off x="11899878" y="3481908"/>
                    <a:ext cx="380877" cy="381077"/>
                  </a:xfrm>
                  <a:prstGeom prst="ellipse">
                    <a:avLst/>
                  </a:prstGeom>
                  <a:solidFill>
                    <a:srgbClr val="5134C1"/>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103" name="Graphic 102" descr="User with solid fill">
                    <a:extLst>
                      <a:ext uri="{FF2B5EF4-FFF2-40B4-BE49-F238E27FC236}">
                        <a16:creationId xmlns:a16="http://schemas.microsoft.com/office/drawing/2014/main" id="{04B41139-9BE2-40AF-F19A-B790879DE021}"/>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1939289" y="3521415"/>
                    <a:ext cx="302060" cy="302061"/>
                  </a:xfrm>
                  <a:prstGeom prst="rect">
                    <a:avLst/>
                  </a:prstGeom>
                </p:spPr>
              </p:pic>
            </p:grpSp>
            <p:sp>
              <p:nvSpPr>
                <p:cNvPr id="101" name="TextBox 100">
                  <a:extLst>
                    <a:ext uri="{FF2B5EF4-FFF2-40B4-BE49-F238E27FC236}">
                      <a16:creationId xmlns:a16="http://schemas.microsoft.com/office/drawing/2014/main" id="{A1C01588-583D-DE2F-13A3-EE42DB34E374}"/>
                    </a:ext>
                  </a:extLst>
                </p:cNvPr>
                <p:cNvSpPr txBox="1"/>
                <p:nvPr/>
              </p:nvSpPr>
              <p:spPr>
                <a:xfrm>
                  <a:off x="12349888" y="3598517"/>
                  <a:ext cx="859002" cy="147859"/>
                </a:xfrm>
                <a:prstGeom prst="rect">
                  <a:avLst/>
                </a:prstGeom>
                <a:noFill/>
                <a:ln w="28575">
                  <a:noFill/>
                </a:ln>
              </p:spPr>
              <p:txBody>
                <a:bodyPr wrap="square" lIns="0" tIns="0" rIns="0" bIns="0" rtlCol="0">
                  <a:spAutoFit/>
                </a:bodyPr>
                <a:lstStyle/>
                <a:p>
                  <a:pPr marL="0" marR="0" lvl="0" indent="0" algn="l" defTabSz="1088449" rtl="0" eaLnBrk="1" fontAlgn="base" latinLnBrk="0" hangingPunct="1">
                    <a:lnSpc>
                      <a:spcPct val="100000"/>
                    </a:lnSpc>
                    <a:spcBef>
                      <a:spcPct val="50000"/>
                    </a:spcBef>
                    <a:spcAft>
                      <a:spcPct val="0"/>
                    </a:spcAft>
                    <a:buClr>
                      <a:srgbClr val="000000"/>
                    </a:buClr>
                    <a:buSzPct val="100000"/>
                    <a:buFontTx/>
                    <a:buNone/>
                    <a:tabLst/>
                    <a:defRPr/>
                  </a:pPr>
                  <a:r>
                    <a:rPr kumimoji="0" lang="en-US" sz="800" b="0" i="0" u="none" strike="noStrike" kern="0" cap="none" spc="0" normalizeH="0" baseline="0" noProof="0">
                      <a:ln>
                        <a:noFill/>
                      </a:ln>
                      <a:solidFill>
                        <a:srgbClr val="000000">
                          <a:lumMod val="95000"/>
                          <a:lumOff val="5000"/>
                        </a:srgbClr>
                      </a:solidFill>
                      <a:effectLst/>
                      <a:uLnTx/>
                      <a:uFillTx/>
                      <a:latin typeface="72 Brand" panose="020B0504030603020204" pitchFamily="34" charset="0"/>
                      <a:ea typeface="72 Brand" pitchFamily="34" charset="-128"/>
                      <a:cs typeface="72 Brand" pitchFamily="34" charset="-128"/>
                    </a:rPr>
                    <a:t>Manual Activity</a:t>
                  </a:r>
                </a:p>
              </p:txBody>
            </p:sp>
          </p:grpSp>
          <p:grpSp>
            <p:nvGrpSpPr>
              <p:cNvPr id="29" name="Group 28">
                <a:extLst>
                  <a:ext uri="{FF2B5EF4-FFF2-40B4-BE49-F238E27FC236}">
                    <a16:creationId xmlns:a16="http://schemas.microsoft.com/office/drawing/2014/main" id="{CE4655FB-CABC-B38E-A027-4031ED05AA3B}"/>
                  </a:ext>
                </a:extLst>
              </p:cNvPr>
              <p:cNvGrpSpPr/>
              <p:nvPr/>
            </p:nvGrpSpPr>
            <p:grpSpPr>
              <a:xfrm>
                <a:off x="6198869" y="6380864"/>
                <a:ext cx="1572745" cy="317295"/>
                <a:chOff x="12358260" y="2592258"/>
                <a:chExt cx="1888895" cy="381077"/>
              </a:xfrm>
            </p:grpSpPr>
            <p:grpSp>
              <p:nvGrpSpPr>
                <p:cNvPr id="84" name="Group 83">
                  <a:extLst>
                    <a:ext uri="{FF2B5EF4-FFF2-40B4-BE49-F238E27FC236}">
                      <a16:creationId xmlns:a16="http://schemas.microsoft.com/office/drawing/2014/main" id="{7BFEBE1F-83B2-0BFE-058D-1CF19ACA241B}"/>
                    </a:ext>
                  </a:extLst>
                </p:cNvPr>
                <p:cNvGrpSpPr/>
                <p:nvPr/>
              </p:nvGrpSpPr>
              <p:grpSpPr>
                <a:xfrm>
                  <a:off x="12358260" y="2592258"/>
                  <a:ext cx="1888895" cy="381077"/>
                  <a:chOff x="12358260" y="2592258"/>
                  <a:chExt cx="1888895" cy="381077"/>
                </a:xfrm>
              </p:grpSpPr>
              <p:sp>
                <p:nvSpPr>
                  <p:cNvPr id="98" name="TextBox 97">
                    <a:extLst>
                      <a:ext uri="{FF2B5EF4-FFF2-40B4-BE49-F238E27FC236}">
                        <a16:creationId xmlns:a16="http://schemas.microsoft.com/office/drawing/2014/main" id="{A273736D-8850-FF25-58B8-A438408E1077}"/>
                      </a:ext>
                    </a:extLst>
                  </p:cNvPr>
                  <p:cNvSpPr txBox="1"/>
                  <p:nvPr/>
                </p:nvSpPr>
                <p:spPr>
                  <a:xfrm>
                    <a:off x="12808263" y="2708867"/>
                    <a:ext cx="1438892" cy="147859"/>
                  </a:xfrm>
                  <a:prstGeom prst="rect">
                    <a:avLst/>
                  </a:prstGeom>
                  <a:noFill/>
                  <a:ln w="28575">
                    <a:noFill/>
                  </a:ln>
                </p:spPr>
                <p:txBody>
                  <a:bodyPr wrap="square" lIns="0" tIns="0" rIns="0" bIns="0" rtlCol="0">
                    <a:spAutoFit/>
                  </a:bodyPr>
                  <a:lstStyle/>
                  <a:p>
                    <a:pPr marL="0" marR="0" lvl="0" indent="0" algn="l" defTabSz="1088449" rtl="0" eaLnBrk="1" fontAlgn="base" latinLnBrk="0" hangingPunct="1">
                      <a:lnSpc>
                        <a:spcPct val="100000"/>
                      </a:lnSpc>
                      <a:spcBef>
                        <a:spcPct val="50000"/>
                      </a:spcBef>
                      <a:spcAft>
                        <a:spcPct val="0"/>
                      </a:spcAft>
                      <a:buClr>
                        <a:srgbClr val="000000"/>
                      </a:buClr>
                      <a:buSzPct val="100000"/>
                      <a:buFontTx/>
                      <a:buNone/>
                      <a:tabLst/>
                      <a:defRPr/>
                    </a:pPr>
                    <a:r>
                      <a:rPr kumimoji="0" lang="en-US" sz="800" b="0" i="0" u="none" strike="noStrike" kern="0" cap="none" spc="0" normalizeH="0" baseline="0" noProof="0">
                        <a:ln>
                          <a:noFill/>
                        </a:ln>
                        <a:solidFill>
                          <a:srgbClr val="000000">
                            <a:lumMod val="95000"/>
                            <a:lumOff val="5000"/>
                          </a:srgbClr>
                        </a:solidFill>
                        <a:effectLst/>
                        <a:uLnTx/>
                        <a:uFillTx/>
                        <a:latin typeface="72 Brand" panose="020B0504030603020204" pitchFamily="34" charset="0"/>
                        <a:ea typeface="72 Brand" pitchFamily="34" charset="-128"/>
                        <a:cs typeface="72 Brand" pitchFamily="34" charset="-128"/>
                      </a:rPr>
                      <a:t>Human in the Loop (HITL)</a:t>
                    </a:r>
                  </a:p>
                </p:txBody>
              </p:sp>
              <p:sp>
                <p:nvSpPr>
                  <p:cNvPr id="99" name="Oval 98">
                    <a:extLst>
                      <a:ext uri="{FF2B5EF4-FFF2-40B4-BE49-F238E27FC236}">
                        <a16:creationId xmlns:a16="http://schemas.microsoft.com/office/drawing/2014/main" id="{0D1D4EBF-9A37-A6A6-4189-AAFF8A688ED9}"/>
                      </a:ext>
                    </a:extLst>
                  </p:cNvPr>
                  <p:cNvSpPr/>
                  <p:nvPr/>
                </p:nvSpPr>
                <p:spPr bwMode="gray">
                  <a:xfrm>
                    <a:off x="12358260" y="2592258"/>
                    <a:ext cx="380876" cy="381077"/>
                  </a:xfrm>
                  <a:prstGeom prst="ellipse">
                    <a:avLst/>
                  </a:prstGeom>
                  <a:solidFill>
                    <a:srgbClr val="0070F2"/>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grpSp>
            <p:pic>
              <p:nvPicPr>
                <p:cNvPr id="86" name="Graphic 41" descr="ID 298876 - person with checkmark at lower right">
                  <a:extLst>
                    <a:ext uri="{FF2B5EF4-FFF2-40B4-BE49-F238E27FC236}">
                      <a16:creationId xmlns:a16="http://schemas.microsoft.com/office/drawing/2014/main" id="{06B03602-B9C8-B6AE-FBBA-F15AC5893618}"/>
                    </a:ext>
                  </a:extLst>
                </p:cNvPr>
                <p:cNvPicPr>
                  <a:picLocks noChangeAspect="1"/>
                </p:cNvPicPr>
                <p:nvPr>
                  <p:custDataLst>
                    <p:tags r:id="rId9"/>
                  </p:custDataLst>
                </p:nvPr>
              </p:nvPicPr>
              <p:blipFill>
                <a:blip>
                  <a:extLst>
                    <a:ext uri="{96DAC541-7B7A-43D3-8B79-37D633B846F1}">
                      <asvg:svgBlip xmlns:asvg="http://schemas.microsoft.com/office/drawing/2016/SVG/main" r:embed="rId14"/>
                    </a:ext>
                  </a:extLst>
                </a:blip>
                <a:srcRect/>
                <a:stretch>
                  <a:fillRect/>
                </a:stretch>
              </p:blipFill>
              <p:spPr>
                <a:xfrm>
                  <a:off x="12427720" y="2661817"/>
                  <a:ext cx="241957" cy="241957"/>
                </a:xfrm>
                <a:prstGeom prst="rect">
                  <a:avLst/>
                </a:prstGeom>
              </p:spPr>
            </p:pic>
          </p:grpSp>
          <p:grpSp>
            <p:nvGrpSpPr>
              <p:cNvPr id="30" name="Group 29">
                <a:extLst>
                  <a:ext uri="{FF2B5EF4-FFF2-40B4-BE49-F238E27FC236}">
                    <a16:creationId xmlns:a16="http://schemas.microsoft.com/office/drawing/2014/main" id="{8807E6E1-F4AF-6436-DDCB-1C204223A42F}"/>
                  </a:ext>
                </a:extLst>
              </p:cNvPr>
              <p:cNvGrpSpPr/>
              <p:nvPr/>
            </p:nvGrpSpPr>
            <p:grpSpPr>
              <a:xfrm>
                <a:off x="7792310" y="6380856"/>
                <a:ext cx="1407041" cy="317294"/>
                <a:chOff x="12358260" y="3025391"/>
                <a:chExt cx="1689883" cy="381077"/>
              </a:xfrm>
            </p:grpSpPr>
            <p:sp>
              <p:nvSpPr>
                <p:cNvPr id="35" name="TextBox 34">
                  <a:extLst>
                    <a:ext uri="{FF2B5EF4-FFF2-40B4-BE49-F238E27FC236}">
                      <a16:creationId xmlns:a16="http://schemas.microsoft.com/office/drawing/2014/main" id="{5D3500A7-E421-550C-839A-46686D326737}"/>
                    </a:ext>
                  </a:extLst>
                </p:cNvPr>
                <p:cNvSpPr txBox="1"/>
                <p:nvPr/>
              </p:nvSpPr>
              <p:spPr>
                <a:xfrm>
                  <a:off x="12808263" y="3142000"/>
                  <a:ext cx="1239880" cy="147859"/>
                </a:xfrm>
                <a:prstGeom prst="rect">
                  <a:avLst/>
                </a:prstGeom>
                <a:noFill/>
                <a:ln w="28575">
                  <a:noFill/>
                </a:ln>
              </p:spPr>
              <p:txBody>
                <a:bodyPr wrap="square" lIns="0" tIns="0" rIns="0" bIns="0" rtlCol="0">
                  <a:spAutoFit/>
                </a:bodyPr>
                <a:lstStyle/>
                <a:p>
                  <a:pPr marL="0" marR="0" lvl="0" indent="0" algn="l" defTabSz="1088449" rtl="0" eaLnBrk="1" fontAlgn="base" latinLnBrk="0" hangingPunct="1">
                    <a:lnSpc>
                      <a:spcPct val="100000"/>
                    </a:lnSpc>
                    <a:spcBef>
                      <a:spcPct val="50000"/>
                    </a:spcBef>
                    <a:spcAft>
                      <a:spcPct val="0"/>
                    </a:spcAft>
                    <a:buClr>
                      <a:srgbClr val="000000"/>
                    </a:buClr>
                    <a:buSzPct val="100000"/>
                    <a:buFontTx/>
                    <a:buNone/>
                    <a:tabLst/>
                    <a:defRPr/>
                  </a:pPr>
                  <a:r>
                    <a:rPr kumimoji="0" lang="en-US" sz="800" b="0" i="0" u="none" strike="noStrike" kern="0" cap="none" spc="0" normalizeH="0" baseline="0" noProof="0">
                      <a:ln>
                        <a:noFill/>
                      </a:ln>
                      <a:solidFill>
                        <a:srgbClr val="000000">
                          <a:lumMod val="95000"/>
                          <a:lumOff val="5000"/>
                        </a:srgbClr>
                      </a:solidFill>
                      <a:effectLst/>
                      <a:uLnTx/>
                      <a:uFillTx/>
                      <a:latin typeface="72 Brand" panose="020B0504030603020204" pitchFamily="34" charset="0"/>
                      <a:ea typeface="72 Brand" pitchFamily="34" charset="-128"/>
                      <a:cs typeface="72 Brand" pitchFamily="34" charset="-128"/>
                    </a:rPr>
                    <a:t>Autonomous Process</a:t>
                  </a:r>
                </a:p>
              </p:txBody>
            </p:sp>
            <p:grpSp>
              <p:nvGrpSpPr>
                <p:cNvPr id="52" name="Group 51">
                  <a:extLst>
                    <a:ext uri="{FF2B5EF4-FFF2-40B4-BE49-F238E27FC236}">
                      <a16:creationId xmlns:a16="http://schemas.microsoft.com/office/drawing/2014/main" id="{96311460-3564-702B-CA66-656724B809A1}"/>
                    </a:ext>
                  </a:extLst>
                </p:cNvPr>
                <p:cNvGrpSpPr/>
                <p:nvPr/>
              </p:nvGrpSpPr>
              <p:grpSpPr>
                <a:xfrm>
                  <a:off x="12358260" y="3025391"/>
                  <a:ext cx="380876" cy="381077"/>
                  <a:chOff x="12358260" y="2796717"/>
                  <a:chExt cx="380876" cy="381077"/>
                </a:xfrm>
              </p:grpSpPr>
              <p:sp>
                <p:nvSpPr>
                  <p:cNvPr id="59" name="Oval 58">
                    <a:extLst>
                      <a:ext uri="{FF2B5EF4-FFF2-40B4-BE49-F238E27FC236}">
                        <a16:creationId xmlns:a16="http://schemas.microsoft.com/office/drawing/2014/main" id="{C114DADF-341D-DFA0-5C77-988B5AC5CCB0}"/>
                      </a:ext>
                    </a:extLst>
                  </p:cNvPr>
                  <p:cNvSpPr/>
                  <p:nvPr/>
                </p:nvSpPr>
                <p:spPr bwMode="gray">
                  <a:xfrm>
                    <a:off x="12358260" y="2796717"/>
                    <a:ext cx="380876" cy="381077"/>
                  </a:xfrm>
                  <a:prstGeom prst="ellipse">
                    <a:avLst/>
                  </a:prstGeom>
                  <a:solidFill>
                    <a:srgbClr val="E4DEFF"/>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82" name="Graphic 43">
                    <a:extLst>
                      <a:ext uri="{FF2B5EF4-FFF2-40B4-BE49-F238E27FC236}">
                        <a16:creationId xmlns:a16="http://schemas.microsoft.com/office/drawing/2014/main" id="{614456BC-70B9-F695-5BA4-9DA6408E478E}"/>
                      </a:ext>
                    </a:extLst>
                  </p:cNvPr>
                  <p:cNvPicPr>
                    <a:picLocks noChangeAspect="1"/>
                  </p:cNvPicPr>
                  <p:nvPr/>
                </p:nvPicPr>
                <p:blipFill>
                  <a:blip>
                    <a:extLst>
                      <a:ext uri="{96DAC541-7B7A-43D3-8B79-37D633B846F1}">
                        <asvg:svgBlip xmlns:asvg="http://schemas.microsoft.com/office/drawing/2016/SVG/main" r:embed="rId15"/>
                      </a:ext>
                    </a:extLst>
                  </a:blip>
                  <a:srcRect/>
                  <a:stretch/>
                </p:blipFill>
                <p:spPr>
                  <a:xfrm>
                    <a:off x="12419583" y="2858141"/>
                    <a:ext cx="258231" cy="258228"/>
                  </a:xfrm>
                  <a:prstGeom prst="rect">
                    <a:avLst/>
                  </a:prstGeom>
                  <a:effectLst/>
                </p:spPr>
              </p:pic>
            </p:grpSp>
          </p:grpSp>
        </p:grpSp>
      </p:grpSp>
      <p:sp>
        <p:nvSpPr>
          <p:cNvPr id="108" name="Rectangle 107">
            <a:extLst>
              <a:ext uri="{FF2B5EF4-FFF2-40B4-BE49-F238E27FC236}">
                <a16:creationId xmlns:a16="http://schemas.microsoft.com/office/drawing/2014/main" id="{88FC7DE4-9A5C-C0DD-4B26-60510525DDCE}"/>
              </a:ext>
            </a:extLst>
          </p:cNvPr>
          <p:cNvSpPr/>
          <p:nvPr/>
        </p:nvSpPr>
        <p:spPr bwMode="gray">
          <a:xfrm>
            <a:off x="555756" y="1186983"/>
            <a:ext cx="11097717" cy="5082929"/>
          </a:xfrm>
          <a:prstGeom prst="rect">
            <a:avLst/>
          </a:prstGeom>
          <a:noFill/>
          <a:ln w="9525" algn="ctr">
            <a:gradFill>
              <a:gsLst>
                <a:gs pos="0">
                  <a:srgbClr val="4B30B3"/>
                </a:gs>
                <a:gs pos="100000">
                  <a:srgbClr val="0070F2">
                    <a:lumMod val="30000"/>
                    <a:lumOff val="70000"/>
                  </a:srgbClr>
                </a:gs>
              </a:gsLst>
              <a:lin ang="5400000" scaled="1"/>
            </a:gradFill>
            <a:prstDash val="dash"/>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grpSp>
        <p:nvGrpSpPr>
          <p:cNvPr id="113" name="Group 112">
            <a:extLst>
              <a:ext uri="{FF2B5EF4-FFF2-40B4-BE49-F238E27FC236}">
                <a16:creationId xmlns:a16="http://schemas.microsoft.com/office/drawing/2014/main" id="{3C7CB72A-B0FB-E17A-E24E-CE4823C5B1DE}"/>
              </a:ext>
            </a:extLst>
          </p:cNvPr>
          <p:cNvGrpSpPr/>
          <p:nvPr/>
        </p:nvGrpSpPr>
        <p:grpSpPr>
          <a:xfrm>
            <a:off x="1146082" y="1238762"/>
            <a:ext cx="1113142" cy="1050950"/>
            <a:chOff x="2654120" y="1389939"/>
            <a:chExt cx="1113142" cy="1050950"/>
          </a:xfrm>
        </p:grpSpPr>
        <p:sp>
          <p:nvSpPr>
            <p:cNvPr id="114" name="Oval 113">
              <a:extLst>
                <a:ext uri="{FF2B5EF4-FFF2-40B4-BE49-F238E27FC236}">
                  <a16:creationId xmlns:a16="http://schemas.microsoft.com/office/drawing/2014/main" id="{4114775B-A1E0-84F9-0DDC-107EEC3AF7A1}"/>
                </a:ext>
              </a:extLst>
            </p:cNvPr>
            <p:cNvSpPr/>
            <p:nvPr/>
          </p:nvSpPr>
          <p:spPr bwMode="gray">
            <a:xfrm>
              <a:off x="2698050" y="1415606"/>
              <a:ext cx="1025283" cy="1025283"/>
            </a:xfrm>
            <a:prstGeom prst="ellipse">
              <a:avLst/>
            </a:prstGeom>
            <a:solidFill>
              <a:srgbClr val="5134C1"/>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115" name="Graphic 114" descr="User with solid fill">
              <a:extLst>
                <a:ext uri="{FF2B5EF4-FFF2-40B4-BE49-F238E27FC236}">
                  <a16:creationId xmlns:a16="http://schemas.microsoft.com/office/drawing/2014/main" id="{30D6C76C-10B5-51E8-B0C1-5B934191F9E8}"/>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2884203" y="1389939"/>
              <a:ext cx="652976" cy="652976"/>
            </a:xfrm>
            <a:prstGeom prst="rect">
              <a:avLst/>
            </a:prstGeom>
          </p:spPr>
        </p:pic>
        <p:sp>
          <p:nvSpPr>
            <p:cNvPr id="116" name="Rectangle 115">
              <a:extLst>
                <a:ext uri="{FF2B5EF4-FFF2-40B4-BE49-F238E27FC236}">
                  <a16:creationId xmlns:a16="http://schemas.microsoft.com/office/drawing/2014/main" id="{613B873A-83F0-F25F-6A58-0F2D1AB5D3D4}"/>
                </a:ext>
              </a:extLst>
            </p:cNvPr>
            <p:cNvSpPr/>
            <p:nvPr/>
          </p:nvSpPr>
          <p:spPr bwMode="gray">
            <a:xfrm>
              <a:off x="2654120" y="1921787"/>
              <a:ext cx="1113142" cy="455060"/>
            </a:xfrm>
            <a:prstGeom prst="rect">
              <a:avLst/>
            </a:prstGeom>
            <a:noFill/>
            <a:ln w="3175" algn="ctr">
              <a:noFill/>
              <a:miter lim="800000"/>
              <a:headEnd/>
              <a:tailEnd/>
            </a:ln>
          </p:spPr>
          <p:txBody>
            <a:bodyPr lIns="0" tIns="0" rIns="0" bIns="0" rtlCol="0" anchor="ctr"/>
            <a:lstStyle/>
            <a:p>
              <a:pPr marL="0" marR="0" lvl="0" indent="0" algn="ctr" defTabSz="914400" rtl="0" eaLnBrk="1" fontAlgn="base" latinLnBrk="0" hangingPunct="1">
                <a:lnSpc>
                  <a:spcPct val="100000"/>
                </a:lnSpc>
                <a:spcBef>
                  <a:spcPts val="0"/>
                </a:spcBef>
                <a:spcAft>
                  <a:spcPct val="0"/>
                </a:spcAft>
                <a:buClr>
                  <a:srgbClr val="F0AB00"/>
                </a:buClr>
                <a:buSzPct val="80000"/>
                <a:buFontTx/>
                <a:buNone/>
                <a:tabLst/>
                <a:defRPr/>
              </a:pPr>
              <a:r>
                <a:rPr kumimoji="0" lang="en-US" sz="1000" b="1" i="0" u="none" strike="noStrike" kern="0" cap="none" spc="0" normalizeH="0" baseline="0" noProof="0">
                  <a:ln>
                    <a:noFill/>
                  </a:ln>
                  <a:solidFill>
                    <a:srgbClr val="FFFFFF"/>
                  </a:solidFill>
                  <a:effectLst/>
                  <a:uLnTx/>
                  <a:uFillTx/>
                  <a:latin typeface="72 Brand"/>
                  <a:ea typeface="72 Brand" pitchFamily="34" charset="-128"/>
                  <a:cs typeface="72 Brand" pitchFamily="34" charset="-128"/>
                </a:rPr>
                <a:t>Financial </a:t>
              </a:r>
            </a:p>
            <a:p>
              <a:pPr marL="0" marR="0" lvl="0" indent="0" algn="ctr" defTabSz="914400" rtl="0" eaLnBrk="1" fontAlgn="base" latinLnBrk="0" hangingPunct="1">
                <a:lnSpc>
                  <a:spcPct val="100000"/>
                </a:lnSpc>
                <a:spcBef>
                  <a:spcPts val="0"/>
                </a:spcBef>
                <a:spcAft>
                  <a:spcPct val="0"/>
                </a:spcAft>
                <a:buClr>
                  <a:srgbClr val="F0AB00"/>
                </a:buClr>
                <a:buSzPct val="80000"/>
                <a:buFontTx/>
                <a:buNone/>
                <a:tabLst/>
                <a:defRPr/>
              </a:pPr>
              <a:r>
                <a:rPr kumimoji="0" lang="en-US" sz="1000" b="1" i="0" u="none" strike="noStrike" kern="0" cap="none" spc="0" normalizeH="0" baseline="0" noProof="0">
                  <a:ln>
                    <a:noFill/>
                  </a:ln>
                  <a:solidFill>
                    <a:srgbClr val="FFFFFF"/>
                  </a:solidFill>
                  <a:effectLst/>
                  <a:uLnTx/>
                  <a:uFillTx/>
                  <a:latin typeface="72 Brand"/>
                  <a:ea typeface="72 Brand" pitchFamily="34" charset="-128"/>
                  <a:cs typeface="72 Brand" pitchFamily="34" charset="-128"/>
                </a:rPr>
                <a:t>Analyst</a:t>
              </a:r>
            </a:p>
          </p:txBody>
        </p:sp>
      </p:grpSp>
      <p:grpSp>
        <p:nvGrpSpPr>
          <p:cNvPr id="2" name="Group 1">
            <a:extLst>
              <a:ext uri="{FF2B5EF4-FFF2-40B4-BE49-F238E27FC236}">
                <a16:creationId xmlns:a16="http://schemas.microsoft.com/office/drawing/2014/main" id="{F0C686D9-3DF0-7FBB-949C-4CB46A099FB0}"/>
              </a:ext>
            </a:extLst>
          </p:cNvPr>
          <p:cNvGrpSpPr/>
          <p:nvPr/>
        </p:nvGrpSpPr>
        <p:grpSpPr>
          <a:xfrm>
            <a:off x="2600800" y="5009073"/>
            <a:ext cx="1024128" cy="1024128"/>
            <a:chOff x="8339335" y="2116077"/>
            <a:chExt cx="1024128" cy="1024128"/>
          </a:xfrm>
        </p:grpSpPr>
        <p:grpSp>
          <p:nvGrpSpPr>
            <p:cNvPr id="51" name="Group 50">
              <a:extLst>
                <a:ext uri="{FF2B5EF4-FFF2-40B4-BE49-F238E27FC236}">
                  <a16:creationId xmlns:a16="http://schemas.microsoft.com/office/drawing/2014/main" id="{88A1D948-711F-2DF5-207E-C1460D555500}"/>
                </a:ext>
              </a:extLst>
            </p:cNvPr>
            <p:cNvGrpSpPr/>
            <p:nvPr/>
          </p:nvGrpSpPr>
          <p:grpSpPr>
            <a:xfrm>
              <a:off x="8339335" y="2116077"/>
              <a:ext cx="1024128" cy="1024128"/>
              <a:chOff x="8339335" y="2116077"/>
              <a:chExt cx="1024128" cy="1024128"/>
            </a:xfrm>
          </p:grpSpPr>
          <p:sp>
            <p:nvSpPr>
              <p:cNvPr id="110" name="Oval 109">
                <a:extLst>
                  <a:ext uri="{FF2B5EF4-FFF2-40B4-BE49-F238E27FC236}">
                    <a16:creationId xmlns:a16="http://schemas.microsoft.com/office/drawing/2014/main" id="{414C9FDB-842E-A23F-5F6E-8433C634E913}"/>
                  </a:ext>
                </a:extLst>
              </p:cNvPr>
              <p:cNvSpPr/>
              <p:nvPr/>
            </p:nvSpPr>
            <p:spPr bwMode="gray">
              <a:xfrm>
                <a:off x="8339335" y="2116077"/>
                <a:ext cx="1024128" cy="1024128"/>
              </a:xfrm>
              <a:prstGeom prst="ellipse">
                <a:avLst/>
              </a:prstGeom>
              <a:solidFill>
                <a:srgbClr val="0070F2"/>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111" name="Graphic 41" descr="ID 298876 - person with checkmark at lower right">
                <a:extLst>
                  <a:ext uri="{FF2B5EF4-FFF2-40B4-BE49-F238E27FC236}">
                    <a16:creationId xmlns:a16="http://schemas.microsoft.com/office/drawing/2014/main" id="{D6FB7FDB-318E-5394-827D-CF95C67E93A8}"/>
                  </a:ext>
                </a:extLst>
              </p:cNvPr>
              <p:cNvPicPr>
                <a:picLocks noChangeAspect="1"/>
              </p:cNvPicPr>
              <p:nvPr>
                <p:custDataLst>
                  <p:tags r:id="rId8"/>
                </p:custDataLst>
              </p:nvPr>
            </p:nvPicPr>
            <p:blipFill>
              <a:blip>
                <a:extLst>
                  <a:ext uri="{96DAC541-7B7A-43D3-8B79-37D633B846F1}">
                    <asvg:svgBlip xmlns:asvg="http://schemas.microsoft.com/office/drawing/2016/SVG/main" r:embed="rId14"/>
                  </a:ext>
                </a:extLst>
              </a:blip>
              <a:srcRect/>
              <a:stretch>
                <a:fillRect/>
              </a:stretch>
            </p:blipFill>
            <p:spPr>
              <a:xfrm>
                <a:off x="8619145" y="2267969"/>
                <a:ext cx="464509" cy="464264"/>
              </a:xfrm>
              <a:prstGeom prst="rect">
                <a:avLst/>
              </a:prstGeom>
            </p:spPr>
          </p:pic>
        </p:grpSp>
        <p:sp>
          <p:nvSpPr>
            <p:cNvPr id="109" name="Rectangle 108">
              <a:extLst>
                <a:ext uri="{FF2B5EF4-FFF2-40B4-BE49-F238E27FC236}">
                  <a16:creationId xmlns:a16="http://schemas.microsoft.com/office/drawing/2014/main" id="{3E04176B-DA45-B94F-C077-38EE1BDEF3BC}"/>
                </a:ext>
              </a:extLst>
            </p:cNvPr>
            <p:cNvSpPr/>
            <p:nvPr/>
          </p:nvSpPr>
          <p:spPr bwMode="gray">
            <a:xfrm>
              <a:off x="8429538" y="2603025"/>
              <a:ext cx="843722" cy="455060"/>
            </a:xfrm>
            <a:prstGeom prst="rect">
              <a:avLst/>
            </a:prstGeom>
            <a:noFill/>
            <a:ln w="3175" algn="ctr">
              <a:noFill/>
              <a:miter lim="800000"/>
              <a:headEnd/>
              <a:tailEnd/>
            </a:ln>
          </p:spPr>
          <p:txBody>
            <a:bodyPr lIns="0" tIns="0" rIns="0" bIns="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US" sz="1100" b="1" i="0" u="none" strike="noStrike" kern="0" cap="none" spc="0" normalizeH="0" baseline="0" noProof="0">
                  <a:ln>
                    <a:noFill/>
                  </a:ln>
                  <a:solidFill>
                    <a:srgbClr val="FFFFFF"/>
                  </a:solidFill>
                  <a:effectLst/>
                  <a:uLnTx/>
                  <a:uFillTx/>
                  <a:latin typeface="72 Brand"/>
                  <a:ea typeface="72 Brand" pitchFamily="34" charset="-128"/>
                  <a:cs typeface="72 Brand" pitchFamily="34" charset="-128"/>
                </a:rPr>
                <a:t>Decide</a:t>
              </a:r>
            </a:p>
          </p:txBody>
        </p:sp>
      </p:grpSp>
      <p:grpSp>
        <p:nvGrpSpPr>
          <p:cNvPr id="112" name="Group 111">
            <a:extLst>
              <a:ext uri="{FF2B5EF4-FFF2-40B4-BE49-F238E27FC236}">
                <a16:creationId xmlns:a16="http://schemas.microsoft.com/office/drawing/2014/main" id="{EEF4FD97-ECB0-F499-7524-247B172F1E52}"/>
              </a:ext>
            </a:extLst>
          </p:cNvPr>
          <p:cNvGrpSpPr/>
          <p:nvPr/>
        </p:nvGrpSpPr>
        <p:grpSpPr>
          <a:xfrm>
            <a:off x="1156937" y="3527143"/>
            <a:ext cx="1024128" cy="1024128"/>
            <a:chOff x="8317487" y="4164344"/>
            <a:chExt cx="1024128" cy="1024128"/>
          </a:xfrm>
        </p:grpSpPr>
        <p:sp>
          <p:nvSpPr>
            <p:cNvPr id="117" name="Oval 116">
              <a:extLst>
                <a:ext uri="{FF2B5EF4-FFF2-40B4-BE49-F238E27FC236}">
                  <a16:creationId xmlns:a16="http://schemas.microsoft.com/office/drawing/2014/main" id="{9041AA25-2CBC-E62B-C75B-3ADF9BAC7041}"/>
                </a:ext>
              </a:extLst>
            </p:cNvPr>
            <p:cNvSpPr/>
            <p:nvPr/>
          </p:nvSpPr>
          <p:spPr bwMode="gray">
            <a:xfrm>
              <a:off x="8317487" y="4164344"/>
              <a:ext cx="1024128" cy="1024128"/>
            </a:xfrm>
            <a:prstGeom prst="ellipse">
              <a:avLst/>
            </a:prstGeom>
            <a:solidFill>
              <a:srgbClr val="E4DEFF"/>
            </a:solidFill>
            <a:ln w="635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118" name="Graphic 43">
              <a:extLst>
                <a:ext uri="{FF2B5EF4-FFF2-40B4-BE49-F238E27FC236}">
                  <a16:creationId xmlns:a16="http://schemas.microsoft.com/office/drawing/2014/main" id="{B32C5003-BBF7-8FE7-A81A-FE7736B99A77}"/>
                </a:ext>
              </a:extLst>
            </p:cNvPr>
            <p:cNvPicPr>
              <a:picLocks noChangeAspect="1"/>
            </p:cNvPicPr>
            <p:nvPr/>
          </p:nvPicPr>
          <p:blipFill>
            <a:blip>
              <a:extLst>
                <a:ext uri="{96DAC541-7B7A-43D3-8B79-37D633B846F1}">
                  <asvg:svgBlip xmlns:asvg="http://schemas.microsoft.com/office/drawing/2016/SVG/main" r:embed="rId15"/>
                </a:ext>
              </a:extLst>
            </a:blip>
            <a:srcRect/>
            <a:stretch/>
          </p:blipFill>
          <p:spPr>
            <a:xfrm>
              <a:off x="8627387" y="4373491"/>
              <a:ext cx="404328" cy="404323"/>
            </a:xfrm>
            <a:prstGeom prst="rect">
              <a:avLst/>
            </a:prstGeom>
            <a:effectLst/>
          </p:spPr>
        </p:pic>
        <p:sp>
          <p:nvSpPr>
            <p:cNvPr id="119" name="Rectangle 118">
              <a:extLst>
                <a:ext uri="{FF2B5EF4-FFF2-40B4-BE49-F238E27FC236}">
                  <a16:creationId xmlns:a16="http://schemas.microsoft.com/office/drawing/2014/main" id="{01F1C2E0-E478-2BE2-EA9C-BE10C7C83B5D}"/>
                </a:ext>
              </a:extLst>
            </p:cNvPr>
            <p:cNvSpPr/>
            <p:nvPr/>
          </p:nvSpPr>
          <p:spPr bwMode="gray">
            <a:xfrm>
              <a:off x="8407690" y="4683600"/>
              <a:ext cx="843722" cy="455060"/>
            </a:xfrm>
            <a:prstGeom prst="rect">
              <a:avLst/>
            </a:prstGeom>
            <a:noFill/>
            <a:ln w="3175" algn="ctr">
              <a:noFill/>
              <a:miter lim="800000"/>
              <a:headEnd/>
              <a:tailEnd/>
            </a:ln>
          </p:spPr>
          <p:txBody>
            <a:bodyPr lIns="0" tIns="0" rIns="0" bIns="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US" sz="1100" b="1" i="0" u="none" strike="noStrike" kern="0" cap="none" spc="0" normalizeH="0" baseline="0" noProof="0">
                  <a:ln>
                    <a:noFill/>
                  </a:ln>
                  <a:solidFill>
                    <a:srgbClr val="000000"/>
                  </a:solidFill>
                  <a:effectLst/>
                  <a:uLnTx/>
                  <a:uFillTx/>
                  <a:latin typeface="72 Brand"/>
                  <a:ea typeface="72 Brand" pitchFamily="34" charset="-128"/>
                  <a:cs typeface="72 Brand" pitchFamily="34" charset="-128"/>
                </a:rPr>
                <a:t>Execute</a:t>
              </a:r>
            </a:p>
          </p:txBody>
        </p:sp>
      </p:grpSp>
      <p:grpSp>
        <p:nvGrpSpPr>
          <p:cNvPr id="120" name="Group 119">
            <a:extLst>
              <a:ext uri="{FF2B5EF4-FFF2-40B4-BE49-F238E27FC236}">
                <a16:creationId xmlns:a16="http://schemas.microsoft.com/office/drawing/2014/main" id="{1E1C34BD-1E5C-7066-1C60-A00787CCC8B8}"/>
              </a:ext>
            </a:extLst>
          </p:cNvPr>
          <p:cNvGrpSpPr/>
          <p:nvPr/>
        </p:nvGrpSpPr>
        <p:grpSpPr>
          <a:xfrm>
            <a:off x="2961261" y="2955576"/>
            <a:ext cx="1024128" cy="1024128"/>
            <a:chOff x="8317487" y="4164344"/>
            <a:chExt cx="1024128" cy="1024128"/>
          </a:xfrm>
        </p:grpSpPr>
        <p:sp>
          <p:nvSpPr>
            <p:cNvPr id="121" name="Oval 120">
              <a:extLst>
                <a:ext uri="{FF2B5EF4-FFF2-40B4-BE49-F238E27FC236}">
                  <a16:creationId xmlns:a16="http://schemas.microsoft.com/office/drawing/2014/main" id="{141BE1A5-A664-3E99-7C08-D77C129A1D5B}"/>
                </a:ext>
              </a:extLst>
            </p:cNvPr>
            <p:cNvSpPr/>
            <p:nvPr/>
          </p:nvSpPr>
          <p:spPr bwMode="gray">
            <a:xfrm>
              <a:off x="8317487" y="4164344"/>
              <a:ext cx="1024128" cy="1024128"/>
            </a:xfrm>
            <a:prstGeom prst="ellipse">
              <a:avLst/>
            </a:prstGeom>
            <a:solidFill>
              <a:srgbClr val="E4DEFF"/>
            </a:solidFill>
            <a:ln w="635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122" name="Graphic 43">
              <a:extLst>
                <a:ext uri="{FF2B5EF4-FFF2-40B4-BE49-F238E27FC236}">
                  <a16:creationId xmlns:a16="http://schemas.microsoft.com/office/drawing/2014/main" id="{064934C5-FD81-ED44-96E7-33189A17A665}"/>
                </a:ext>
              </a:extLst>
            </p:cNvPr>
            <p:cNvPicPr>
              <a:picLocks noChangeAspect="1"/>
            </p:cNvPicPr>
            <p:nvPr/>
          </p:nvPicPr>
          <p:blipFill>
            <a:blip>
              <a:extLst>
                <a:ext uri="{96DAC541-7B7A-43D3-8B79-37D633B846F1}">
                  <asvg:svgBlip xmlns:asvg="http://schemas.microsoft.com/office/drawing/2016/SVG/main" r:embed="rId15"/>
                </a:ext>
              </a:extLst>
            </a:blip>
            <a:srcRect/>
            <a:stretch/>
          </p:blipFill>
          <p:spPr>
            <a:xfrm>
              <a:off x="8627387" y="4373491"/>
              <a:ext cx="404328" cy="404323"/>
            </a:xfrm>
            <a:prstGeom prst="rect">
              <a:avLst/>
            </a:prstGeom>
            <a:effectLst/>
          </p:spPr>
        </p:pic>
        <p:sp>
          <p:nvSpPr>
            <p:cNvPr id="123" name="Rectangle 122">
              <a:extLst>
                <a:ext uri="{FF2B5EF4-FFF2-40B4-BE49-F238E27FC236}">
                  <a16:creationId xmlns:a16="http://schemas.microsoft.com/office/drawing/2014/main" id="{F5FA3375-A101-68FA-66D9-9064E01EB2FE}"/>
                </a:ext>
              </a:extLst>
            </p:cNvPr>
            <p:cNvSpPr/>
            <p:nvPr/>
          </p:nvSpPr>
          <p:spPr bwMode="gray">
            <a:xfrm>
              <a:off x="8407690" y="4683600"/>
              <a:ext cx="843722" cy="455060"/>
            </a:xfrm>
            <a:prstGeom prst="rect">
              <a:avLst/>
            </a:prstGeom>
            <a:noFill/>
            <a:ln w="3175" algn="ctr">
              <a:noFill/>
              <a:miter lim="800000"/>
              <a:headEnd/>
              <a:tailEnd/>
            </a:ln>
          </p:spPr>
          <p:txBody>
            <a:bodyPr lIns="0" tIns="0" rIns="0" bIns="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US" sz="1100" b="1" i="0" u="none" strike="noStrike" kern="0" cap="none" spc="0" normalizeH="0" baseline="0" noProof="0">
                  <a:ln>
                    <a:noFill/>
                  </a:ln>
                  <a:solidFill>
                    <a:srgbClr val="000000"/>
                  </a:solidFill>
                  <a:effectLst/>
                  <a:uLnTx/>
                  <a:uFillTx/>
                  <a:latin typeface="72 Brand"/>
                  <a:ea typeface="72 Brand" pitchFamily="34" charset="-128"/>
                  <a:cs typeface="72 Brand" pitchFamily="34" charset="-128"/>
                </a:rPr>
                <a:t>Execute</a:t>
              </a:r>
            </a:p>
          </p:txBody>
        </p:sp>
      </p:grpSp>
      <p:grpSp>
        <p:nvGrpSpPr>
          <p:cNvPr id="124" name="Group 123">
            <a:extLst>
              <a:ext uri="{FF2B5EF4-FFF2-40B4-BE49-F238E27FC236}">
                <a16:creationId xmlns:a16="http://schemas.microsoft.com/office/drawing/2014/main" id="{C7944FD5-DF36-6551-7B14-4DD4662189BD}"/>
              </a:ext>
            </a:extLst>
          </p:cNvPr>
          <p:cNvGrpSpPr/>
          <p:nvPr/>
        </p:nvGrpSpPr>
        <p:grpSpPr>
          <a:xfrm>
            <a:off x="5597644" y="5146477"/>
            <a:ext cx="1024128" cy="1024128"/>
            <a:chOff x="8317487" y="4164344"/>
            <a:chExt cx="1024128" cy="1024128"/>
          </a:xfrm>
        </p:grpSpPr>
        <p:sp>
          <p:nvSpPr>
            <p:cNvPr id="125" name="Oval 124">
              <a:extLst>
                <a:ext uri="{FF2B5EF4-FFF2-40B4-BE49-F238E27FC236}">
                  <a16:creationId xmlns:a16="http://schemas.microsoft.com/office/drawing/2014/main" id="{2AD9194A-332F-544C-248C-5C53098F4626}"/>
                </a:ext>
              </a:extLst>
            </p:cNvPr>
            <p:cNvSpPr/>
            <p:nvPr/>
          </p:nvSpPr>
          <p:spPr bwMode="gray">
            <a:xfrm>
              <a:off x="8317487" y="4164344"/>
              <a:ext cx="1024128" cy="1024128"/>
            </a:xfrm>
            <a:prstGeom prst="ellipse">
              <a:avLst/>
            </a:prstGeom>
            <a:solidFill>
              <a:srgbClr val="E4DEFF"/>
            </a:solidFill>
            <a:ln w="635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126" name="Graphic 43">
              <a:extLst>
                <a:ext uri="{FF2B5EF4-FFF2-40B4-BE49-F238E27FC236}">
                  <a16:creationId xmlns:a16="http://schemas.microsoft.com/office/drawing/2014/main" id="{E41FB870-2E5B-A691-3B1E-250F4553904F}"/>
                </a:ext>
              </a:extLst>
            </p:cNvPr>
            <p:cNvPicPr>
              <a:picLocks noChangeAspect="1"/>
            </p:cNvPicPr>
            <p:nvPr/>
          </p:nvPicPr>
          <p:blipFill>
            <a:blip>
              <a:extLst>
                <a:ext uri="{96DAC541-7B7A-43D3-8B79-37D633B846F1}">
                  <asvg:svgBlip xmlns:asvg="http://schemas.microsoft.com/office/drawing/2016/SVG/main" r:embed="rId15"/>
                </a:ext>
              </a:extLst>
            </a:blip>
            <a:srcRect/>
            <a:stretch/>
          </p:blipFill>
          <p:spPr>
            <a:xfrm>
              <a:off x="8627387" y="4373491"/>
              <a:ext cx="404328" cy="404323"/>
            </a:xfrm>
            <a:prstGeom prst="rect">
              <a:avLst/>
            </a:prstGeom>
            <a:effectLst/>
          </p:spPr>
        </p:pic>
        <p:sp>
          <p:nvSpPr>
            <p:cNvPr id="127" name="Rectangle 126">
              <a:extLst>
                <a:ext uri="{FF2B5EF4-FFF2-40B4-BE49-F238E27FC236}">
                  <a16:creationId xmlns:a16="http://schemas.microsoft.com/office/drawing/2014/main" id="{C212A4E2-53C0-4802-0A13-C5F2E6D0E3D5}"/>
                </a:ext>
              </a:extLst>
            </p:cNvPr>
            <p:cNvSpPr/>
            <p:nvPr/>
          </p:nvSpPr>
          <p:spPr bwMode="gray">
            <a:xfrm>
              <a:off x="8407690" y="4683600"/>
              <a:ext cx="843722" cy="455060"/>
            </a:xfrm>
            <a:prstGeom prst="rect">
              <a:avLst/>
            </a:prstGeom>
            <a:noFill/>
            <a:ln w="3175" algn="ctr">
              <a:noFill/>
              <a:miter lim="800000"/>
              <a:headEnd/>
              <a:tailEnd/>
            </a:ln>
          </p:spPr>
          <p:txBody>
            <a:bodyPr lIns="0" tIns="0" rIns="0" bIns="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US" sz="1100" b="1" i="0" u="none" strike="noStrike" kern="0" cap="none" spc="0" normalizeH="0" baseline="0" noProof="0">
                  <a:ln>
                    <a:noFill/>
                  </a:ln>
                  <a:solidFill>
                    <a:srgbClr val="000000"/>
                  </a:solidFill>
                  <a:effectLst/>
                  <a:uLnTx/>
                  <a:uFillTx/>
                  <a:latin typeface="72 Brand"/>
                  <a:ea typeface="72 Brand" pitchFamily="34" charset="-128"/>
                  <a:cs typeface="72 Brand" pitchFamily="34" charset="-128"/>
                </a:rPr>
                <a:t>Execute</a:t>
              </a:r>
            </a:p>
          </p:txBody>
        </p:sp>
      </p:grpSp>
      <p:grpSp>
        <p:nvGrpSpPr>
          <p:cNvPr id="128" name="Group 127">
            <a:extLst>
              <a:ext uri="{FF2B5EF4-FFF2-40B4-BE49-F238E27FC236}">
                <a16:creationId xmlns:a16="http://schemas.microsoft.com/office/drawing/2014/main" id="{30ECDB79-50D4-7FB9-A80D-B6A0CBB68EDB}"/>
              </a:ext>
            </a:extLst>
          </p:cNvPr>
          <p:cNvGrpSpPr/>
          <p:nvPr/>
        </p:nvGrpSpPr>
        <p:grpSpPr>
          <a:xfrm>
            <a:off x="8091618" y="4758403"/>
            <a:ext cx="1024128" cy="1024128"/>
            <a:chOff x="8317487" y="4164344"/>
            <a:chExt cx="1024128" cy="1024128"/>
          </a:xfrm>
        </p:grpSpPr>
        <p:sp>
          <p:nvSpPr>
            <p:cNvPr id="129" name="Oval 128">
              <a:extLst>
                <a:ext uri="{FF2B5EF4-FFF2-40B4-BE49-F238E27FC236}">
                  <a16:creationId xmlns:a16="http://schemas.microsoft.com/office/drawing/2014/main" id="{B6144EC9-29FE-861D-B52D-C5B620707B42}"/>
                </a:ext>
              </a:extLst>
            </p:cNvPr>
            <p:cNvSpPr/>
            <p:nvPr/>
          </p:nvSpPr>
          <p:spPr bwMode="gray">
            <a:xfrm>
              <a:off x="8317487" y="4164344"/>
              <a:ext cx="1024128" cy="1024128"/>
            </a:xfrm>
            <a:prstGeom prst="ellipse">
              <a:avLst/>
            </a:prstGeom>
            <a:solidFill>
              <a:srgbClr val="E4DEFF"/>
            </a:solidFill>
            <a:ln w="635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130" name="Graphic 43">
              <a:extLst>
                <a:ext uri="{FF2B5EF4-FFF2-40B4-BE49-F238E27FC236}">
                  <a16:creationId xmlns:a16="http://schemas.microsoft.com/office/drawing/2014/main" id="{95653C55-58D7-DB2F-2753-EF62711378AD}"/>
                </a:ext>
              </a:extLst>
            </p:cNvPr>
            <p:cNvPicPr>
              <a:picLocks noChangeAspect="1"/>
            </p:cNvPicPr>
            <p:nvPr/>
          </p:nvPicPr>
          <p:blipFill>
            <a:blip>
              <a:extLst>
                <a:ext uri="{96DAC541-7B7A-43D3-8B79-37D633B846F1}">
                  <asvg:svgBlip xmlns:asvg="http://schemas.microsoft.com/office/drawing/2016/SVG/main" r:embed="rId15"/>
                </a:ext>
              </a:extLst>
            </a:blip>
            <a:srcRect/>
            <a:stretch/>
          </p:blipFill>
          <p:spPr>
            <a:xfrm>
              <a:off x="8627387" y="4373491"/>
              <a:ext cx="404328" cy="404323"/>
            </a:xfrm>
            <a:prstGeom prst="rect">
              <a:avLst/>
            </a:prstGeom>
            <a:effectLst/>
          </p:spPr>
        </p:pic>
        <p:sp>
          <p:nvSpPr>
            <p:cNvPr id="131" name="Rectangle 130">
              <a:extLst>
                <a:ext uri="{FF2B5EF4-FFF2-40B4-BE49-F238E27FC236}">
                  <a16:creationId xmlns:a16="http://schemas.microsoft.com/office/drawing/2014/main" id="{C7CCB486-8AE8-FDC9-018A-3D9611A1603B}"/>
                </a:ext>
              </a:extLst>
            </p:cNvPr>
            <p:cNvSpPr/>
            <p:nvPr/>
          </p:nvSpPr>
          <p:spPr bwMode="gray">
            <a:xfrm>
              <a:off x="8407690" y="4683600"/>
              <a:ext cx="843722" cy="455060"/>
            </a:xfrm>
            <a:prstGeom prst="rect">
              <a:avLst/>
            </a:prstGeom>
            <a:noFill/>
            <a:ln w="3175" algn="ctr">
              <a:noFill/>
              <a:miter lim="800000"/>
              <a:headEnd/>
              <a:tailEnd/>
            </a:ln>
          </p:spPr>
          <p:txBody>
            <a:bodyPr lIns="0" tIns="0" rIns="0" bIns="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US" sz="1100" b="1" i="0" u="none" strike="noStrike" kern="0" cap="none" spc="0" normalizeH="0" baseline="0" noProof="0">
                  <a:ln>
                    <a:noFill/>
                  </a:ln>
                  <a:solidFill>
                    <a:srgbClr val="000000"/>
                  </a:solidFill>
                  <a:effectLst/>
                  <a:uLnTx/>
                  <a:uFillTx/>
                  <a:latin typeface="72 Brand"/>
                  <a:ea typeface="72 Brand" pitchFamily="34" charset="-128"/>
                  <a:cs typeface="72 Brand" pitchFamily="34" charset="-128"/>
                </a:rPr>
                <a:t>Execute</a:t>
              </a:r>
            </a:p>
          </p:txBody>
        </p:sp>
      </p:grpSp>
      <p:grpSp>
        <p:nvGrpSpPr>
          <p:cNvPr id="132" name="Group 131">
            <a:extLst>
              <a:ext uri="{FF2B5EF4-FFF2-40B4-BE49-F238E27FC236}">
                <a16:creationId xmlns:a16="http://schemas.microsoft.com/office/drawing/2014/main" id="{64DE54CF-84AA-588C-407F-7F7A9E75F3DC}"/>
              </a:ext>
            </a:extLst>
          </p:cNvPr>
          <p:cNvGrpSpPr/>
          <p:nvPr/>
        </p:nvGrpSpPr>
        <p:grpSpPr>
          <a:xfrm>
            <a:off x="8012686" y="1499501"/>
            <a:ext cx="1024128" cy="1024128"/>
            <a:chOff x="8317487" y="4164344"/>
            <a:chExt cx="1024128" cy="1024128"/>
          </a:xfrm>
        </p:grpSpPr>
        <p:sp>
          <p:nvSpPr>
            <p:cNvPr id="133" name="Oval 132">
              <a:extLst>
                <a:ext uri="{FF2B5EF4-FFF2-40B4-BE49-F238E27FC236}">
                  <a16:creationId xmlns:a16="http://schemas.microsoft.com/office/drawing/2014/main" id="{3BAADD0F-3ACC-117D-6E70-C4A4609B213A}"/>
                </a:ext>
              </a:extLst>
            </p:cNvPr>
            <p:cNvSpPr/>
            <p:nvPr/>
          </p:nvSpPr>
          <p:spPr bwMode="gray">
            <a:xfrm>
              <a:off x="8317487" y="4164344"/>
              <a:ext cx="1024128" cy="1024128"/>
            </a:xfrm>
            <a:prstGeom prst="ellipse">
              <a:avLst/>
            </a:prstGeom>
            <a:solidFill>
              <a:srgbClr val="E4DEFF"/>
            </a:solidFill>
            <a:ln w="635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134" name="Graphic 43">
              <a:extLst>
                <a:ext uri="{FF2B5EF4-FFF2-40B4-BE49-F238E27FC236}">
                  <a16:creationId xmlns:a16="http://schemas.microsoft.com/office/drawing/2014/main" id="{379E01F8-CA9C-177D-0574-B125200FA510}"/>
                </a:ext>
              </a:extLst>
            </p:cNvPr>
            <p:cNvPicPr>
              <a:picLocks noChangeAspect="1"/>
            </p:cNvPicPr>
            <p:nvPr/>
          </p:nvPicPr>
          <p:blipFill>
            <a:blip>
              <a:extLst>
                <a:ext uri="{96DAC541-7B7A-43D3-8B79-37D633B846F1}">
                  <asvg:svgBlip xmlns:asvg="http://schemas.microsoft.com/office/drawing/2016/SVG/main" r:embed="rId15"/>
                </a:ext>
              </a:extLst>
            </a:blip>
            <a:srcRect/>
            <a:stretch/>
          </p:blipFill>
          <p:spPr>
            <a:xfrm>
              <a:off x="8627387" y="4373491"/>
              <a:ext cx="404328" cy="404323"/>
            </a:xfrm>
            <a:prstGeom prst="rect">
              <a:avLst/>
            </a:prstGeom>
            <a:effectLst/>
          </p:spPr>
        </p:pic>
        <p:sp>
          <p:nvSpPr>
            <p:cNvPr id="135" name="Rectangle 134">
              <a:extLst>
                <a:ext uri="{FF2B5EF4-FFF2-40B4-BE49-F238E27FC236}">
                  <a16:creationId xmlns:a16="http://schemas.microsoft.com/office/drawing/2014/main" id="{A47ABB5C-35C2-CD86-580F-68D3BA2A908A}"/>
                </a:ext>
              </a:extLst>
            </p:cNvPr>
            <p:cNvSpPr/>
            <p:nvPr/>
          </p:nvSpPr>
          <p:spPr bwMode="gray">
            <a:xfrm>
              <a:off x="8407690" y="4683600"/>
              <a:ext cx="843722" cy="455060"/>
            </a:xfrm>
            <a:prstGeom prst="rect">
              <a:avLst/>
            </a:prstGeom>
            <a:noFill/>
            <a:ln w="3175" algn="ctr">
              <a:noFill/>
              <a:miter lim="800000"/>
              <a:headEnd/>
              <a:tailEnd/>
            </a:ln>
          </p:spPr>
          <p:txBody>
            <a:bodyPr lIns="0" tIns="0" rIns="0" bIns="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US" sz="1100" b="1" i="0" u="none" strike="noStrike" kern="0" cap="none" spc="0" normalizeH="0" baseline="0" noProof="0">
                  <a:ln>
                    <a:noFill/>
                  </a:ln>
                  <a:solidFill>
                    <a:srgbClr val="000000"/>
                  </a:solidFill>
                  <a:effectLst/>
                  <a:uLnTx/>
                  <a:uFillTx/>
                  <a:latin typeface="72 Brand"/>
                  <a:ea typeface="72 Brand" pitchFamily="34" charset="-128"/>
                  <a:cs typeface="72 Brand" pitchFamily="34" charset="-128"/>
                </a:rPr>
                <a:t>Execute</a:t>
              </a:r>
            </a:p>
          </p:txBody>
        </p:sp>
      </p:grpSp>
      <p:grpSp>
        <p:nvGrpSpPr>
          <p:cNvPr id="136" name="Group 135">
            <a:extLst>
              <a:ext uri="{FF2B5EF4-FFF2-40B4-BE49-F238E27FC236}">
                <a16:creationId xmlns:a16="http://schemas.microsoft.com/office/drawing/2014/main" id="{4BE2F327-3874-6722-A3DB-B94ACF1DABCD}"/>
              </a:ext>
            </a:extLst>
          </p:cNvPr>
          <p:cNvGrpSpPr/>
          <p:nvPr/>
        </p:nvGrpSpPr>
        <p:grpSpPr>
          <a:xfrm>
            <a:off x="4558217" y="4460009"/>
            <a:ext cx="1024128" cy="1024128"/>
            <a:chOff x="8339335" y="2116077"/>
            <a:chExt cx="1024128" cy="1024128"/>
          </a:xfrm>
        </p:grpSpPr>
        <p:grpSp>
          <p:nvGrpSpPr>
            <p:cNvPr id="137" name="Group 136">
              <a:extLst>
                <a:ext uri="{FF2B5EF4-FFF2-40B4-BE49-F238E27FC236}">
                  <a16:creationId xmlns:a16="http://schemas.microsoft.com/office/drawing/2014/main" id="{C3440542-C47E-F2B2-DD73-F63EAAC1A526}"/>
                </a:ext>
              </a:extLst>
            </p:cNvPr>
            <p:cNvGrpSpPr/>
            <p:nvPr/>
          </p:nvGrpSpPr>
          <p:grpSpPr>
            <a:xfrm>
              <a:off x="8339335" y="2116077"/>
              <a:ext cx="1024128" cy="1024128"/>
              <a:chOff x="8339335" y="2116077"/>
              <a:chExt cx="1024128" cy="1024128"/>
            </a:xfrm>
          </p:grpSpPr>
          <p:sp>
            <p:nvSpPr>
              <p:cNvPr id="139" name="Oval 138">
                <a:extLst>
                  <a:ext uri="{FF2B5EF4-FFF2-40B4-BE49-F238E27FC236}">
                    <a16:creationId xmlns:a16="http://schemas.microsoft.com/office/drawing/2014/main" id="{EAD74428-C9AC-5EC4-8BDA-7FBE73FEC705}"/>
                  </a:ext>
                </a:extLst>
              </p:cNvPr>
              <p:cNvSpPr/>
              <p:nvPr/>
            </p:nvSpPr>
            <p:spPr bwMode="gray">
              <a:xfrm>
                <a:off x="8339335" y="2116077"/>
                <a:ext cx="1024128" cy="1024128"/>
              </a:xfrm>
              <a:prstGeom prst="ellipse">
                <a:avLst/>
              </a:prstGeom>
              <a:solidFill>
                <a:srgbClr val="0070F2"/>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140" name="Graphic 41" descr="ID 298876 - person with checkmark at lower right">
                <a:extLst>
                  <a:ext uri="{FF2B5EF4-FFF2-40B4-BE49-F238E27FC236}">
                    <a16:creationId xmlns:a16="http://schemas.microsoft.com/office/drawing/2014/main" id="{B939B307-F574-47E0-D7FD-F0E16062C7E9}"/>
                  </a:ext>
                </a:extLst>
              </p:cNvPr>
              <p:cNvPicPr>
                <a:picLocks noChangeAspect="1"/>
              </p:cNvPicPr>
              <p:nvPr>
                <p:custDataLst>
                  <p:tags r:id="rId7"/>
                </p:custDataLst>
              </p:nvPr>
            </p:nvPicPr>
            <p:blipFill>
              <a:blip>
                <a:extLst>
                  <a:ext uri="{96DAC541-7B7A-43D3-8B79-37D633B846F1}">
                    <asvg:svgBlip xmlns:asvg="http://schemas.microsoft.com/office/drawing/2016/SVG/main" r:embed="rId14"/>
                  </a:ext>
                </a:extLst>
              </a:blip>
              <a:srcRect/>
              <a:stretch>
                <a:fillRect/>
              </a:stretch>
            </p:blipFill>
            <p:spPr>
              <a:xfrm>
                <a:off x="8619145" y="2267969"/>
                <a:ext cx="464509" cy="464264"/>
              </a:xfrm>
              <a:prstGeom prst="rect">
                <a:avLst/>
              </a:prstGeom>
            </p:spPr>
          </p:pic>
        </p:grpSp>
        <p:sp>
          <p:nvSpPr>
            <p:cNvPr id="138" name="Rectangle 137">
              <a:extLst>
                <a:ext uri="{FF2B5EF4-FFF2-40B4-BE49-F238E27FC236}">
                  <a16:creationId xmlns:a16="http://schemas.microsoft.com/office/drawing/2014/main" id="{FD5A84C5-6A8E-1DBA-12A6-9F7075C4AC84}"/>
                </a:ext>
              </a:extLst>
            </p:cNvPr>
            <p:cNvSpPr/>
            <p:nvPr/>
          </p:nvSpPr>
          <p:spPr bwMode="gray">
            <a:xfrm>
              <a:off x="8429538" y="2603025"/>
              <a:ext cx="843722" cy="455060"/>
            </a:xfrm>
            <a:prstGeom prst="rect">
              <a:avLst/>
            </a:prstGeom>
            <a:noFill/>
            <a:ln w="3175" algn="ctr">
              <a:noFill/>
              <a:miter lim="800000"/>
              <a:headEnd/>
              <a:tailEnd/>
            </a:ln>
          </p:spPr>
          <p:txBody>
            <a:bodyPr lIns="0" tIns="0" rIns="0" bIns="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US" sz="1100" b="1" i="0" u="none" strike="noStrike" kern="0" cap="none" spc="0" normalizeH="0" baseline="0" noProof="0">
                  <a:ln>
                    <a:noFill/>
                  </a:ln>
                  <a:solidFill>
                    <a:srgbClr val="FFFFFF"/>
                  </a:solidFill>
                  <a:effectLst/>
                  <a:uLnTx/>
                  <a:uFillTx/>
                  <a:latin typeface="72 Brand"/>
                  <a:ea typeface="72 Brand" pitchFamily="34" charset="-128"/>
                  <a:cs typeface="72 Brand" pitchFamily="34" charset="-128"/>
                </a:rPr>
                <a:t>Decide</a:t>
              </a:r>
            </a:p>
          </p:txBody>
        </p:sp>
      </p:grpSp>
      <p:grpSp>
        <p:nvGrpSpPr>
          <p:cNvPr id="141" name="Group 140">
            <a:extLst>
              <a:ext uri="{FF2B5EF4-FFF2-40B4-BE49-F238E27FC236}">
                <a16:creationId xmlns:a16="http://schemas.microsoft.com/office/drawing/2014/main" id="{0B673D03-7C37-C17C-0A68-E12F090D7453}"/>
              </a:ext>
            </a:extLst>
          </p:cNvPr>
          <p:cNvGrpSpPr/>
          <p:nvPr/>
        </p:nvGrpSpPr>
        <p:grpSpPr>
          <a:xfrm>
            <a:off x="9630022" y="1323318"/>
            <a:ext cx="1113142" cy="1050950"/>
            <a:chOff x="2654120" y="1389939"/>
            <a:chExt cx="1113142" cy="1050950"/>
          </a:xfrm>
        </p:grpSpPr>
        <p:sp>
          <p:nvSpPr>
            <p:cNvPr id="142" name="Oval 141">
              <a:extLst>
                <a:ext uri="{FF2B5EF4-FFF2-40B4-BE49-F238E27FC236}">
                  <a16:creationId xmlns:a16="http://schemas.microsoft.com/office/drawing/2014/main" id="{D500B52F-9A49-7B14-D94E-0C4A66669864}"/>
                </a:ext>
              </a:extLst>
            </p:cNvPr>
            <p:cNvSpPr/>
            <p:nvPr/>
          </p:nvSpPr>
          <p:spPr bwMode="gray">
            <a:xfrm>
              <a:off x="2698050" y="1415606"/>
              <a:ext cx="1025283" cy="1025283"/>
            </a:xfrm>
            <a:prstGeom prst="ellipse">
              <a:avLst/>
            </a:prstGeom>
            <a:solidFill>
              <a:srgbClr val="5134C1"/>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143" name="Graphic 142" descr="User with solid fill">
              <a:extLst>
                <a:ext uri="{FF2B5EF4-FFF2-40B4-BE49-F238E27FC236}">
                  <a16:creationId xmlns:a16="http://schemas.microsoft.com/office/drawing/2014/main" id="{79F88BAC-5626-E64A-2C7A-FAB9225832A2}"/>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2884203" y="1389939"/>
              <a:ext cx="652976" cy="652976"/>
            </a:xfrm>
            <a:prstGeom prst="rect">
              <a:avLst/>
            </a:prstGeom>
          </p:spPr>
        </p:pic>
        <p:sp>
          <p:nvSpPr>
            <p:cNvPr id="144" name="Rectangle 143">
              <a:extLst>
                <a:ext uri="{FF2B5EF4-FFF2-40B4-BE49-F238E27FC236}">
                  <a16:creationId xmlns:a16="http://schemas.microsoft.com/office/drawing/2014/main" id="{327FD45A-AAB6-AFC9-AB41-43A278E480F3}"/>
                </a:ext>
              </a:extLst>
            </p:cNvPr>
            <p:cNvSpPr/>
            <p:nvPr/>
          </p:nvSpPr>
          <p:spPr bwMode="gray">
            <a:xfrm>
              <a:off x="2654120" y="1921787"/>
              <a:ext cx="1113142" cy="455060"/>
            </a:xfrm>
            <a:prstGeom prst="rect">
              <a:avLst/>
            </a:prstGeom>
            <a:noFill/>
            <a:ln w="3175" algn="ctr">
              <a:noFill/>
              <a:miter lim="800000"/>
              <a:headEnd/>
              <a:tailEnd/>
            </a:ln>
          </p:spPr>
          <p:txBody>
            <a:bodyPr lIns="0" tIns="0" rIns="0" bIns="0" rtlCol="0" anchor="ctr"/>
            <a:lstStyle/>
            <a:p>
              <a:pPr marL="0" marR="0" lvl="0" indent="0" algn="ctr" defTabSz="914400" rtl="0" eaLnBrk="1" fontAlgn="base" latinLnBrk="0" hangingPunct="1">
                <a:lnSpc>
                  <a:spcPct val="100000"/>
                </a:lnSpc>
                <a:spcBef>
                  <a:spcPts val="0"/>
                </a:spcBef>
                <a:spcAft>
                  <a:spcPct val="0"/>
                </a:spcAft>
                <a:buClr>
                  <a:srgbClr val="F0AB00"/>
                </a:buClr>
                <a:buSzPct val="80000"/>
                <a:buFontTx/>
                <a:buNone/>
                <a:tabLst/>
                <a:defRPr/>
              </a:pPr>
              <a:r>
                <a:rPr kumimoji="0" lang="en-US" sz="1000" b="1" i="0" u="none" strike="noStrike" kern="0" cap="none" spc="0" normalizeH="0" baseline="0" noProof="0">
                  <a:ln>
                    <a:noFill/>
                  </a:ln>
                  <a:solidFill>
                    <a:srgbClr val="FFFFFF"/>
                  </a:solidFill>
                  <a:effectLst/>
                  <a:uLnTx/>
                  <a:uFillTx/>
                  <a:latin typeface="72 Brand"/>
                  <a:ea typeface="72 Brand" pitchFamily="34" charset="-128"/>
                  <a:cs typeface="72 Brand" pitchFamily="34" charset="-128"/>
                </a:rPr>
                <a:t>Financial </a:t>
              </a:r>
            </a:p>
            <a:p>
              <a:pPr marL="0" marR="0" lvl="0" indent="0" algn="ctr" defTabSz="914400" rtl="0" eaLnBrk="1" fontAlgn="base" latinLnBrk="0" hangingPunct="1">
                <a:lnSpc>
                  <a:spcPct val="100000"/>
                </a:lnSpc>
                <a:spcBef>
                  <a:spcPts val="0"/>
                </a:spcBef>
                <a:spcAft>
                  <a:spcPct val="0"/>
                </a:spcAft>
                <a:buClr>
                  <a:srgbClr val="F0AB00"/>
                </a:buClr>
                <a:buSzPct val="80000"/>
                <a:buFontTx/>
                <a:buNone/>
                <a:tabLst/>
                <a:defRPr/>
              </a:pPr>
              <a:r>
                <a:rPr kumimoji="0" lang="en-US" sz="1000" b="1" i="0" u="none" strike="noStrike" kern="0" cap="none" spc="0" normalizeH="0" baseline="0" noProof="0">
                  <a:ln>
                    <a:noFill/>
                  </a:ln>
                  <a:solidFill>
                    <a:srgbClr val="FFFFFF"/>
                  </a:solidFill>
                  <a:effectLst/>
                  <a:uLnTx/>
                  <a:uFillTx/>
                  <a:latin typeface="72 Brand"/>
                  <a:ea typeface="72 Brand" pitchFamily="34" charset="-128"/>
                  <a:cs typeface="72 Brand" pitchFamily="34" charset="-128"/>
                </a:rPr>
                <a:t>Analyst</a:t>
              </a:r>
            </a:p>
          </p:txBody>
        </p:sp>
      </p:grpSp>
      <p:grpSp>
        <p:nvGrpSpPr>
          <p:cNvPr id="145" name="Group 144">
            <a:extLst>
              <a:ext uri="{FF2B5EF4-FFF2-40B4-BE49-F238E27FC236}">
                <a16:creationId xmlns:a16="http://schemas.microsoft.com/office/drawing/2014/main" id="{3031A9D3-8A46-35DA-423C-86564338BA01}"/>
              </a:ext>
            </a:extLst>
          </p:cNvPr>
          <p:cNvGrpSpPr/>
          <p:nvPr/>
        </p:nvGrpSpPr>
        <p:grpSpPr>
          <a:xfrm>
            <a:off x="8050053" y="3502177"/>
            <a:ext cx="1024128" cy="1024128"/>
            <a:chOff x="8339335" y="2116077"/>
            <a:chExt cx="1024128" cy="1024128"/>
          </a:xfrm>
        </p:grpSpPr>
        <p:grpSp>
          <p:nvGrpSpPr>
            <p:cNvPr id="146" name="Group 145">
              <a:extLst>
                <a:ext uri="{FF2B5EF4-FFF2-40B4-BE49-F238E27FC236}">
                  <a16:creationId xmlns:a16="http://schemas.microsoft.com/office/drawing/2014/main" id="{7882ED11-130C-4EC5-5C5A-352687548506}"/>
                </a:ext>
              </a:extLst>
            </p:cNvPr>
            <p:cNvGrpSpPr/>
            <p:nvPr/>
          </p:nvGrpSpPr>
          <p:grpSpPr>
            <a:xfrm>
              <a:off x="8339335" y="2116077"/>
              <a:ext cx="1024128" cy="1024128"/>
              <a:chOff x="8339335" y="2116077"/>
              <a:chExt cx="1024128" cy="1024128"/>
            </a:xfrm>
          </p:grpSpPr>
          <p:sp>
            <p:nvSpPr>
              <p:cNvPr id="148" name="Oval 147">
                <a:extLst>
                  <a:ext uri="{FF2B5EF4-FFF2-40B4-BE49-F238E27FC236}">
                    <a16:creationId xmlns:a16="http://schemas.microsoft.com/office/drawing/2014/main" id="{2026681D-74BF-E558-0DCD-8BEB9AACBF93}"/>
                  </a:ext>
                </a:extLst>
              </p:cNvPr>
              <p:cNvSpPr/>
              <p:nvPr/>
            </p:nvSpPr>
            <p:spPr bwMode="gray">
              <a:xfrm>
                <a:off x="8339335" y="2116077"/>
                <a:ext cx="1024128" cy="1024128"/>
              </a:xfrm>
              <a:prstGeom prst="ellipse">
                <a:avLst/>
              </a:prstGeom>
              <a:solidFill>
                <a:srgbClr val="0070F2"/>
              </a:solidFill>
              <a:ln w="25400" algn="ctr">
                <a:noFill/>
                <a:miter lim="800000"/>
                <a:headEnd/>
                <a:tailEnd/>
              </a:ln>
            </p:spPr>
            <p:txBody>
              <a:bodyPr lIns="182880" tIns="146304" rIns="182880" bIns="146304" rtlCol="0" anchor="t"/>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2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pic>
            <p:nvPicPr>
              <p:cNvPr id="149" name="Graphic 41" descr="ID 298876 - person with checkmark at lower right">
                <a:extLst>
                  <a:ext uri="{FF2B5EF4-FFF2-40B4-BE49-F238E27FC236}">
                    <a16:creationId xmlns:a16="http://schemas.microsoft.com/office/drawing/2014/main" id="{DEE9BC20-B86F-7893-7BA8-CFC2F0B93532}"/>
                  </a:ext>
                </a:extLst>
              </p:cNvPr>
              <p:cNvPicPr>
                <a:picLocks noChangeAspect="1"/>
              </p:cNvPicPr>
              <p:nvPr>
                <p:custDataLst>
                  <p:tags r:id="rId6"/>
                </p:custDataLst>
              </p:nvPr>
            </p:nvPicPr>
            <p:blipFill>
              <a:blip>
                <a:extLst>
                  <a:ext uri="{96DAC541-7B7A-43D3-8B79-37D633B846F1}">
                    <asvg:svgBlip xmlns:asvg="http://schemas.microsoft.com/office/drawing/2016/SVG/main" r:embed="rId14"/>
                  </a:ext>
                </a:extLst>
              </a:blip>
              <a:srcRect/>
              <a:stretch>
                <a:fillRect/>
              </a:stretch>
            </p:blipFill>
            <p:spPr>
              <a:xfrm>
                <a:off x="8619145" y="2267969"/>
                <a:ext cx="464509" cy="464264"/>
              </a:xfrm>
              <a:prstGeom prst="rect">
                <a:avLst/>
              </a:prstGeom>
            </p:spPr>
          </p:pic>
        </p:grpSp>
        <p:sp>
          <p:nvSpPr>
            <p:cNvPr id="147" name="Rectangle 146">
              <a:extLst>
                <a:ext uri="{FF2B5EF4-FFF2-40B4-BE49-F238E27FC236}">
                  <a16:creationId xmlns:a16="http://schemas.microsoft.com/office/drawing/2014/main" id="{F72C6ED6-B81A-6364-E744-0693EAE7B577}"/>
                </a:ext>
              </a:extLst>
            </p:cNvPr>
            <p:cNvSpPr/>
            <p:nvPr/>
          </p:nvSpPr>
          <p:spPr bwMode="gray">
            <a:xfrm>
              <a:off x="8429538" y="2603025"/>
              <a:ext cx="843722" cy="455060"/>
            </a:xfrm>
            <a:prstGeom prst="rect">
              <a:avLst/>
            </a:prstGeom>
            <a:noFill/>
            <a:ln w="3175" algn="ctr">
              <a:noFill/>
              <a:miter lim="800000"/>
              <a:headEnd/>
              <a:tailEnd/>
            </a:ln>
          </p:spPr>
          <p:txBody>
            <a:bodyPr lIns="0" tIns="0" rIns="0" bIns="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US" sz="1100" b="1" i="0" u="none" strike="noStrike" kern="0" cap="none" spc="0" normalizeH="0" baseline="0" noProof="0">
                  <a:ln>
                    <a:noFill/>
                  </a:ln>
                  <a:solidFill>
                    <a:srgbClr val="FFFFFF"/>
                  </a:solidFill>
                  <a:effectLst/>
                  <a:uLnTx/>
                  <a:uFillTx/>
                  <a:latin typeface="72 Brand"/>
                  <a:ea typeface="72 Brand" pitchFamily="34" charset="-128"/>
                  <a:cs typeface="72 Brand" pitchFamily="34" charset="-128"/>
                </a:rPr>
                <a:t>Decide</a:t>
              </a:r>
            </a:p>
          </p:txBody>
        </p:sp>
      </p:grpSp>
      <p:pic>
        <p:nvPicPr>
          <p:cNvPr id="3" name="Group 54" descr="ID 299527 - filled rhombus">
            <a:extLst>
              <a:ext uri="{FF2B5EF4-FFF2-40B4-BE49-F238E27FC236}">
                <a16:creationId xmlns:a16="http://schemas.microsoft.com/office/drawing/2014/main" id="{0AC719F8-7B1B-448A-36E7-A3BD9FB59411}"/>
              </a:ext>
            </a:extLst>
          </p:cNvPr>
          <p:cNvPicPr>
            <a:picLocks noChangeAspect="1"/>
          </p:cNvPicPr>
          <p:nvPr>
            <p:custDataLst>
              <p:tags r:id="rId1"/>
            </p:custDataLst>
          </p:nvPr>
        </p:nvPicPr>
        <p:blipFill>
          <a:blip>
            <a:extLst>
              <a:ext uri="{96DAC541-7B7A-43D3-8B79-37D633B846F1}">
                <asvg:svgBlip xmlns:asvg="http://schemas.microsoft.com/office/drawing/2016/SVG/main" r:embed="rId17"/>
              </a:ext>
            </a:extLst>
          </a:blip>
          <a:srcRect t="2794" b="2794"/>
          <a:stretch>
            <a:fillRect/>
          </a:stretch>
        </p:blipFill>
        <p:spPr>
          <a:xfrm>
            <a:off x="3700647" y="6421551"/>
            <a:ext cx="182880" cy="172663"/>
          </a:xfrm>
          <a:prstGeom prst="rect">
            <a:avLst/>
          </a:prstGeom>
        </p:spPr>
      </p:pic>
      <p:sp>
        <p:nvSpPr>
          <p:cNvPr id="6" name="TextBox 5">
            <a:extLst>
              <a:ext uri="{FF2B5EF4-FFF2-40B4-BE49-F238E27FC236}">
                <a16:creationId xmlns:a16="http://schemas.microsoft.com/office/drawing/2014/main" id="{9005AD07-71E6-51F6-4330-AEBB8017192C}"/>
              </a:ext>
            </a:extLst>
          </p:cNvPr>
          <p:cNvSpPr txBox="1"/>
          <p:nvPr/>
        </p:nvSpPr>
        <p:spPr>
          <a:xfrm>
            <a:off x="3878254" y="6326097"/>
            <a:ext cx="2043146" cy="461665"/>
          </a:xfrm>
          <a:prstGeom prst="rect">
            <a:avLst/>
          </a:prstGeom>
          <a:noFill/>
        </p:spPr>
        <p:txBody>
          <a:bodyPr wrap="square">
            <a:spAutoFit/>
          </a:bodyPr>
          <a:lstStyle/>
          <a:p>
            <a:pPr marL="0" marR="0" lvl="0" indent="0" algn="l" defTabSz="108877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Only Available with SAP</a:t>
            </a:r>
            <a:br>
              <a:rPr kumimoji="0" lang="en-US" sz="800" b="0" i="0" u="none" strike="noStrike" kern="1200" cap="none" spc="0" normalizeH="0" baseline="0" noProof="0">
                <a:ln>
                  <a:noFill/>
                </a:ln>
                <a:solidFill>
                  <a:srgbClr val="000000"/>
                </a:solidFill>
                <a:effectLst/>
                <a:uLnTx/>
                <a:uFillTx/>
                <a:latin typeface="Arial"/>
                <a:ea typeface="+mn-ea"/>
                <a:cs typeface="+mn-cs"/>
              </a:rPr>
            </a:br>
            <a:r>
              <a:rPr kumimoji="0" lang="en-US" sz="800" b="0" i="0" u="none" strike="noStrike" kern="1200" cap="none" spc="0" normalizeH="0" baseline="0" noProof="0">
                <a:ln>
                  <a:noFill/>
                </a:ln>
                <a:solidFill>
                  <a:srgbClr val="000000"/>
                </a:solidFill>
                <a:effectLst/>
                <a:uLnTx/>
                <a:uFillTx/>
                <a:latin typeface="Arial"/>
                <a:ea typeface="+mn-ea"/>
                <a:cs typeface="+mn-cs"/>
              </a:rPr>
              <a:t>-Real-time interoperability with the Financial Statement  Review Booklet</a:t>
            </a:r>
            <a:endParaRPr kumimoji="0" lang="en-US" sz="1050" b="0" i="0" u="none" strike="noStrike" kern="1200" cap="none" spc="0" normalizeH="0" baseline="0" noProof="0">
              <a:ln>
                <a:noFill/>
              </a:ln>
              <a:solidFill>
                <a:srgbClr val="000000"/>
              </a:solidFill>
              <a:effectLst/>
              <a:uLnTx/>
              <a:uFillTx/>
              <a:latin typeface="Arial"/>
              <a:ea typeface="+mn-ea"/>
              <a:cs typeface="+mn-cs"/>
            </a:endParaRPr>
          </a:p>
        </p:txBody>
      </p:sp>
      <p:pic>
        <p:nvPicPr>
          <p:cNvPr id="8" name="Group 54" descr="ID 299527 - filled rhombus">
            <a:extLst>
              <a:ext uri="{FF2B5EF4-FFF2-40B4-BE49-F238E27FC236}">
                <a16:creationId xmlns:a16="http://schemas.microsoft.com/office/drawing/2014/main" id="{9E1389E8-F27D-A1DD-98E0-565B0E6A5FAE}"/>
              </a:ext>
            </a:extLst>
          </p:cNvPr>
          <p:cNvPicPr>
            <a:picLocks noChangeAspect="1"/>
          </p:cNvPicPr>
          <p:nvPr>
            <p:custDataLst>
              <p:tags r:id="rId2"/>
            </p:custDataLst>
          </p:nvPr>
        </p:nvPicPr>
        <p:blipFill>
          <a:blip>
            <a:extLst>
              <a:ext uri="{96DAC541-7B7A-43D3-8B79-37D633B846F1}">
                <asvg:svgBlip xmlns:asvg="http://schemas.microsoft.com/office/drawing/2016/SVG/main" r:embed="rId17"/>
              </a:ext>
            </a:extLst>
          </a:blip>
          <a:srcRect t="2794" b="2794"/>
          <a:stretch>
            <a:fillRect/>
          </a:stretch>
        </p:blipFill>
        <p:spPr>
          <a:xfrm>
            <a:off x="2066623" y="5002591"/>
            <a:ext cx="182880" cy="172663"/>
          </a:xfrm>
          <a:prstGeom prst="rect">
            <a:avLst/>
          </a:prstGeom>
        </p:spPr>
      </p:pic>
      <p:pic>
        <p:nvPicPr>
          <p:cNvPr id="9" name="Group 54" descr="ID 299527 - filled rhombus">
            <a:extLst>
              <a:ext uri="{FF2B5EF4-FFF2-40B4-BE49-F238E27FC236}">
                <a16:creationId xmlns:a16="http://schemas.microsoft.com/office/drawing/2014/main" id="{9E290A0F-9E4C-B559-688D-78AA6A703CAF}"/>
              </a:ext>
            </a:extLst>
          </p:cNvPr>
          <p:cNvPicPr>
            <a:picLocks noChangeAspect="1"/>
          </p:cNvPicPr>
          <p:nvPr>
            <p:custDataLst>
              <p:tags r:id="rId3"/>
            </p:custDataLst>
          </p:nvPr>
        </p:nvPicPr>
        <p:blipFill>
          <a:blip>
            <a:extLst>
              <a:ext uri="{96DAC541-7B7A-43D3-8B79-37D633B846F1}">
                <asvg:svgBlip xmlns:asvg="http://schemas.microsoft.com/office/drawing/2016/SVG/main" r:embed="rId17"/>
              </a:ext>
            </a:extLst>
          </a:blip>
          <a:srcRect t="2794" b="2794"/>
          <a:stretch>
            <a:fillRect/>
          </a:stretch>
        </p:blipFill>
        <p:spPr>
          <a:xfrm>
            <a:off x="10802652" y="4365038"/>
            <a:ext cx="182880" cy="172663"/>
          </a:xfrm>
          <a:prstGeom prst="rect">
            <a:avLst/>
          </a:prstGeom>
        </p:spPr>
      </p:pic>
      <p:pic>
        <p:nvPicPr>
          <p:cNvPr id="11" name="Group 54" descr="ID 299527 - filled rhombus">
            <a:extLst>
              <a:ext uri="{FF2B5EF4-FFF2-40B4-BE49-F238E27FC236}">
                <a16:creationId xmlns:a16="http://schemas.microsoft.com/office/drawing/2014/main" id="{D1FA1F24-5186-2DBD-684C-FEAE1F664DC0}"/>
              </a:ext>
            </a:extLst>
          </p:cNvPr>
          <p:cNvPicPr>
            <a:picLocks noChangeAspect="1"/>
          </p:cNvPicPr>
          <p:nvPr>
            <p:custDataLst>
              <p:tags r:id="rId4"/>
            </p:custDataLst>
          </p:nvPr>
        </p:nvPicPr>
        <p:blipFill>
          <a:blip>
            <a:extLst>
              <a:ext uri="{96DAC541-7B7A-43D3-8B79-37D633B846F1}">
                <asvg:svgBlip xmlns:asvg="http://schemas.microsoft.com/office/drawing/2016/SVG/main" r:embed="rId17"/>
              </a:ext>
            </a:extLst>
          </a:blip>
          <a:srcRect t="2794" b="2794"/>
          <a:stretch>
            <a:fillRect/>
          </a:stretch>
        </p:blipFill>
        <p:spPr>
          <a:xfrm>
            <a:off x="7438245" y="4363086"/>
            <a:ext cx="182880" cy="172663"/>
          </a:xfrm>
          <a:prstGeom prst="rect">
            <a:avLst/>
          </a:prstGeom>
        </p:spPr>
      </p:pic>
      <p:pic>
        <p:nvPicPr>
          <p:cNvPr id="12" name="Group 54" descr="ID 299527 - filled rhombus">
            <a:extLst>
              <a:ext uri="{FF2B5EF4-FFF2-40B4-BE49-F238E27FC236}">
                <a16:creationId xmlns:a16="http://schemas.microsoft.com/office/drawing/2014/main" id="{D534BD1A-DEA2-F9CF-3151-782EBDDD6796}"/>
              </a:ext>
            </a:extLst>
          </p:cNvPr>
          <p:cNvPicPr>
            <a:picLocks noChangeAspect="1"/>
          </p:cNvPicPr>
          <p:nvPr>
            <p:custDataLst>
              <p:tags r:id="rId5"/>
            </p:custDataLst>
          </p:nvPr>
        </p:nvPicPr>
        <p:blipFill>
          <a:blip>
            <a:extLst>
              <a:ext uri="{96DAC541-7B7A-43D3-8B79-37D633B846F1}">
                <asvg:svgBlip xmlns:asvg="http://schemas.microsoft.com/office/drawing/2016/SVG/main" r:embed="rId17"/>
              </a:ext>
            </a:extLst>
          </a:blip>
          <a:srcRect t="2794" b="2794"/>
          <a:stretch>
            <a:fillRect/>
          </a:stretch>
        </p:blipFill>
        <p:spPr>
          <a:xfrm>
            <a:off x="5598054" y="2598713"/>
            <a:ext cx="182880" cy="172663"/>
          </a:xfrm>
          <a:prstGeom prst="rect">
            <a:avLst/>
          </a:prstGeom>
        </p:spPr>
      </p:pic>
      <p:sp>
        <p:nvSpPr>
          <p:cNvPr id="39" name="Rounded Rectangle 56">
            <a:extLst>
              <a:ext uri="{FF2B5EF4-FFF2-40B4-BE49-F238E27FC236}">
                <a16:creationId xmlns:a16="http://schemas.microsoft.com/office/drawing/2014/main" id="{612E31D6-DDDF-E286-44C0-DF0A4DC61614}"/>
              </a:ext>
            </a:extLst>
          </p:cNvPr>
          <p:cNvSpPr>
            <a:spLocks noChangeAspect="1"/>
          </p:cNvSpPr>
          <p:nvPr/>
        </p:nvSpPr>
        <p:spPr>
          <a:xfrm>
            <a:off x="10731989" y="1"/>
            <a:ext cx="1461599" cy="317029"/>
          </a:xfrm>
          <a:prstGeom prst="roundRect">
            <a:avLst>
              <a:gd name="adj" fmla="val 0"/>
            </a:avLst>
          </a:prstGeom>
          <a:gradFill flip="none" rotWithShape="1">
            <a:gsLst>
              <a:gs pos="0">
                <a:srgbClr val="8D77F9"/>
              </a:gs>
              <a:gs pos="100000">
                <a:srgbClr val="5D36FF"/>
              </a:gs>
            </a:gsLst>
            <a:lin ang="2700000" scaled="1"/>
            <a:tileRect/>
          </a:gradFill>
          <a:ln w="28575" algn="ctr">
            <a:noFill/>
            <a:miter lim="800000"/>
            <a:headEnd/>
            <a:tailEnd/>
          </a:ln>
        </p:spPr>
        <p:txBody>
          <a:bodyPr lIns="90000" tIns="72000" rIns="90000" bIns="7200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E9ECEE"/>
                </a:solidFill>
                <a:effectLst/>
                <a:uLnTx/>
                <a:uFillTx/>
                <a:latin typeface="72 Brand Medium" panose="020B0504030603020204" pitchFamily="34" charset="0"/>
                <a:ea typeface="+mn-ea"/>
                <a:cs typeface="+mn-cs"/>
              </a:rPr>
              <a:t>Labs Preview</a:t>
            </a:r>
          </a:p>
        </p:txBody>
      </p:sp>
      <p:sp>
        <p:nvSpPr>
          <p:cNvPr id="40" name="Rounded Rectangle 56">
            <a:extLst>
              <a:ext uri="{FF2B5EF4-FFF2-40B4-BE49-F238E27FC236}">
                <a16:creationId xmlns:a16="http://schemas.microsoft.com/office/drawing/2014/main" id="{B9F31019-F267-7EE7-F042-D9C102D919FF}"/>
              </a:ext>
            </a:extLst>
          </p:cNvPr>
          <p:cNvSpPr>
            <a:spLocks noChangeAspect="1"/>
          </p:cNvSpPr>
          <p:nvPr/>
        </p:nvSpPr>
        <p:spPr>
          <a:xfrm>
            <a:off x="10733576" y="342128"/>
            <a:ext cx="1461599" cy="317029"/>
          </a:xfrm>
          <a:prstGeom prst="roundRect">
            <a:avLst>
              <a:gd name="adj" fmla="val 0"/>
            </a:avLst>
          </a:prstGeom>
          <a:solidFill>
            <a:srgbClr val="1B90FF"/>
          </a:solidFill>
          <a:ln w="28575" algn="ctr">
            <a:noFill/>
            <a:miter lim="800000"/>
            <a:headEnd/>
            <a:tailEnd/>
          </a:ln>
        </p:spPr>
        <p:txBody>
          <a:bodyPr lIns="90000" tIns="72000" rIns="90000" bIns="72000"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E9ECEE"/>
                </a:solidFill>
                <a:effectLst/>
                <a:uLnTx/>
                <a:uFillTx/>
                <a:latin typeface="72 Brand Medium" panose="020B0504030603020204" pitchFamily="34" charset="0"/>
                <a:ea typeface="+mn-ea"/>
                <a:cs typeface="+mn-cs"/>
              </a:rPr>
              <a:t>Public &amp; Private Cloud</a:t>
            </a:r>
          </a:p>
        </p:txBody>
      </p:sp>
    </p:spTree>
    <p:extLst>
      <p:ext uri="{BB962C8B-B14F-4D97-AF65-F5344CB8AC3E}">
        <p14:creationId xmlns:p14="http://schemas.microsoft.com/office/powerpoint/2010/main" val="24135422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D7456-F632-8B65-31B0-40156E8301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138B72-955F-3EFE-7AD4-DDEFD6B816DC}"/>
              </a:ext>
            </a:extLst>
          </p:cNvPr>
          <p:cNvSpPr txBox="1">
            <a:spLocks/>
          </p:cNvSpPr>
          <p:nvPr/>
        </p:nvSpPr>
        <p:spPr>
          <a:xfrm>
            <a:off x="11568187" y="6510874"/>
            <a:ext cx="320601" cy="83100"/>
          </a:xfrm>
          <a:prstGeom prst="rect">
            <a:avLst/>
          </a:prstGeom>
          <a:noFill/>
        </p:spPr>
        <p:txBody>
          <a:bodyPr vert="horz" wrap="none" lIns="0" tIns="0" rIns="0" bIns="0" rtlCol="0" anchor="t">
            <a:spAutoFit/>
          </a:bodyPr>
          <a:lstStyle>
            <a:lvl1pPr algn="l" defTabSz="931863" rtl="0" eaLnBrk="1" fontAlgn="base" hangingPunct="1">
              <a:spcBef>
                <a:spcPct val="0"/>
              </a:spcBef>
              <a:spcAft>
                <a:spcPct val="0"/>
              </a:spcAft>
              <a:defRPr lang="en-US" sz="3600" b="1" kern="1200" spc="-50" dirty="0">
                <a:ln w="3175">
                  <a:noFill/>
                </a:ln>
                <a:solidFill>
                  <a:schemeClr val="tx1"/>
                </a:solidFill>
                <a:latin typeface="Arial" panose="020B0604020202020204" pitchFamily="34" charset="0"/>
                <a:ea typeface="+mn-ea"/>
                <a:cs typeface="Arial" panose="020B0604020202020204" pitchFamily="34" charset="0"/>
              </a:defRPr>
            </a:lvl1pPr>
            <a:lvl2pPr algn="l" defTabSz="931863" rtl="0" eaLnBrk="1" fontAlgn="base" hangingPunct="1">
              <a:spcBef>
                <a:spcPct val="0"/>
              </a:spcBef>
              <a:spcAft>
                <a:spcPct val="0"/>
              </a:spcAft>
              <a:defRPr sz="3600" b="1">
                <a:solidFill>
                  <a:schemeClr val="tx1"/>
                </a:solidFill>
                <a:latin typeface="Arial" panose="020B0604020202020204" pitchFamily="34" charset="0"/>
                <a:cs typeface="Arial" panose="020B0604020202020204" pitchFamily="34" charset="0"/>
              </a:defRPr>
            </a:lvl2pPr>
            <a:lvl3pPr algn="l" defTabSz="931863" rtl="0" eaLnBrk="1" fontAlgn="base" hangingPunct="1">
              <a:spcBef>
                <a:spcPct val="0"/>
              </a:spcBef>
              <a:spcAft>
                <a:spcPct val="0"/>
              </a:spcAft>
              <a:defRPr sz="3600" b="1">
                <a:solidFill>
                  <a:schemeClr val="tx1"/>
                </a:solidFill>
                <a:latin typeface="Arial" panose="020B0604020202020204" pitchFamily="34" charset="0"/>
                <a:cs typeface="Arial" panose="020B0604020202020204" pitchFamily="34" charset="0"/>
              </a:defRPr>
            </a:lvl3pPr>
            <a:lvl4pPr algn="l" defTabSz="931863" rtl="0" eaLnBrk="1" fontAlgn="base" hangingPunct="1">
              <a:spcBef>
                <a:spcPct val="0"/>
              </a:spcBef>
              <a:spcAft>
                <a:spcPct val="0"/>
              </a:spcAft>
              <a:defRPr sz="3600" b="1">
                <a:solidFill>
                  <a:schemeClr val="tx1"/>
                </a:solidFill>
                <a:latin typeface="Arial" panose="020B0604020202020204" pitchFamily="34" charset="0"/>
                <a:cs typeface="Arial" panose="020B0604020202020204" pitchFamily="34" charset="0"/>
              </a:defRPr>
            </a:lvl4pPr>
            <a:lvl5pPr algn="l" defTabSz="931863" rtl="0" eaLnBrk="1" fontAlgn="base" hangingPunct="1">
              <a:spcBef>
                <a:spcPct val="0"/>
              </a:spcBef>
              <a:spcAft>
                <a:spcPct val="0"/>
              </a:spcAft>
              <a:defRPr sz="3600" b="1">
                <a:solidFill>
                  <a:schemeClr val="tx1"/>
                </a:solidFill>
                <a:latin typeface="Arial" panose="020B0604020202020204" pitchFamily="34" charset="0"/>
                <a:cs typeface="Arial" panose="020B0604020202020204" pitchFamily="34" charset="0"/>
              </a:defRPr>
            </a:lvl5pPr>
            <a:lvl6pPr marL="457200" algn="l" defTabSz="931863" rtl="0" eaLnBrk="1" fontAlgn="base" hangingPunct="1">
              <a:spcBef>
                <a:spcPct val="0"/>
              </a:spcBef>
              <a:spcAft>
                <a:spcPct val="0"/>
              </a:spcAft>
              <a:defRPr sz="3600" b="1">
                <a:solidFill>
                  <a:schemeClr val="tx1"/>
                </a:solidFill>
                <a:latin typeface="Arial" panose="020B0604020202020204" pitchFamily="34" charset="0"/>
                <a:cs typeface="Arial" panose="020B0604020202020204" pitchFamily="34" charset="0"/>
              </a:defRPr>
            </a:lvl6pPr>
            <a:lvl7pPr marL="914400" algn="l" defTabSz="931863" rtl="0" eaLnBrk="1" fontAlgn="base" hangingPunct="1">
              <a:spcBef>
                <a:spcPct val="0"/>
              </a:spcBef>
              <a:spcAft>
                <a:spcPct val="0"/>
              </a:spcAft>
              <a:defRPr sz="3600" b="1">
                <a:solidFill>
                  <a:schemeClr val="tx1"/>
                </a:solidFill>
                <a:latin typeface="Arial" panose="020B0604020202020204" pitchFamily="34" charset="0"/>
                <a:cs typeface="Arial" panose="020B0604020202020204" pitchFamily="34" charset="0"/>
              </a:defRPr>
            </a:lvl7pPr>
            <a:lvl8pPr marL="1371600" algn="l" defTabSz="931863" rtl="0" eaLnBrk="1" fontAlgn="base" hangingPunct="1">
              <a:spcBef>
                <a:spcPct val="0"/>
              </a:spcBef>
              <a:spcAft>
                <a:spcPct val="0"/>
              </a:spcAft>
              <a:defRPr sz="3600" b="1">
                <a:solidFill>
                  <a:schemeClr val="tx1"/>
                </a:solidFill>
                <a:latin typeface="Arial" panose="020B0604020202020204" pitchFamily="34" charset="0"/>
                <a:cs typeface="Arial" panose="020B0604020202020204" pitchFamily="34" charset="0"/>
              </a:defRPr>
            </a:lvl8pPr>
            <a:lvl9pPr marL="1828800" algn="l" defTabSz="931863" rtl="0" eaLnBrk="1" fontAlgn="base" hangingPunct="1">
              <a:spcBef>
                <a:spcPct val="0"/>
              </a:spcBef>
              <a:spcAft>
                <a:spcPct val="0"/>
              </a:spcAft>
              <a:defRPr sz="3600" b="1">
                <a:solidFill>
                  <a:schemeClr val="tx1"/>
                </a:solidFill>
                <a:latin typeface="Arial" panose="020B0604020202020204" pitchFamily="34" charset="0"/>
                <a:cs typeface="Arial" panose="020B0604020202020204" pitchFamily="34" charset="0"/>
              </a:defRPr>
            </a:lvl9pPr>
          </a:lstStyle>
          <a:p>
            <a:pPr marL="0" marR="0" lvl="0" indent="0" algn="r" defTabSz="931863" rtl="0" eaLnBrk="1" fontAlgn="base" latinLnBrk="0" hangingPunct="1">
              <a:lnSpc>
                <a:spcPct val="90000"/>
              </a:lnSpc>
              <a:spcBef>
                <a:spcPct val="0"/>
              </a:spcBef>
              <a:spcAft>
                <a:spcPct val="0"/>
              </a:spcAft>
              <a:buClrTx/>
              <a:buSzTx/>
              <a:buFontTx/>
              <a:buNone/>
              <a:tabLst/>
              <a:defRPr/>
            </a:pPr>
            <a:r>
              <a:rPr kumimoji="0" lang="en-US" sz="600" b="0" i="0" u="none" strike="noStrike" kern="1200" cap="none" spc="0" normalizeH="0" baseline="0" noProof="0">
                <a:ln w="3175">
                  <a:noFill/>
                </a:ln>
                <a:solidFill>
                  <a:srgbClr val="FFFFFF"/>
                </a:solidFill>
                <a:effectLst/>
                <a:uLnTx/>
                <a:uFillTx/>
                <a:latin typeface="72 Brand Book" panose="020B0404030603020204" pitchFamily="34" charset="0"/>
                <a:ea typeface="+mn-ea"/>
                <a:cs typeface="72" panose="020B0503030000000003" pitchFamily="34" charset="0"/>
              </a:rPr>
              <a:t>© SAP SE</a:t>
            </a:r>
          </a:p>
        </p:txBody>
      </p:sp>
      <p:sp>
        <p:nvSpPr>
          <p:cNvPr id="3" name="Title 2">
            <a:extLst>
              <a:ext uri="{FF2B5EF4-FFF2-40B4-BE49-F238E27FC236}">
                <a16:creationId xmlns:a16="http://schemas.microsoft.com/office/drawing/2014/main" id="{2C978737-761A-373E-F28A-952334FEFD58}"/>
              </a:ext>
            </a:extLst>
          </p:cNvPr>
          <p:cNvSpPr>
            <a:spLocks noGrp="1"/>
          </p:cNvSpPr>
          <p:nvPr>
            <p:ph type="ctrTitle"/>
          </p:nvPr>
        </p:nvSpPr>
        <p:spPr>
          <a:xfrm>
            <a:off x="504001" y="4968072"/>
            <a:ext cx="9182924" cy="677108"/>
          </a:xfrm>
        </p:spPr>
        <p:txBody>
          <a:bodyPr/>
          <a:lstStyle/>
          <a:p>
            <a:pPr>
              <a:defRPr/>
            </a:pPr>
            <a:r>
              <a:rPr lang="en-US" dirty="0"/>
              <a:t>Getting Started with Hands On Session</a:t>
            </a:r>
            <a:endParaRPr lang="en-US" sz="4000" dirty="0">
              <a:solidFill>
                <a:srgbClr val="FFFFFF"/>
              </a:solidFill>
            </a:endParaRPr>
          </a:p>
        </p:txBody>
      </p:sp>
    </p:spTree>
    <p:extLst>
      <p:ext uri="{BB962C8B-B14F-4D97-AF65-F5344CB8AC3E}">
        <p14:creationId xmlns:p14="http://schemas.microsoft.com/office/powerpoint/2010/main" val="28323944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9782002-9619-71C3-D172-57A5F6EB7FD7}"/>
              </a:ext>
            </a:extLst>
          </p:cNvPr>
          <p:cNvSpPr>
            <a:spLocks noGrp="1"/>
          </p:cNvSpPr>
          <p:nvPr>
            <p:ph type="body" sz="quarter" idx="10"/>
          </p:nvPr>
        </p:nvSpPr>
        <p:spPr>
          <a:xfrm>
            <a:off x="504000" y="2133600"/>
            <a:ext cx="5439600" cy="4081166"/>
          </a:xfrm>
        </p:spPr>
        <p:txBody>
          <a:bodyPr/>
          <a:lstStyle/>
          <a:p>
            <a:r>
              <a:rPr lang="en-US" dirty="0"/>
              <a:t>Test scripts and additional material are stored in a dedicated GitHub: </a:t>
            </a:r>
            <a:r>
              <a:rPr lang="en-US" dirty="0">
                <a:hlinkClick r:id="rId2"/>
              </a:rPr>
              <a:t>teched2026-AS260</a:t>
            </a:r>
            <a:r>
              <a:rPr lang="en-US" dirty="0"/>
              <a:t> </a:t>
            </a:r>
          </a:p>
          <a:p>
            <a:pPr lvl="1"/>
            <a:r>
              <a:rPr lang="en-US" dirty="0"/>
              <a:t>Start with the Getting Started section</a:t>
            </a:r>
          </a:p>
          <a:p>
            <a:pPr lvl="1"/>
            <a:r>
              <a:rPr lang="en-US" dirty="0"/>
              <a:t>Proceed with any test script based on your interest</a:t>
            </a:r>
          </a:p>
          <a:p>
            <a:pPr lvl="2"/>
            <a:r>
              <a:rPr lang="en-US" dirty="0"/>
              <a:t>Just select one exercise and follow the instructions</a:t>
            </a:r>
          </a:p>
          <a:p>
            <a:pPr lvl="2"/>
            <a:r>
              <a:rPr lang="en-US" dirty="0"/>
              <a:t>All required additional documents are linked in the test scripts</a:t>
            </a:r>
          </a:p>
          <a:p>
            <a:pPr lvl="2"/>
            <a:r>
              <a:rPr lang="en-US" dirty="0"/>
              <a:t>The test scripts contain also instructions on how to login to the SAP S/4HANA system and how to start Joule and Joule Work</a:t>
            </a:r>
          </a:p>
          <a:p>
            <a:pPr lvl="1"/>
            <a:endParaRPr lang="en-US" dirty="0"/>
          </a:p>
          <a:p>
            <a:endParaRPr lang="en-US" dirty="0"/>
          </a:p>
        </p:txBody>
      </p:sp>
      <p:sp>
        <p:nvSpPr>
          <p:cNvPr id="4" name="Title 3">
            <a:extLst>
              <a:ext uri="{FF2B5EF4-FFF2-40B4-BE49-F238E27FC236}">
                <a16:creationId xmlns:a16="http://schemas.microsoft.com/office/drawing/2014/main" id="{86E54145-6454-832C-1E02-2731AB182CE9}"/>
              </a:ext>
            </a:extLst>
          </p:cNvPr>
          <p:cNvSpPr>
            <a:spLocks noGrp="1"/>
          </p:cNvSpPr>
          <p:nvPr>
            <p:ph type="title"/>
          </p:nvPr>
        </p:nvSpPr>
        <p:spPr/>
        <p:txBody>
          <a:bodyPr/>
          <a:lstStyle/>
          <a:p>
            <a:r>
              <a:rPr lang="en-US" dirty="0"/>
              <a:t>Hands On Session Test Scripts &amp; Additional Material</a:t>
            </a:r>
          </a:p>
        </p:txBody>
      </p:sp>
      <p:pic>
        <p:nvPicPr>
          <p:cNvPr id="6" name="Picture 5">
            <a:extLst>
              <a:ext uri="{FF2B5EF4-FFF2-40B4-BE49-F238E27FC236}">
                <a16:creationId xmlns:a16="http://schemas.microsoft.com/office/drawing/2014/main" id="{1863F1E2-E3CA-DA98-D832-E4FFC91D5804}"/>
              </a:ext>
            </a:extLst>
          </p:cNvPr>
          <p:cNvPicPr>
            <a:picLocks noChangeAspect="1"/>
          </p:cNvPicPr>
          <p:nvPr/>
        </p:nvPicPr>
        <p:blipFill>
          <a:blip r:embed="rId3"/>
          <a:stretch>
            <a:fillRect/>
          </a:stretch>
        </p:blipFill>
        <p:spPr>
          <a:xfrm>
            <a:off x="6205200" y="1409591"/>
            <a:ext cx="5005725" cy="5153133"/>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4454148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3D06A-D928-07F5-CB9F-1D9474BDE618}"/>
            </a:ext>
          </a:extLst>
        </p:cNvPr>
        <p:cNvGrpSpPr/>
        <p:nvPr/>
      </p:nvGrpSpPr>
      <p:grpSpPr>
        <a:xfrm>
          <a:off x="0" y="0"/>
          <a:ext cx="0" cy="0"/>
          <a:chOff x="0" y="0"/>
          <a:chExt cx="0" cy="0"/>
        </a:xfrm>
      </p:grpSpPr>
      <p:sp>
        <p:nvSpPr>
          <p:cNvPr id="9" name="Text Placeholder 1">
            <a:extLst>
              <a:ext uri="{FF2B5EF4-FFF2-40B4-BE49-F238E27FC236}">
                <a16:creationId xmlns:a16="http://schemas.microsoft.com/office/drawing/2014/main" id="{0824E9B9-E221-7511-9EC8-1D67D8562798}"/>
              </a:ext>
            </a:extLst>
          </p:cNvPr>
          <p:cNvSpPr>
            <a:spLocks noGrp="1"/>
          </p:cNvSpPr>
          <p:nvPr>
            <p:ph type="body" sz="quarter" idx="13"/>
          </p:nvPr>
        </p:nvSpPr>
        <p:spPr>
          <a:xfrm>
            <a:off x="487363" y="1702950"/>
            <a:ext cx="5469064" cy="1583175"/>
          </a:xfrm>
        </p:spPr>
        <p:txBody>
          <a:bodyPr/>
          <a:lstStyle/>
          <a:p>
            <a:r>
              <a:rPr lang="en-US" dirty="0"/>
              <a:t>Login into SAP S/4HANA with the provided user and password.</a:t>
            </a:r>
          </a:p>
          <a:p>
            <a:r>
              <a:rPr lang="en-US" dirty="0"/>
              <a:t>Click the diamond symbol        to open Joule.</a:t>
            </a:r>
          </a:p>
          <a:p>
            <a:endParaRPr lang="en-US" dirty="0"/>
          </a:p>
        </p:txBody>
      </p:sp>
      <p:pic>
        <p:nvPicPr>
          <p:cNvPr id="2" name="Picture 1">
            <a:extLst>
              <a:ext uri="{FF2B5EF4-FFF2-40B4-BE49-F238E27FC236}">
                <a16:creationId xmlns:a16="http://schemas.microsoft.com/office/drawing/2014/main" id="{E4948A5F-FEF9-0B90-9639-8A3615AE37A9}"/>
              </a:ext>
            </a:extLst>
          </p:cNvPr>
          <p:cNvPicPr>
            <a:picLocks noChangeAspect="1"/>
          </p:cNvPicPr>
          <p:nvPr/>
        </p:nvPicPr>
        <p:blipFill>
          <a:blip r:embed="rId2"/>
          <a:srcRect l="16704" r="2996" b="23285"/>
          <a:stretch>
            <a:fillRect/>
          </a:stretch>
        </p:blipFill>
        <p:spPr>
          <a:xfrm>
            <a:off x="6038849" y="1633726"/>
            <a:ext cx="5594477" cy="2271524"/>
          </a:xfrm>
          <a:prstGeom prst="rect">
            <a:avLst/>
          </a:prstGeom>
          <a:ln>
            <a:noFill/>
          </a:ln>
          <a:effectLst>
            <a:outerShdw blurRad="190500" algn="tl" rotWithShape="0">
              <a:srgbClr val="000000">
                <a:alpha val="70000"/>
              </a:srgbClr>
            </a:outerShdw>
          </a:effectLst>
        </p:spPr>
      </p:pic>
      <p:sp>
        <p:nvSpPr>
          <p:cNvPr id="3" name="Text Placeholder 2">
            <a:extLst>
              <a:ext uri="{FF2B5EF4-FFF2-40B4-BE49-F238E27FC236}">
                <a16:creationId xmlns:a16="http://schemas.microsoft.com/office/drawing/2014/main" id="{9E2AFEE9-4823-9677-4F77-40DB19F54888}"/>
              </a:ext>
            </a:extLst>
          </p:cNvPr>
          <p:cNvSpPr>
            <a:spLocks noGrp="1"/>
          </p:cNvSpPr>
          <p:nvPr>
            <p:ph type="body" sz="quarter" idx="10"/>
          </p:nvPr>
        </p:nvSpPr>
        <p:spPr>
          <a:xfrm>
            <a:off x="504000" y="4770000"/>
            <a:ext cx="5465000" cy="1583175"/>
          </a:xfrm>
        </p:spPr>
        <p:txBody>
          <a:bodyPr>
            <a:normAutofit/>
          </a:bodyPr>
          <a:lstStyle/>
          <a:p>
            <a:r>
              <a:rPr lang="en-US" dirty="0"/>
              <a:t>The Joule window opens.</a:t>
            </a:r>
          </a:p>
          <a:p>
            <a:endParaRPr lang="en-US" dirty="0"/>
          </a:p>
          <a:p>
            <a:endParaRPr lang="en-US" dirty="0"/>
          </a:p>
          <a:p>
            <a:pPr lvl="1"/>
            <a:endParaRPr lang="en-US" sz="1800" dirty="0"/>
          </a:p>
          <a:p>
            <a:endParaRPr lang="en-US" dirty="0"/>
          </a:p>
        </p:txBody>
      </p:sp>
      <p:sp>
        <p:nvSpPr>
          <p:cNvPr id="4" name="Title 3">
            <a:extLst>
              <a:ext uri="{FF2B5EF4-FFF2-40B4-BE49-F238E27FC236}">
                <a16:creationId xmlns:a16="http://schemas.microsoft.com/office/drawing/2014/main" id="{603D630A-0B62-A897-9104-5F1E3493A4D4}"/>
              </a:ext>
            </a:extLst>
          </p:cNvPr>
          <p:cNvSpPr>
            <a:spLocks noGrp="1"/>
          </p:cNvSpPr>
          <p:nvPr>
            <p:ph type="title"/>
          </p:nvPr>
        </p:nvSpPr>
        <p:spPr>
          <a:xfrm>
            <a:off x="504001" y="504000"/>
            <a:ext cx="11186476" cy="369332"/>
          </a:xfrm>
        </p:spPr>
        <p:txBody>
          <a:bodyPr wrap="square">
            <a:normAutofit/>
          </a:bodyPr>
          <a:lstStyle/>
          <a:p>
            <a:r>
              <a:rPr lang="en-US" dirty="0"/>
              <a:t>How to work with the Financial Closing Assistant in Joule – First Steps</a:t>
            </a:r>
          </a:p>
        </p:txBody>
      </p:sp>
      <p:sp>
        <p:nvSpPr>
          <p:cNvPr id="7" name="Rounded Rectangle 6">
            <a:extLst>
              <a:ext uri="{FF2B5EF4-FFF2-40B4-BE49-F238E27FC236}">
                <a16:creationId xmlns:a16="http://schemas.microsoft.com/office/drawing/2014/main" id="{FC92D02D-7497-B9DE-049B-665E2886C624}"/>
              </a:ext>
            </a:extLst>
          </p:cNvPr>
          <p:cNvSpPr/>
          <p:nvPr/>
        </p:nvSpPr>
        <p:spPr bwMode="gray">
          <a:xfrm>
            <a:off x="10801350" y="1552575"/>
            <a:ext cx="400050" cy="371475"/>
          </a:xfrm>
          <a:prstGeom prst="roundRect">
            <a:avLst/>
          </a:prstGeom>
          <a:noFill/>
          <a:ln w="28575" algn="ctr">
            <a:solidFill>
              <a:srgbClr val="7030A0"/>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400" b="0" i="0" u="none" strike="noStrike" kern="0" cap="none" spc="0" normalizeH="0" baseline="0" noProof="0" dirty="0" err="1">
              <a:ln>
                <a:solidFill>
                  <a:srgbClr val="7030A0"/>
                </a:solidFill>
              </a:ln>
              <a:effectLst/>
              <a:uLnTx/>
              <a:uFillTx/>
              <a:latin typeface="+mn-lt"/>
              <a:ea typeface="72 Brand" pitchFamily="34" charset="-128"/>
              <a:cs typeface="72 Brand" pitchFamily="34" charset="-128"/>
            </a:endParaRPr>
          </a:p>
        </p:txBody>
      </p:sp>
      <p:pic>
        <p:nvPicPr>
          <p:cNvPr id="12" name="Picture 11">
            <a:extLst>
              <a:ext uri="{FF2B5EF4-FFF2-40B4-BE49-F238E27FC236}">
                <a16:creationId xmlns:a16="http://schemas.microsoft.com/office/drawing/2014/main" id="{C33DF243-A868-45EF-15DF-7EBA76803387}"/>
              </a:ext>
            </a:extLst>
          </p:cNvPr>
          <p:cNvPicPr>
            <a:picLocks noChangeAspect="1"/>
          </p:cNvPicPr>
          <p:nvPr/>
        </p:nvPicPr>
        <p:blipFill>
          <a:blip r:embed="rId3"/>
          <a:srcRect l="11512" t="10759" r="10246" b="7595"/>
          <a:stretch>
            <a:fillRect/>
          </a:stretch>
        </p:blipFill>
        <p:spPr>
          <a:xfrm>
            <a:off x="3086100" y="2266950"/>
            <a:ext cx="400050" cy="409575"/>
          </a:xfrm>
          <a:prstGeom prst="rect">
            <a:avLst/>
          </a:prstGeom>
        </p:spPr>
      </p:pic>
      <p:pic>
        <p:nvPicPr>
          <p:cNvPr id="13" name="Picture 12">
            <a:extLst>
              <a:ext uri="{FF2B5EF4-FFF2-40B4-BE49-F238E27FC236}">
                <a16:creationId xmlns:a16="http://schemas.microsoft.com/office/drawing/2014/main" id="{CACF2EA8-FC25-0DF5-DE9E-9E70B434BABA}"/>
              </a:ext>
            </a:extLst>
          </p:cNvPr>
          <p:cNvPicPr>
            <a:picLocks noChangeAspect="1"/>
          </p:cNvPicPr>
          <p:nvPr/>
        </p:nvPicPr>
        <p:blipFill>
          <a:blip r:embed="rId4"/>
          <a:srcRect l="27431"/>
          <a:stretch>
            <a:fillRect/>
          </a:stretch>
        </p:blipFill>
        <p:spPr>
          <a:xfrm>
            <a:off x="6000749" y="4166657"/>
            <a:ext cx="5640387" cy="2239435"/>
          </a:xfrm>
          <a:prstGeom prst="rect">
            <a:avLst/>
          </a:prstGeom>
          <a:ln>
            <a:noFill/>
          </a:ln>
          <a:effectLst>
            <a:outerShdw blurRad="190500" algn="tl" rotWithShape="0">
              <a:srgbClr val="000000">
                <a:alpha val="70000"/>
              </a:srgbClr>
            </a:outerShdw>
          </a:effectLst>
        </p:spPr>
      </p:pic>
      <p:sp>
        <p:nvSpPr>
          <p:cNvPr id="10" name="Rounded Rectangle 9">
            <a:extLst>
              <a:ext uri="{FF2B5EF4-FFF2-40B4-BE49-F238E27FC236}">
                <a16:creationId xmlns:a16="http://schemas.microsoft.com/office/drawing/2014/main" id="{7C04A0DD-977D-0A72-7443-DB1FDD4DF229}"/>
              </a:ext>
            </a:extLst>
          </p:cNvPr>
          <p:cNvSpPr/>
          <p:nvPr/>
        </p:nvSpPr>
        <p:spPr bwMode="gray">
          <a:xfrm>
            <a:off x="9848849" y="4000500"/>
            <a:ext cx="1952625" cy="2724150"/>
          </a:xfrm>
          <a:prstGeom prst="roundRect">
            <a:avLst/>
          </a:prstGeom>
          <a:noFill/>
          <a:ln w="28575" algn="ctr">
            <a:solidFill>
              <a:srgbClr val="7030A0"/>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400" b="0" i="0" u="none" strike="noStrike" kern="0" cap="none" spc="0" normalizeH="0" baseline="0" noProof="0" dirty="0" err="1">
              <a:ln>
                <a:solidFill>
                  <a:srgbClr val="7030A0"/>
                </a:solidFill>
              </a:ln>
              <a:effectLst/>
              <a:uLnTx/>
              <a:uFillTx/>
              <a:latin typeface="+mn-lt"/>
              <a:ea typeface="72 Brand" pitchFamily="34" charset="-128"/>
              <a:cs typeface="72 Brand" pitchFamily="34" charset="-128"/>
            </a:endParaRPr>
          </a:p>
        </p:txBody>
      </p:sp>
    </p:spTree>
    <p:extLst>
      <p:ext uri="{BB962C8B-B14F-4D97-AF65-F5344CB8AC3E}">
        <p14:creationId xmlns:p14="http://schemas.microsoft.com/office/powerpoint/2010/main" val="27738199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E5C6E-7992-D2FB-8191-5E2A554FB89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833F6F2E-F89B-D824-4905-61C2CC0A6316}"/>
              </a:ext>
            </a:extLst>
          </p:cNvPr>
          <p:cNvSpPr>
            <a:spLocks noGrp="1"/>
          </p:cNvSpPr>
          <p:nvPr>
            <p:ph type="body" sz="quarter" idx="10"/>
          </p:nvPr>
        </p:nvSpPr>
        <p:spPr>
          <a:xfrm>
            <a:off x="504000" y="4770000"/>
            <a:ext cx="5465000" cy="1583175"/>
          </a:xfrm>
        </p:spPr>
        <p:txBody>
          <a:bodyPr>
            <a:normAutofit/>
          </a:bodyPr>
          <a:lstStyle/>
          <a:p>
            <a:r>
              <a:rPr lang="en-US" dirty="0" err="1"/>
              <a:t>Cklick</a:t>
            </a:r>
            <a:r>
              <a:rPr lang="en-US" dirty="0"/>
              <a:t> </a:t>
            </a:r>
            <a:r>
              <a:rPr lang="en-US" b="1" dirty="0"/>
              <a:t>@</a:t>
            </a:r>
            <a:r>
              <a:rPr lang="en-US" dirty="0"/>
              <a:t> to display the list of available assistants.</a:t>
            </a:r>
          </a:p>
          <a:p>
            <a:endParaRPr lang="en-US" dirty="0"/>
          </a:p>
          <a:p>
            <a:endParaRPr lang="en-US" dirty="0"/>
          </a:p>
          <a:p>
            <a:pPr lvl="1"/>
            <a:endParaRPr lang="en-US" sz="1800" dirty="0"/>
          </a:p>
          <a:p>
            <a:endParaRPr lang="en-US" dirty="0"/>
          </a:p>
        </p:txBody>
      </p:sp>
      <p:sp>
        <p:nvSpPr>
          <p:cNvPr id="4" name="Title 3">
            <a:extLst>
              <a:ext uri="{FF2B5EF4-FFF2-40B4-BE49-F238E27FC236}">
                <a16:creationId xmlns:a16="http://schemas.microsoft.com/office/drawing/2014/main" id="{ACC2EDB3-5194-59A2-E8FD-E3DE2AB6ABA2}"/>
              </a:ext>
            </a:extLst>
          </p:cNvPr>
          <p:cNvSpPr>
            <a:spLocks noGrp="1"/>
          </p:cNvSpPr>
          <p:nvPr>
            <p:ph type="title"/>
          </p:nvPr>
        </p:nvSpPr>
        <p:spPr>
          <a:xfrm>
            <a:off x="504001" y="504000"/>
            <a:ext cx="11186476" cy="369332"/>
          </a:xfrm>
        </p:spPr>
        <p:txBody>
          <a:bodyPr wrap="square">
            <a:normAutofit/>
          </a:bodyPr>
          <a:lstStyle/>
          <a:p>
            <a:r>
              <a:rPr lang="en-US" dirty="0"/>
              <a:t>How to work with the Financial Closing Assistant in Joule – First Steps</a:t>
            </a:r>
          </a:p>
        </p:txBody>
      </p:sp>
      <p:sp>
        <p:nvSpPr>
          <p:cNvPr id="14" name="Text Placeholder 2">
            <a:extLst>
              <a:ext uri="{FF2B5EF4-FFF2-40B4-BE49-F238E27FC236}">
                <a16:creationId xmlns:a16="http://schemas.microsoft.com/office/drawing/2014/main" id="{B598DBB2-2A6D-18C0-738E-6D3AADFCAA8C}"/>
              </a:ext>
            </a:extLst>
          </p:cNvPr>
          <p:cNvSpPr txBox="1">
            <a:spLocks/>
          </p:cNvSpPr>
          <p:nvPr/>
        </p:nvSpPr>
        <p:spPr bwMode="black">
          <a:xfrm>
            <a:off x="513525" y="2131575"/>
            <a:ext cx="5465000" cy="1583175"/>
          </a:xfrm>
          <a:prstGeom prst="rect">
            <a:avLst/>
          </a:prstGeom>
        </p:spPr>
        <p:txBody>
          <a:bodyPr vert="horz" lIns="0" tIns="0" rIns="0" bIns="0" rtlCol="0">
            <a:normAutofit/>
          </a:bodyPr>
          <a:lstStyle>
            <a:lvl1pPr marL="0" indent="0" algn="l" defTabSz="1088558" rtl="0" eaLnBrk="1" latinLnBrk="0" hangingPunct="1">
              <a:spcBef>
                <a:spcPts val="600"/>
              </a:spcBef>
              <a:buClrTx/>
              <a:buSzPct val="100000"/>
              <a:buFont typeface="Arial" panose="020B0604020202020204" pitchFamily="34" charset="0"/>
              <a:buChar char="​"/>
              <a:defRPr sz="1800" b="0" i="0" kern="1200" baseline="0">
                <a:solidFill>
                  <a:schemeClr val="tx1"/>
                </a:solidFill>
                <a:latin typeface="+mn-lt"/>
                <a:ea typeface="+mn-ea"/>
                <a:cs typeface="+mn-cs"/>
              </a:defRPr>
            </a:lvl1pPr>
            <a:lvl2pPr marL="252000" indent="-252000" algn="l" defTabSz="1088558" rtl="0" eaLnBrk="1" latinLnBrk="0" hangingPunct="1">
              <a:spcBef>
                <a:spcPts val="600"/>
              </a:spcBef>
              <a:buClr>
                <a:schemeClr val="tx1"/>
              </a:buClr>
              <a:buSzPct val="100000"/>
              <a:buFont typeface="Wingdings" panose="05000000000000000000" pitchFamily="2" charset="2"/>
              <a:buChar char=""/>
              <a:defRPr sz="1600" b="0" i="0" kern="1200">
                <a:solidFill>
                  <a:schemeClr val="tx1"/>
                </a:solidFill>
                <a:latin typeface="+mn-lt"/>
                <a:ea typeface="+mn-ea"/>
                <a:cs typeface="+mn-cs"/>
              </a:defRPr>
            </a:lvl2pPr>
            <a:lvl3pPr marL="504000" indent="-252000" algn="l" defTabSz="1088558" rtl="0" eaLnBrk="1" latinLnBrk="0" hangingPunct="1">
              <a:spcBef>
                <a:spcPts val="600"/>
              </a:spcBef>
              <a:buClr>
                <a:schemeClr val="tx1"/>
              </a:buClr>
              <a:buSzPct val="100000"/>
              <a:buFont typeface="Wingdings" panose="05000000000000000000" pitchFamily="2" charset="2"/>
              <a:buChar char=""/>
              <a:defRPr lang="en-US" sz="1400" b="0" i="0" kern="1200" noProof="0">
                <a:solidFill>
                  <a:schemeClr val="tx1"/>
                </a:solidFill>
                <a:latin typeface="+mn-lt"/>
                <a:ea typeface="+mn-ea"/>
                <a:cs typeface="+mn-cs"/>
              </a:defRPr>
            </a:lvl3pPr>
            <a:lvl4pPr marL="756000" indent="-252000" algn="l" defTabSz="1088558" rtl="0" eaLnBrk="1" latinLnBrk="0" hangingPunct="1">
              <a:spcBef>
                <a:spcPts val="600"/>
              </a:spcBef>
              <a:buClr>
                <a:schemeClr val="tx1"/>
              </a:buClr>
              <a:buSzPct val="100000"/>
              <a:buFont typeface="Wingdings" panose="05000000000000000000" pitchFamily="2" charset="2"/>
              <a:buChar char=""/>
              <a:defRPr sz="1400" b="0" i="0" kern="1200">
                <a:solidFill>
                  <a:schemeClr val="tx1"/>
                </a:solidFill>
                <a:latin typeface="+mn-lt"/>
                <a:ea typeface="+mn-ea"/>
                <a:cs typeface="+mn-cs"/>
              </a:defRPr>
            </a:lvl4pPr>
            <a:lvl5pPr marL="0" indent="0" algn="l" defTabSz="1088558" rtl="0" eaLnBrk="1" latinLnBrk="0" hangingPunct="1">
              <a:spcBef>
                <a:spcPts val="600"/>
              </a:spcBef>
              <a:buClr>
                <a:schemeClr val="tx1"/>
              </a:buClr>
              <a:buSzPct val="100000"/>
              <a:buFont typeface="Arial" panose="020B0604020202020204" pitchFamily="34" charset="0"/>
              <a:buChar char="​"/>
              <a:defRPr sz="1400" b="0" i="0" kern="1200" baseline="0">
                <a:solidFill>
                  <a:schemeClr val="tx1"/>
                </a:solidFill>
                <a:latin typeface="+mj-lt"/>
                <a:ea typeface="+mn-ea"/>
                <a:cs typeface="+mn-cs"/>
              </a:defRPr>
            </a:lvl5pPr>
            <a:lvl6pPr marL="0" indent="0" algn="l" defTabSz="1088558" rtl="0" eaLnBrk="1" latinLnBrk="0" hangingPunct="1">
              <a:lnSpc>
                <a:spcPct val="120000"/>
              </a:lnSpc>
              <a:spcBef>
                <a:spcPts val="600"/>
              </a:spcBef>
              <a:buFont typeface="Arial" panose="020B0604020202020204" pitchFamily="34" charset="0"/>
              <a:buChar char="​"/>
              <a:defRPr sz="1400" kern="1200">
                <a:solidFill>
                  <a:schemeClr val="tx1"/>
                </a:solidFill>
                <a:latin typeface="+mn-lt"/>
                <a:ea typeface="+mn-ea"/>
                <a:cs typeface="+mn-cs"/>
              </a:defRPr>
            </a:lvl6pPr>
            <a:lvl7pPr marL="0" indent="0" algn="l" defTabSz="1088558" rtl="0" eaLnBrk="1" latinLnBrk="0" hangingPunct="1">
              <a:lnSpc>
                <a:spcPct val="120000"/>
              </a:lnSpc>
              <a:spcBef>
                <a:spcPts val="300"/>
              </a:spcBef>
              <a:buFont typeface="Arial" pitchFamily="34" charset="0"/>
              <a:buChar char="​"/>
              <a:defRPr sz="800" kern="1200">
                <a:solidFill>
                  <a:schemeClr val="tx1"/>
                </a:solidFill>
                <a:latin typeface="+mj-lt"/>
                <a:ea typeface="+mn-ea"/>
                <a:cs typeface="+mn-cs"/>
              </a:defRPr>
            </a:lvl7pPr>
            <a:lvl8pPr marL="0" indent="0" algn="l" defTabSz="1088558" rtl="0" eaLnBrk="1" latinLnBrk="0" hangingPunct="1">
              <a:lnSpc>
                <a:spcPct val="120000"/>
              </a:lnSpc>
              <a:spcBef>
                <a:spcPts val="600"/>
              </a:spcBef>
              <a:buFont typeface="Arial" pitchFamily="34" charset="0"/>
              <a:buChar char="​"/>
              <a:defRPr sz="800" kern="1200">
                <a:solidFill>
                  <a:schemeClr val="tx1"/>
                </a:solidFill>
                <a:latin typeface="+mn-lt"/>
                <a:ea typeface="+mn-ea"/>
                <a:cs typeface="+mn-cs"/>
              </a:defRPr>
            </a:lvl8pPr>
            <a:lvl9pPr marL="0" indent="0" algn="l" defTabSz="1088558" rtl="0" eaLnBrk="1" latinLnBrk="0" hangingPunct="1">
              <a:spcBef>
                <a:spcPts val="600"/>
              </a:spcBef>
              <a:buFont typeface="Arial" pitchFamily="34" charset="0"/>
              <a:buChar char="​"/>
              <a:defRPr sz="3600" kern="1200">
                <a:solidFill>
                  <a:schemeClr val="tx1"/>
                </a:solidFill>
                <a:latin typeface="+mj-lt"/>
                <a:ea typeface="+mn-ea"/>
                <a:cs typeface="+mn-cs"/>
              </a:defRPr>
            </a:lvl9pPr>
          </a:lstStyle>
          <a:p>
            <a:r>
              <a:rPr lang="en-US" dirty="0"/>
              <a:t>Remove Agentic Thinking by clicking </a:t>
            </a:r>
            <a:r>
              <a:rPr lang="en-US" b="1" dirty="0"/>
              <a:t>X</a:t>
            </a:r>
            <a:r>
              <a:rPr lang="en-US" dirty="0"/>
              <a:t>.</a:t>
            </a:r>
          </a:p>
          <a:p>
            <a:endParaRPr lang="en-US" dirty="0"/>
          </a:p>
          <a:p>
            <a:endParaRPr lang="en-US" dirty="0"/>
          </a:p>
          <a:p>
            <a:pPr lvl="1"/>
            <a:endParaRPr lang="en-US" sz="1800" dirty="0"/>
          </a:p>
          <a:p>
            <a:endParaRPr lang="en-US" dirty="0"/>
          </a:p>
        </p:txBody>
      </p:sp>
      <p:pic>
        <p:nvPicPr>
          <p:cNvPr id="17" name="Picture 16">
            <a:extLst>
              <a:ext uri="{FF2B5EF4-FFF2-40B4-BE49-F238E27FC236}">
                <a16:creationId xmlns:a16="http://schemas.microsoft.com/office/drawing/2014/main" id="{88B05157-B0F9-1D41-82DB-0214DEDDAF7F}"/>
              </a:ext>
            </a:extLst>
          </p:cNvPr>
          <p:cNvPicPr>
            <a:picLocks noChangeAspect="1"/>
          </p:cNvPicPr>
          <p:nvPr/>
        </p:nvPicPr>
        <p:blipFill>
          <a:blip r:embed="rId2"/>
          <a:srcRect l="26328"/>
          <a:stretch>
            <a:fillRect/>
          </a:stretch>
        </p:blipFill>
        <p:spPr>
          <a:xfrm>
            <a:off x="5972175" y="1525399"/>
            <a:ext cx="5726112" cy="2321301"/>
          </a:xfrm>
          <a:prstGeom prst="rect">
            <a:avLst/>
          </a:prstGeom>
          <a:ln>
            <a:noFill/>
          </a:ln>
          <a:effectLst>
            <a:outerShdw blurRad="190500" algn="tl" rotWithShape="0">
              <a:srgbClr val="000000">
                <a:alpha val="70000"/>
              </a:srgbClr>
            </a:outerShdw>
          </a:effectLst>
        </p:spPr>
      </p:pic>
      <p:sp>
        <p:nvSpPr>
          <p:cNvPr id="16" name="Rounded Rectangle 15">
            <a:extLst>
              <a:ext uri="{FF2B5EF4-FFF2-40B4-BE49-F238E27FC236}">
                <a16:creationId xmlns:a16="http://schemas.microsoft.com/office/drawing/2014/main" id="{B24CF490-77D0-7DF7-13C9-6F4E6CC2CA38}"/>
              </a:ext>
            </a:extLst>
          </p:cNvPr>
          <p:cNvSpPr/>
          <p:nvPr/>
        </p:nvSpPr>
        <p:spPr bwMode="gray">
          <a:xfrm>
            <a:off x="10306049" y="3457575"/>
            <a:ext cx="1333501" cy="390525"/>
          </a:xfrm>
          <a:prstGeom prst="roundRect">
            <a:avLst/>
          </a:prstGeom>
          <a:noFill/>
          <a:ln w="28575" algn="ctr">
            <a:solidFill>
              <a:srgbClr val="7030A0"/>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400" b="0" i="0" u="none" strike="noStrike" kern="0" cap="none" spc="0" normalizeH="0" baseline="0" noProof="0" dirty="0" err="1">
              <a:ln>
                <a:solidFill>
                  <a:srgbClr val="7030A0"/>
                </a:solidFill>
              </a:ln>
              <a:effectLst/>
              <a:uLnTx/>
              <a:uFillTx/>
              <a:latin typeface="+mn-lt"/>
              <a:ea typeface="72 Brand" pitchFamily="34" charset="-128"/>
              <a:cs typeface="72 Brand" pitchFamily="34" charset="-128"/>
            </a:endParaRPr>
          </a:p>
        </p:txBody>
      </p:sp>
      <p:pic>
        <p:nvPicPr>
          <p:cNvPr id="18" name="Picture 17">
            <a:extLst>
              <a:ext uri="{FF2B5EF4-FFF2-40B4-BE49-F238E27FC236}">
                <a16:creationId xmlns:a16="http://schemas.microsoft.com/office/drawing/2014/main" id="{FF42338B-1511-F9BA-40A0-E6363A5E6664}"/>
              </a:ext>
            </a:extLst>
          </p:cNvPr>
          <p:cNvPicPr>
            <a:picLocks noChangeAspect="1"/>
          </p:cNvPicPr>
          <p:nvPr/>
        </p:nvPicPr>
        <p:blipFill>
          <a:blip r:embed="rId3"/>
          <a:srcRect l="25960"/>
          <a:stretch>
            <a:fillRect/>
          </a:stretch>
        </p:blipFill>
        <p:spPr>
          <a:xfrm>
            <a:off x="5953124" y="4127433"/>
            <a:ext cx="5754687" cy="2394083"/>
          </a:xfrm>
          <a:prstGeom prst="rect">
            <a:avLst/>
          </a:prstGeom>
          <a:ln>
            <a:noFill/>
          </a:ln>
          <a:effectLst>
            <a:outerShdw blurRad="190500" algn="tl" rotWithShape="0">
              <a:srgbClr val="000000">
                <a:alpha val="70000"/>
              </a:srgbClr>
            </a:outerShdw>
          </a:effectLst>
        </p:spPr>
      </p:pic>
      <p:sp>
        <p:nvSpPr>
          <p:cNvPr id="19" name="Rounded Rectangle 18">
            <a:extLst>
              <a:ext uri="{FF2B5EF4-FFF2-40B4-BE49-F238E27FC236}">
                <a16:creationId xmlns:a16="http://schemas.microsoft.com/office/drawing/2014/main" id="{1B3A4635-3E6A-2EE5-BDFA-495B2EF7F4B9}"/>
              </a:ext>
            </a:extLst>
          </p:cNvPr>
          <p:cNvSpPr/>
          <p:nvPr/>
        </p:nvSpPr>
        <p:spPr bwMode="gray">
          <a:xfrm>
            <a:off x="10077449" y="6076950"/>
            <a:ext cx="609601" cy="390525"/>
          </a:xfrm>
          <a:prstGeom prst="roundRect">
            <a:avLst/>
          </a:prstGeom>
          <a:noFill/>
          <a:ln w="28575" algn="ctr">
            <a:solidFill>
              <a:srgbClr val="7030A0"/>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400" b="0" i="0" u="none" strike="noStrike" kern="0" cap="none" spc="0" normalizeH="0" baseline="0" noProof="0" dirty="0" err="1">
              <a:ln>
                <a:solidFill>
                  <a:srgbClr val="7030A0"/>
                </a:solidFill>
              </a:ln>
              <a:effectLst/>
              <a:uLnTx/>
              <a:uFillTx/>
              <a:latin typeface="+mn-lt"/>
              <a:ea typeface="72 Brand" pitchFamily="34" charset="-128"/>
              <a:cs typeface="72 Brand" pitchFamily="34" charset="-128"/>
            </a:endParaRPr>
          </a:p>
        </p:txBody>
      </p:sp>
    </p:spTree>
    <p:extLst>
      <p:ext uri="{BB962C8B-B14F-4D97-AF65-F5344CB8AC3E}">
        <p14:creationId xmlns:p14="http://schemas.microsoft.com/office/powerpoint/2010/main" val="10128006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2887C-552E-BC0F-95E1-1CAEDB02952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396D4C5-D3E8-3167-FE4C-6194F1B706FF}"/>
              </a:ext>
            </a:extLst>
          </p:cNvPr>
          <p:cNvPicPr>
            <a:picLocks noChangeAspect="1"/>
          </p:cNvPicPr>
          <p:nvPr/>
        </p:nvPicPr>
        <p:blipFill>
          <a:blip r:embed="rId2"/>
          <a:srcRect l="25347"/>
          <a:stretch>
            <a:fillRect/>
          </a:stretch>
        </p:blipFill>
        <p:spPr>
          <a:xfrm>
            <a:off x="5905500" y="4243202"/>
            <a:ext cx="5802312" cy="2276846"/>
          </a:xfrm>
          <a:prstGeom prst="rect">
            <a:avLst/>
          </a:prstGeom>
          <a:ln>
            <a:noFill/>
          </a:ln>
          <a:effectLst>
            <a:outerShdw blurRad="190500" algn="tl" rotWithShape="0">
              <a:srgbClr val="000000">
                <a:alpha val="70000"/>
              </a:srgbClr>
            </a:outerShdw>
          </a:effectLst>
        </p:spPr>
      </p:pic>
      <p:pic>
        <p:nvPicPr>
          <p:cNvPr id="2" name="Picture 1">
            <a:extLst>
              <a:ext uri="{FF2B5EF4-FFF2-40B4-BE49-F238E27FC236}">
                <a16:creationId xmlns:a16="http://schemas.microsoft.com/office/drawing/2014/main" id="{6C810093-52FA-E8FA-9A13-D4BFBF49F6A4}"/>
              </a:ext>
            </a:extLst>
          </p:cNvPr>
          <p:cNvPicPr>
            <a:picLocks noChangeAspect="1"/>
          </p:cNvPicPr>
          <p:nvPr/>
        </p:nvPicPr>
        <p:blipFill>
          <a:blip r:embed="rId3"/>
          <a:srcRect l="25715"/>
          <a:stretch>
            <a:fillRect/>
          </a:stretch>
        </p:blipFill>
        <p:spPr>
          <a:xfrm>
            <a:off x="5934074" y="1468632"/>
            <a:ext cx="5773737" cy="2377686"/>
          </a:xfrm>
          <a:prstGeom prst="rect">
            <a:avLst/>
          </a:prstGeom>
          <a:ln>
            <a:noFill/>
          </a:ln>
          <a:effectLst>
            <a:outerShdw blurRad="190500" algn="tl" rotWithShape="0">
              <a:srgbClr val="000000">
                <a:alpha val="70000"/>
              </a:srgbClr>
            </a:outerShdw>
          </a:effectLst>
        </p:spPr>
      </p:pic>
      <p:sp>
        <p:nvSpPr>
          <p:cNvPr id="3" name="Text Placeholder 2">
            <a:extLst>
              <a:ext uri="{FF2B5EF4-FFF2-40B4-BE49-F238E27FC236}">
                <a16:creationId xmlns:a16="http://schemas.microsoft.com/office/drawing/2014/main" id="{F58FD153-899E-2692-545E-44E54A42D1E2}"/>
              </a:ext>
            </a:extLst>
          </p:cNvPr>
          <p:cNvSpPr>
            <a:spLocks noGrp="1"/>
          </p:cNvSpPr>
          <p:nvPr>
            <p:ph type="body" sz="quarter" idx="10"/>
          </p:nvPr>
        </p:nvSpPr>
        <p:spPr>
          <a:xfrm>
            <a:off x="504000" y="4770000"/>
            <a:ext cx="5465000" cy="1583175"/>
          </a:xfrm>
        </p:spPr>
        <p:txBody>
          <a:bodyPr>
            <a:normAutofit/>
          </a:bodyPr>
          <a:lstStyle/>
          <a:p>
            <a:r>
              <a:rPr lang="en-US" dirty="0"/>
              <a:t>Start typing your prompt after @Financial Closing Assistant.</a:t>
            </a:r>
          </a:p>
          <a:p>
            <a:endParaRPr lang="en-US" dirty="0"/>
          </a:p>
          <a:p>
            <a:endParaRPr lang="en-US" dirty="0"/>
          </a:p>
          <a:p>
            <a:pPr lvl="1"/>
            <a:endParaRPr lang="en-US" sz="1800" dirty="0"/>
          </a:p>
          <a:p>
            <a:endParaRPr lang="en-US" dirty="0"/>
          </a:p>
        </p:txBody>
      </p:sp>
      <p:sp>
        <p:nvSpPr>
          <p:cNvPr id="4" name="Title 3">
            <a:extLst>
              <a:ext uri="{FF2B5EF4-FFF2-40B4-BE49-F238E27FC236}">
                <a16:creationId xmlns:a16="http://schemas.microsoft.com/office/drawing/2014/main" id="{2D5793B6-199E-41E0-88F6-D81A58764438}"/>
              </a:ext>
            </a:extLst>
          </p:cNvPr>
          <p:cNvSpPr>
            <a:spLocks noGrp="1"/>
          </p:cNvSpPr>
          <p:nvPr>
            <p:ph type="title"/>
          </p:nvPr>
        </p:nvSpPr>
        <p:spPr>
          <a:xfrm>
            <a:off x="504001" y="504000"/>
            <a:ext cx="11186476" cy="369332"/>
          </a:xfrm>
        </p:spPr>
        <p:txBody>
          <a:bodyPr wrap="square">
            <a:normAutofit/>
          </a:bodyPr>
          <a:lstStyle/>
          <a:p>
            <a:r>
              <a:rPr lang="en-US" dirty="0"/>
              <a:t>How to work with the Financial Closing Assistant in Joule – First Steps</a:t>
            </a:r>
          </a:p>
        </p:txBody>
      </p:sp>
      <p:sp>
        <p:nvSpPr>
          <p:cNvPr id="14" name="Text Placeholder 2">
            <a:extLst>
              <a:ext uri="{FF2B5EF4-FFF2-40B4-BE49-F238E27FC236}">
                <a16:creationId xmlns:a16="http://schemas.microsoft.com/office/drawing/2014/main" id="{D24A0621-0BE6-3A5C-0115-6F8769F2526B}"/>
              </a:ext>
            </a:extLst>
          </p:cNvPr>
          <p:cNvSpPr txBox="1">
            <a:spLocks/>
          </p:cNvSpPr>
          <p:nvPr/>
        </p:nvSpPr>
        <p:spPr bwMode="black">
          <a:xfrm>
            <a:off x="513525" y="2131575"/>
            <a:ext cx="5465000" cy="1583175"/>
          </a:xfrm>
          <a:prstGeom prst="rect">
            <a:avLst/>
          </a:prstGeom>
        </p:spPr>
        <p:txBody>
          <a:bodyPr vert="horz" lIns="0" tIns="0" rIns="0" bIns="0" rtlCol="0">
            <a:normAutofit/>
          </a:bodyPr>
          <a:lstStyle>
            <a:lvl1pPr marL="0" indent="0" algn="l" defTabSz="1088558" rtl="0" eaLnBrk="1" latinLnBrk="0" hangingPunct="1">
              <a:spcBef>
                <a:spcPts val="600"/>
              </a:spcBef>
              <a:buClrTx/>
              <a:buSzPct val="100000"/>
              <a:buFont typeface="Arial" panose="020B0604020202020204" pitchFamily="34" charset="0"/>
              <a:buChar char="​"/>
              <a:defRPr sz="1800" b="0" i="0" kern="1200" baseline="0">
                <a:solidFill>
                  <a:schemeClr val="tx1"/>
                </a:solidFill>
                <a:latin typeface="+mn-lt"/>
                <a:ea typeface="+mn-ea"/>
                <a:cs typeface="+mn-cs"/>
              </a:defRPr>
            </a:lvl1pPr>
            <a:lvl2pPr marL="252000" indent="-252000" algn="l" defTabSz="1088558" rtl="0" eaLnBrk="1" latinLnBrk="0" hangingPunct="1">
              <a:spcBef>
                <a:spcPts val="600"/>
              </a:spcBef>
              <a:buClr>
                <a:schemeClr val="tx1"/>
              </a:buClr>
              <a:buSzPct val="100000"/>
              <a:buFont typeface="Wingdings" panose="05000000000000000000" pitchFamily="2" charset="2"/>
              <a:buChar char=""/>
              <a:defRPr sz="1600" b="0" i="0" kern="1200">
                <a:solidFill>
                  <a:schemeClr val="tx1"/>
                </a:solidFill>
                <a:latin typeface="+mn-lt"/>
                <a:ea typeface="+mn-ea"/>
                <a:cs typeface="+mn-cs"/>
              </a:defRPr>
            </a:lvl2pPr>
            <a:lvl3pPr marL="504000" indent="-252000" algn="l" defTabSz="1088558" rtl="0" eaLnBrk="1" latinLnBrk="0" hangingPunct="1">
              <a:spcBef>
                <a:spcPts val="600"/>
              </a:spcBef>
              <a:buClr>
                <a:schemeClr val="tx1"/>
              </a:buClr>
              <a:buSzPct val="100000"/>
              <a:buFont typeface="Wingdings" panose="05000000000000000000" pitchFamily="2" charset="2"/>
              <a:buChar char=""/>
              <a:defRPr lang="en-US" sz="1400" b="0" i="0" kern="1200" noProof="0">
                <a:solidFill>
                  <a:schemeClr val="tx1"/>
                </a:solidFill>
                <a:latin typeface="+mn-lt"/>
                <a:ea typeface="+mn-ea"/>
                <a:cs typeface="+mn-cs"/>
              </a:defRPr>
            </a:lvl3pPr>
            <a:lvl4pPr marL="756000" indent="-252000" algn="l" defTabSz="1088558" rtl="0" eaLnBrk="1" latinLnBrk="0" hangingPunct="1">
              <a:spcBef>
                <a:spcPts val="600"/>
              </a:spcBef>
              <a:buClr>
                <a:schemeClr val="tx1"/>
              </a:buClr>
              <a:buSzPct val="100000"/>
              <a:buFont typeface="Wingdings" panose="05000000000000000000" pitchFamily="2" charset="2"/>
              <a:buChar char=""/>
              <a:defRPr sz="1400" b="0" i="0" kern="1200">
                <a:solidFill>
                  <a:schemeClr val="tx1"/>
                </a:solidFill>
                <a:latin typeface="+mn-lt"/>
                <a:ea typeface="+mn-ea"/>
                <a:cs typeface="+mn-cs"/>
              </a:defRPr>
            </a:lvl4pPr>
            <a:lvl5pPr marL="0" indent="0" algn="l" defTabSz="1088558" rtl="0" eaLnBrk="1" latinLnBrk="0" hangingPunct="1">
              <a:spcBef>
                <a:spcPts val="600"/>
              </a:spcBef>
              <a:buClr>
                <a:schemeClr val="tx1"/>
              </a:buClr>
              <a:buSzPct val="100000"/>
              <a:buFont typeface="Arial" panose="020B0604020202020204" pitchFamily="34" charset="0"/>
              <a:buChar char="​"/>
              <a:defRPr sz="1400" b="0" i="0" kern="1200" baseline="0">
                <a:solidFill>
                  <a:schemeClr val="tx1"/>
                </a:solidFill>
                <a:latin typeface="+mj-lt"/>
                <a:ea typeface="+mn-ea"/>
                <a:cs typeface="+mn-cs"/>
              </a:defRPr>
            </a:lvl5pPr>
            <a:lvl6pPr marL="0" indent="0" algn="l" defTabSz="1088558" rtl="0" eaLnBrk="1" latinLnBrk="0" hangingPunct="1">
              <a:lnSpc>
                <a:spcPct val="120000"/>
              </a:lnSpc>
              <a:spcBef>
                <a:spcPts val="600"/>
              </a:spcBef>
              <a:buFont typeface="Arial" panose="020B0604020202020204" pitchFamily="34" charset="0"/>
              <a:buChar char="​"/>
              <a:defRPr sz="1400" kern="1200">
                <a:solidFill>
                  <a:schemeClr val="tx1"/>
                </a:solidFill>
                <a:latin typeface="+mn-lt"/>
                <a:ea typeface="+mn-ea"/>
                <a:cs typeface="+mn-cs"/>
              </a:defRPr>
            </a:lvl6pPr>
            <a:lvl7pPr marL="0" indent="0" algn="l" defTabSz="1088558" rtl="0" eaLnBrk="1" latinLnBrk="0" hangingPunct="1">
              <a:lnSpc>
                <a:spcPct val="120000"/>
              </a:lnSpc>
              <a:spcBef>
                <a:spcPts val="300"/>
              </a:spcBef>
              <a:buFont typeface="Arial" pitchFamily="34" charset="0"/>
              <a:buChar char="​"/>
              <a:defRPr sz="800" kern="1200">
                <a:solidFill>
                  <a:schemeClr val="tx1"/>
                </a:solidFill>
                <a:latin typeface="+mj-lt"/>
                <a:ea typeface="+mn-ea"/>
                <a:cs typeface="+mn-cs"/>
              </a:defRPr>
            </a:lvl7pPr>
            <a:lvl8pPr marL="0" indent="0" algn="l" defTabSz="1088558" rtl="0" eaLnBrk="1" latinLnBrk="0" hangingPunct="1">
              <a:lnSpc>
                <a:spcPct val="120000"/>
              </a:lnSpc>
              <a:spcBef>
                <a:spcPts val="600"/>
              </a:spcBef>
              <a:buFont typeface="Arial" pitchFamily="34" charset="0"/>
              <a:buChar char="​"/>
              <a:defRPr sz="800" kern="1200">
                <a:solidFill>
                  <a:schemeClr val="tx1"/>
                </a:solidFill>
                <a:latin typeface="+mn-lt"/>
                <a:ea typeface="+mn-ea"/>
                <a:cs typeface="+mn-cs"/>
              </a:defRPr>
            </a:lvl8pPr>
            <a:lvl9pPr marL="0" indent="0" algn="l" defTabSz="1088558" rtl="0" eaLnBrk="1" latinLnBrk="0" hangingPunct="1">
              <a:spcBef>
                <a:spcPts val="600"/>
              </a:spcBef>
              <a:buFont typeface="Arial" pitchFamily="34" charset="0"/>
              <a:buChar char="​"/>
              <a:defRPr sz="3600" kern="1200">
                <a:solidFill>
                  <a:schemeClr val="tx1"/>
                </a:solidFill>
                <a:latin typeface="+mj-lt"/>
                <a:ea typeface="+mn-ea"/>
                <a:cs typeface="+mn-cs"/>
              </a:defRPr>
            </a:lvl9pPr>
          </a:lstStyle>
          <a:p>
            <a:r>
              <a:rPr lang="en-US" dirty="0"/>
              <a:t>Scroll until you find the </a:t>
            </a:r>
            <a:r>
              <a:rPr lang="en-US" b="1" dirty="0"/>
              <a:t>@Financial Closing Assistant</a:t>
            </a:r>
            <a:r>
              <a:rPr lang="en-US" dirty="0"/>
              <a:t>.</a:t>
            </a:r>
          </a:p>
          <a:p>
            <a:endParaRPr lang="en-US" dirty="0"/>
          </a:p>
          <a:p>
            <a:endParaRPr lang="en-US" dirty="0"/>
          </a:p>
          <a:p>
            <a:pPr lvl="1"/>
            <a:endParaRPr lang="en-US" sz="1800" dirty="0"/>
          </a:p>
          <a:p>
            <a:endParaRPr lang="en-US" dirty="0"/>
          </a:p>
        </p:txBody>
      </p:sp>
      <p:sp>
        <p:nvSpPr>
          <p:cNvPr id="16" name="Rounded Rectangle 15">
            <a:extLst>
              <a:ext uri="{FF2B5EF4-FFF2-40B4-BE49-F238E27FC236}">
                <a16:creationId xmlns:a16="http://schemas.microsoft.com/office/drawing/2014/main" id="{CDED1F9C-A822-1231-26C6-A8229740B946}"/>
              </a:ext>
            </a:extLst>
          </p:cNvPr>
          <p:cNvSpPr/>
          <p:nvPr/>
        </p:nvSpPr>
        <p:spPr bwMode="gray">
          <a:xfrm>
            <a:off x="10010774" y="2552700"/>
            <a:ext cx="1590675" cy="590550"/>
          </a:xfrm>
          <a:prstGeom prst="roundRect">
            <a:avLst/>
          </a:prstGeom>
          <a:noFill/>
          <a:ln w="28575" algn="ctr">
            <a:solidFill>
              <a:srgbClr val="7030A0"/>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400" b="0" i="0" u="none" strike="noStrike" kern="0" cap="none" spc="0" normalizeH="0" baseline="0" noProof="0" dirty="0" err="1">
              <a:ln>
                <a:solidFill>
                  <a:srgbClr val="7030A0"/>
                </a:solidFill>
              </a:ln>
              <a:effectLst/>
              <a:uLnTx/>
              <a:uFillTx/>
              <a:latin typeface="+mn-lt"/>
              <a:ea typeface="72 Brand" pitchFamily="34" charset="-128"/>
              <a:cs typeface="72 Brand" pitchFamily="34" charset="-128"/>
            </a:endParaRPr>
          </a:p>
        </p:txBody>
      </p:sp>
      <p:sp>
        <p:nvSpPr>
          <p:cNvPr id="19" name="Rounded Rectangle 18">
            <a:extLst>
              <a:ext uri="{FF2B5EF4-FFF2-40B4-BE49-F238E27FC236}">
                <a16:creationId xmlns:a16="http://schemas.microsoft.com/office/drawing/2014/main" id="{ECE661F8-F9ED-B2C8-32F8-7C505AA19AE1}"/>
              </a:ext>
            </a:extLst>
          </p:cNvPr>
          <p:cNvSpPr/>
          <p:nvPr/>
        </p:nvSpPr>
        <p:spPr bwMode="gray">
          <a:xfrm>
            <a:off x="10077449" y="5943601"/>
            <a:ext cx="904876" cy="247650"/>
          </a:xfrm>
          <a:prstGeom prst="roundRect">
            <a:avLst/>
          </a:prstGeom>
          <a:noFill/>
          <a:ln w="28575" algn="ctr">
            <a:solidFill>
              <a:srgbClr val="7030A0"/>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400" b="0" i="0" u="none" strike="noStrike" kern="0" cap="none" spc="0" normalizeH="0" baseline="0" noProof="0" dirty="0" err="1">
              <a:ln>
                <a:solidFill>
                  <a:srgbClr val="7030A0"/>
                </a:solidFill>
              </a:ln>
              <a:effectLst/>
              <a:uLnTx/>
              <a:uFillTx/>
              <a:latin typeface="+mn-lt"/>
              <a:ea typeface="72 Brand" pitchFamily="34" charset="-128"/>
              <a:cs typeface="72 Brand" pitchFamily="34" charset="-128"/>
            </a:endParaRPr>
          </a:p>
        </p:txBody>
      </p:sp>
    </p:spTree>
    <p:extLst>
      <p:ext uri="{BB962C8B-B14F-4D97-AF65-F5344CB8AC3E}">
        <p14:creationId xmlns:p14="http://schemas.microsoft.com/office/powerpoint/2010/main" val="36810738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65F15-A384-8064-1DCE-82151D6CF54B}"/>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A763C1DB-8CB9-8425-B3DA-D4FACE034DE4}"/>
              </a:ext>
            </a:extLst>
          </p:cNvPr>
          <p:cNvPicPr>
            <a:picLocks noChangeAspect="1"/>
          </p:cNvPicPr>
          <p:nvPr/>
        </p:nvPicPr>
        <p:blipFill>
          <a:blip r:embed="rId2"/>
          <a:srcRect l="25225"/>
          <a:stretch>
            <a:fillRect/>
          </a:stretch>
        </p:blipFill>
        <p:spPr>
          <a:xfrm>
            <a:off x="5867399" y="4269866"/>
            <a:ext cx="5811837" cy="1880617"/>
          </a:xfrm>
          <a:prstGeom prst="rect">
            <a:avLst/>
          </a:prstGeom>
          <a:ln>
            <a:noFill/>
          </a:ln>
          <a:effectLst>
            <a:outerShdw blurRad="190500" algn="tl" rotWithShape="0">
              <a:srgbClr val="000000">
                <a:alpha val="70000"/>
              </a:srgbClr>
            </a:outerShdw>
          </a:effectLst>
        </p:spPr>
      </p:pic>
      <p:pic>
        <p:nvPicPr>
          <p:cNvPr id="6" name="Picture 5">
            <a:extLst>
              <a:ext uri="{FF2B5EF4-FFF2-40B4-BE49-F238E27FC236}">
                <a16:creationId xmlns:a16="http://schemas.microsoft.com/office/drawing/2014/main" id="{4CFCB4CA-FEBD-3667-728E-F5CFF95B0280}"/>
              </a:ext>
            </a:extLst>
          </p:cNvPr>
          <p:cNvPicPr>
            <a:picLocks noChangeAspect="1"/>
          </p:cNvPicPr>
          <p:nvPr/>
        </p:nvPicPr>
        <p:blipFill>
          <a:blip r:embed="rId3"/>
          <a:srcRect l="25470"/>
          <a:stretch>
            <a:fillRect/>
          </a:stretch>
        </p:blipFill>
        <p:spPr>
          <a:xfrm>
            <a:off x="5867399" y="1848332"/>
            <a:ext cx="5792787" cy="1713535"/>
          </a:xfrm>
          <a:prstGeom prst="rect">
            <a:avLst/>
          </a:prstGeom>
          <a:ln>
            <a:noFill/>
          </a:ln>
          <a:effectLst>
            <a:outerShdw blurRad="190500" algn="tl" rotWithShape="0">
              <a:srgbClr val="000000">
                <a:alpha val="70000"/>
              </a:srgbClr>
            </a:outerShdw>
          </a:effectLst>
        </p:spPr>
      </p:pic>
      <p:sp>
        <p:nvSpPr>
          <p:cNvPr id="3" name="Text Placeholder 2">
            <a:extLst>
              <a:ext uri="{FF2B5EF4-FFF2-40B4-BE49-F238E27FC236}">
                <a16:creationId xmlns:a16="http://schemas.microsoft.com/office/drawing/2014/main" id="{7DAD6844-C2F9-6E54-5B05-DB11D2689BD5}"/>
              </a:ext>
            </a:extLst>
          </p:cNvPr>
          <p:cNvSpPr>
            <a:spLocks noGrp="1"/>
          </p:cNvSpPr>
          <p:nvPr>
            <p:ph type="body" sz="quarter" idx="10"/>
          </p:nvPr>
        </p:nvSpPr>
        <p:spPr>
          <a:xfrm>
            <a:off x="504000" y="4770000"/>
            <a:ext cx="5465000" cy="1583175"/>
          </a:xfrm>
        </p:spPr>
        <p:txBody>
          <a:bodyPr>
            <a:normAutofit/>
          </a:bodyPr>
          <a:lstStyle/>
          <a:p>
            <a:r>
              <a:rPr lang="en-US" dirty="0"/>
              <a:t>Choose </a:t>
            </a:r>
            <a:r>
              <a:rPr lang="en-US" b="1" dirty="0"/>
              <a:t>New Conversation</a:t>
            </a:r>
            <a:r>
              <a:rPr lang="en-US" dirty="0"/>
              <a:t>.</a:t>
            </a:r>
          </a:p>
          <a:p>
            <a:endParaRPr lang="en-US" dirty="0"/>
          </a:p>
          <a:p>
            <a:endParaRPr lang="en-US" dirty="0"/>
          </a:p>
          <a:p>
            <a:pPr lvl="1"/>
            <a:endParaRPr lang="en-US" sz="1800" dirty="0"/>
          </a:p>
          <a:p>
            <a:endParaRPr lang="en-US" dirty="0"/>
          </a:p>
        </p:txBody>
      </p:sp>
      <p:sp>
        <p:nvSpPr>
          <p:cNvPr id="4" name="Title 3">
            <a:extLst>
              <a:ext uri="{FF2B5EF4-FFF2-40B4-BE49-F238E27FC236}">
                <a16:creationId xmlns:a16="http://schemas.microsoft.com/office/drawing/2014/main" id="{271FB084-814D-75BF-F1D2-6591B86748F7}"/>
              </a:ext>
            </a:extLst>
          </p:cNvPr>
          <p:cNvSpPr>
            <a:spLocks noGrp="1"/>
          </p:cNvSpPr>
          <p:nvPr>
            <p:ph type="title"/>
          </p:nvPr>
        </p:nvSpPr>
        <p:spPr>
          <a:xfrm>
            <a:off x="504001" y="504000"/>
            <a:ext cx="11186476" cy="369332"/>
          </a:xfrm>
        </p:spPr>
        <p:txBody>
          <a:bodyPr wrap="square">
            <a:normAutofit/>
          </a:bodyPr>
          <a:lstStyle/>
          <a:p>
            <a:r>
              <a:rPr lang="en-US" dirty="0"/>
              <a:t>How to work with the Financial Closing Assistant in Joule – First Steps</a:t>
            </a:r>
          </a:p>
        </p:txBody>
      </p:sp>
      <p:sp>
        <p:nvSpPr>
          <p:cNvPr id="14" name="Text Placeholder 2">
            <a:extLst>
              <a:ext uri="{FF2B5EF4-FFF2-40B4-BE49-F238E27FC236}">
                <a16:creationId xmlns:a16="http://schemas.microsoft.com/office/drawing/2014/main" id="{21CA78C4-08CA-5108-9D6E-F12B6008329B}"/>
              </a:ext>
            </a:extLst>
          </p:cNvPr>
          <p:cNvSpPr txBox="1">
            <a:spLocks/>
          </p:cNvSpPr>
          <p:nvPr/>
        </p:nvSpPr>
        <p:spPr bwMode="black">
          <a:xfrm>
            <a:off x="513525" y="2131575"/>
            <a:ext cx="5465000" cy="1583175"/>
          </a:xfrm>
          <a:prstGeom prst="rect">
            <a:avLst/>
          </a:prstGeom>
        </p:spPr>
        <p:txBody>
          <a:bodyPr vert="horz" lIns="0" tIns="0" rIns="0" bIns="0" rtlCol="0">
            <a:normAutofit/>
          </a:bodyPr>
          <a:lstStyle>
            <a:lvl1pPr marL="0" indent="0" algn="l" defTabSz="1088558" rtl="0" eaLnBrk="1" latinLnBrk="0" hangingPunct="1">
              <a:spcBef>
                <a:spcPts val="600"/>
              </a:spcBef>
              <a:buClrTx/>
              <a:buSzPct val="100000"/>
              <a:buFont typeface="Arial" panose="020B0604020202020204" pitchFamily="34" charset="0"/>
              <a:buChar char="​"/>
              <a:defRPr sz="1800" b="0" i="0" kern="1200" baseline="0">
                <a:solidFill>
                  <a:schemeClr val="tx1"/>
                </a:solidFill>
                <a:latin typeface="+mn-lt"/>
                <a:ea typeface="+mn-ea"/>
                <a:cs typeface="+mn-cs"/>
              </a:defRPr>
            </a:lvl1pPr>
            <a:lvl2pPr marL="252000" indent="-252000" algn="l" defTabSz="1088558" rtl="0" eaLnBrk="1" latinLnBrk="0" hangingPunct="1">
              <a:spcBef>
                <a:spcPts val="600"/>
              </a:spcBef>
              <a:buClr>
                <a:schemeClr val="tx1"/>
              </a:buClr>
              <a:buSzPct val="100000"/>
              <a:buFont typeface="Wingdings" panose="05000000000000000000" pitchFamily="2" charset="2"/>
              <a:buChar char=""/>
              <a:defRPr sz="1600" b="0" i="0" kern="1200">
                <a:solidFill>
                  <a:schemeClr val="tx1"/>
                </a:solidFill>
                <a:latin typeface="+mn-lt"/>
                <a:ea typeface="+mn-ea"/>
                <a:cs typeface="+mn-cs"/>
              </a:defRPr>
            </a:lvl2pPr>
            <a:lvl3pPr marL="504000" indent="-252000" algn="l" defTabSz="1088558" rtl="0" eaLnBrk="1" latinLnBrk="0" hangingPunct="1">
              <a:spcBef>
                <a:spcPts val="600"/>
              </a:spcBef>
              <a:buClr>
                <a:schemeClr val="tx1"/>
              </a:buClr>
              <a:buSzPct val="100000"/>
              <a:buFont typeface="Wingdings" panose="05000000000000000000" pitchFamily="2" charset="2"/>
              <a:buChar char=""/>
              <a:defRPr lang="en-US" sz="1400" b="0" i="0" kern="1200" noProof="0">
                <a:solidFill>
                  <a:schemeClr val="tx1"/>
                </a:solidFill>
                <a:latin typeface="+mn-lt"/>
                <a:ea typeface="+mn-ea"/>
                <a:cs typeface="+mn-cs"/>
              </a:defRPr>
            </a:lvl3pPr>
            <a:lvl4pPr marL="756000" indent="-252000" algn="l" defTabSz="1088558" rtl="0" eaLnBrk="1" latinLnBrk="0" hangingPunct="1">
              <a:spcBef>
                <a:spcPts val="600"/>
              </a:spcBef>
              <a:buClr>
                <a:schemeClr val="tx1"/>
              </a:buClr>
              <a:buSzPct val="100000"/>
              <a:buFont typeface="Wingdings" panose="05000000000000000000" pitchFamily="2" charset="2"/>
              <a:buChar char=""/>
              <a:defRPr sz="1400" b="0" i="0" kern="1200">
                <a:solidFill>
                  <a:schemeClr val="tx1"/>
                </a:solidFill>
                <a:latin typeface="+mn-lt"/>
                <a:ea typeface="+mn-ea"/>
                <a:cs typeface="+mn-cs"/>
              </a:defRPr>
            </a:lvl4pPr>
            <a:lvl5pPr marL="0" indent="0" algn="l" defTabSz="1088558" rtl="0" eaLnBrk="1" latinLnBrk="0" hangingPunct="1">
              <a:spcBef>
                <a:spcPts val="600"/>
              </a:spcBef>
              <a:buClr>
                <a:schemeClr val="tx1"/>
              </a:buClr>
              <a:buSzPct val="100000"/>
              <a:buFont typeface="Arial" panose="020B0604020202020204" pitchFamily="34" charset="0"/>
              <a:buChar char="​"/>
              <a:defRPr sz="1400" b="0" i="0" kern="1200" baseline="0">
                <a:solidFill>
                  <a:schemeClr val="tx1"/>
                </a:solidFill>
                <a:latin typeface="+mj-lt"/>
                <a:ea typeface="+mn-ea"/>
                <a:cs typeface="+mn-cs"/>
              </a:defRPr>
            </a:lvl5pPr>
            <a:lvl6pPr marL="0" indent="0" algn="l" defTabSz="1088558" rtl="0" eaLnBrk="1" latinLnBrk="0" hangingPunct="1">
              <a:lnSpc>
                <a:spcPct val="120000"/>
              </a:lnSpc>
              <a:spcBef>
                <a:spcPts val="600"/>
              </a:spcBef>
              <a:buFont typeface="Arial" panose="020B0604020202020204" pitchFamily="34" charset="0"/>
              <a:buChar char="​"/>
              <a:defRPr sz="1400" kern="1200">
                <a:solidFill>
                  <a:schemeClr val="tx1"/>
                </a:solidFill>
                <a:latin typeface="+mn-lt"/>
                <a:ea typeface="+mn-ea"/>
                <a:cs typeface="+mn-cs"/>
              </a:defRPr>
            </a:lvl6pPr>
            <a:lvl7pPr marL="0" indent="0" algn="l" defTabSz="1088558" rtl="0" eaLnBrk="1" latinLnBrk="0" hangingPunct="1">
              <a:lnSpc>
                <a:spcPct val="120000"/>
              </a:lnSpc>
              <a:spcBef>
                <a:spcPts val="300"/>
              </a:spcBef>
              <a:buFont typeface="Arial" pitchFamily="34" charset="0"/>
              <a:buChar char="​"/>
              <a:defRPr sz="800" kern="1200">
                <a:solidFill>
                  <a:schemeClr val="tx1"/>
                </a:solidFill>
                <a:latin typeface="+mj-lt"/>
                <a:ea typeface="+mn-ea"/>
                <a:cs typeface="+mn-cs"/>
              </a:defRPr>
            </a:lvl7pPr>
            <a:lvl8pPr marL="0" indent="0" algn="l" defTabSz="1088558" rtl="0" eaLnBrk="1" latinLnBrk="0" hangingPunct="1">
              <a:lnSpc>
                <a:spcPct val="120000"/>
              </a:lnSpc>
              <a:spcBef>
                <a:spcPts val="600"/>
              </a:spcBef>
              <a:buFont typeface="Arial" pitchFamily="34" charset="0"/>
              <a:buChar char="​"/>
              <a:defRPr sz="800" kern="1200">
                <a:solidFill>
                  <a:schemeClr val="tx1"/>
                </a:solidFill>
                <a:latin typeface="+mn-lt"/>
                <a:ea typeface="+mn-ea"/>
                <a:cs typeface="+mn-cs"/>
              </a:defRPr>
            </a:lvl8pPr>
            <a:lvl9pPr marL="0" indent="0" algn="l" defTabSz="1088558" rtl="0" eaLnBrk="1" latinLnBrk="0" hangingPunct="1">
              <a:spcBef>
                <a:spcPts val="600"/>
              </a:spcBef>
              <a:buFont typeface="Arial" pitchFamily="34" charset="0"/>
              <a:buChar char="​"/>
              <a:defRPr sz="3600" kern="1200">
                <a:solidFill>
                  <a:schemeClr val="tx1"/>
                </a:solidFill>
                <a:latin typeface="+mj-lt"/>
                <a:ea typeface="+mn-ea"/>
                <a:cs typeface="+mn-cs"/>
              </a:defRPr>
            </a:lvl9pPr>
          </a:lstStyle>
          <a:p>
            <a:r>
              <a:rPr lang="en-US" dirty="0"/>
              <a:t>To open a new conversation, click the symbol at the top left corner in the Joule window.</a:t>
            </a:r>
          </a:p>
          <a:p>
            <a:endParaRPr lang="en-US" dirty="0"/>
          </a:p>
          <a:p>
            <a:endParaRPr lang="en-US" dirty="0"/>
          </a:p>
          <a:p>
            <a:pPr lvl="1"/>
            <a:endParaRPr lang="en-US" sz="1800" dirty="0"/>
          </a:p>
          <a:p>
            <a:endParaRPr lang="en-US" dirty="0"/>
          </a:p>
        </p:txBody>
      </p:sp>
      <p:sp>
        <p:nvSpPr>
          <p:cNvPr id="16" name="Rounded Rectangle 15">
            <a:extLst>
              <a:ext uri="{FF2B5EF4-FFF2-40B4-BE49-F238E27FC236}">
                <a16:creationId xmlns:a16="http://schemas.microsoft.com/office/drawing/2014/main" id="{B4EB5E19-A4E4-D958-299A-7D9DCA8405EF}"/>
              </a:ext>
            </a:extLst>
          </p:cNvPr>
          <p:cNvSpPr/>
          <p:nvPr/>
        </p:nvSpPr>
        <p:spPr bwMode="gray">
          <a:xfrm>
            <a:off x="9953624" y="2076450"/>
            <a:ext cx="266701" cy="257175"/>
          </a:xfrm>
          <a:prstGeom prst="roundRect">
            <a:avLst/>
          </a:prstGeom>
          <a:noFill/>
          <a:ln w="28575" algn="ctr">
            <a:solidFill>
              <a:srgbClr val="7030A0"/>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400" b="0" i="0" u="none" strike="noStrike" kern="0" cap="none" spc="0" normalizeH="0" baseline="0" noProof="0" dirty="0" err="1">
              <a:ln>
                <a:solidFill>
                  <a:srgbClr val="7030A0"/>
                </a:solidFill>
              </a:ln>
              <a:effectLst/>
              <a:uLnTx/>
              <a:uFillTx/>
              <a:latin typeface="+mn-lt"/>
              <a:ea typeface="72 Brand" pitchFamily="34" charset="-128"/>
              <a:cs typeface="72 Brand" pitchFamily="34" charset="-128"/>
            </a:endParaRPr>
          </a:p>
        </p:txBody>
      </p:sp>
      <p:sp>
        <p:nvSpPr>
          <p:cNvPr id="19" name="Rounded Rectangle 18">
            <a:extLst>
              <a:ext uri="{FF2B5EF4-FFF2-40B4-BE49-F238E27FC236}">
                <a16:creationId xmlns:a16="http://schemas.microsoft.com/office/drawing/2014/main" id="{3FA69A91-6622-5397-63C6-D25F9E4DD460}"/>
              </a:ext>
            </a:extLst>
          </p:cNvPr>
          <p:cNvSpPr/>
          <p:nvPr/>
        </p:nvSpPr>
        <p:spPr bwMode="gray">
          <a:xfrm>
            <a:off x="9953624" y="4714875"/>
            <a:ext cx="1095376" cy="266699"/>
          </a:xfrm>
          <a:prstGeom prst="roundRect">
            <a:avLst/>
          </a:prstGeom>
          <a:noFill/>
          <a:ln w="28575" algn="ctr">
            <a:solidFill>
              <a:srgbClr val="7030A0"/>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400" b="0" i="0" u="none" strike="noStrike" kern="0" cap="none" spc="0" normalizeH="0" baseline="0" noProof="0" dirty="0" err="1">
              <a:ln>
                <a:solidFill>
                  <a:srgbClr val="7030A0"/>
                </a:solidFill>
              </a:ln>
              <a:effectLst/>
              <a:uLnTx/>
              <a:uFillTx/>
              <a:latin typeface="+mn-lt"/>
              <a:ea typeface="72 Brand" pitchFamily="34" charset="-128"/>
              <a:cs typeface="72 Brand" pitchFamily="34" charset="-128"/>
            </a:endParaRPr>
          </a:p>
        </p:txBody>
      </p:sp>
    </p:spTree>
    <p:extLst>
      <p:ext uri="{BB962C8B-B14F-4D97-AF65-F5344CB8AC3E}">
        <p14:creationId xmlns:p14="http://schemas.microsoft.com/office/powerpoint/2010/main" val="38042608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EE472-07CA-D956-AAC8-01378FC9113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F56D1F97-F92F-1EAF-011E-8E5BB2C72DE7}"/>
              </a:ext>
            </a:extLst>
          </p:cNvPr>
          <p:cNvPicPr>
            <a:picLocks noChangeAspect="1"/>
          </p:cNvPicPr>
          <p:nvPr/>
        </p:nvPicPr>
        <p:blipFill>
          <a:blip r:embed="rId2"/>
          <a:srcRect l="24122"/>
          <a:stretch>
            <a:fillRect/>
          </a:stretch>
        </p:blipFill>
        <p:spPr>
          <a:xfrm>
            <a:off x="5819775" y="1780473"/>
            <a:ext cx="5897562" cy="1754003"/>
          </a:xfrm>
          <a:prstGeom prst="rect">
            <a:avLst/>
          </a:prstGeom>
          <a:ln>
            <a:noFill/>
          </a:ln>
          <a:effectLst>
            <a:outerShdw blurRad="190500" algn="tl" rotWithShape="0">
              <a:srgbClr val="000000">
                <a:alpha val="70000"/>
              </a:srgbClr>
            </a:outerShdw>
          </a:effectLst>
        </p:spPr>
      </p:pic>
      <p:sp>
        <p:nvSpPr>
          <p:cNvPr id="3" name="Text Placeholder 2">
            <a:extLst>
              <a:ext uri="{FF2B5EF4-FFF2-40B4-BE49-F238E27FC236}">
                <a16:creationId xmlns:a16="http://schemas.microsoft.com/office/drawing/2014/main" id="{1243B716-36C1-C7E5-AE81-3E8484534C91}"/>
              </a:ext>
            </a:extLst>
          </p:cNvPr>
          <p:cNvSpPr>
            <a:spLocks noGrp="1"/>
          </p:cNvSpPr>
          <p:nvPr>
            <p:ph type="body" sz="quarter" idx="10"/>
          </p:nvPr>
        </p:nvSpPr>
        <p:spPr>
          <a:xfrm>
            <a:off x="504000" y="4770000"/>
            <a:ext cx="3648900" cy="1583175"/>
          </a:xfrm>
        </p:spPr>
        <p:txBody>
          <a:bodyPr>
            <a:normAutofit/>
          </a:bodyPr>
          <a:lstStyle/>
          <a:p>
            <a:r>
              <a:rPr lang="en-US" dirty="0"/>
              <a:t>Joule Work opens in a separate window next to the SAP S/4 HANA system.</a:t>
            </a:r>
          </a:p>
          <a:p>
            <a:endParaRPr lang="en-US" dirty="0"/>
          </a:p>
          <a:p>
            <a:pPr lvl="1"/>
            <a:endParaRPr lang="en-US" sz="1800" dirty="0"/>
          </a:p>
          <a:p>
            <a:endParaRPr lang="en-US" dirty="0"/>
          </a:p>
        </p:txBody>
      </p:sp>
      <p:sp>
        <p:nvSpPr>
          <p:cNvPr id="4" name="Title 3">
            <a:extLst>
              <a:ext uri="{FF2B5EF4-FFF2-40B4-BE49-F238E27FC236}">
                <a16:creationId xmlns:a16="http://schemas.microsoft.com/office/drawing/2014/main" id="{DFE01275-8732-EF0D-08BF-ED04474C1D97}"/>
              </a:ext>
            </a:extLst>
          </p:cNvPr>
          <p:cNvSpPr>
            <a:spLocks noGrp="1"/>
          </p:cNvSpPr>
          <p:nvPr>
            <p:ph type="title"/>
          </p:nvPr>
        </p:nvSpPr>
        <p:spPr>
          <a:xfrm>
            <a:off x="504001" y="504000"/>
            <a:ext cx="11186476" cy="369332"/>
          </a:xfrm>
        </p:spPr>
        <p:txBody>
          <a:bodyPr wrap="square">
            <a:normAutofit/>
          </a:bodyPr>
          <a:lstStyle/>
          <a:p>
            <a:r>
              <a:rPr lang="en-US" dirty="0"/>
              <a:t>How to work with the Financial Closing Assistant in Joule – First Steps</a:t>
            </a:r>
          </a:p>
        </p:txBody>
      </p:sp>
      <p:sp>
        <p:nvSpPr>
          <p:cNvPr id="14" name="Text Placeholder 2">
            <a:extLst>
              <a:ext uri="{FF2B5EF4-FFF2-40B4-BE49-F238E27FC236}">
                <a16:creationId xmlns:a16="http://schemas.microsoft.com/office/drawing/2014/main" id="{4B1CE40D-9AAB-16C7-4828-639A764DF523}"/>
              </a:ext>
            </a:extLst>
          </p:cNvPr>
          <p:cNvSpPr txBox="1">
            <a:spLocks/>
          </p:cNvSpPr>
          <p:nvPr/>
        </p:nvSpPr>
        <p:spPr bwMode="black">
          <a:xfrm>
            <a:off x="513525" y="2131575"/>
            <a:ext cx="5220525" cy="1583175"/>
          </a:xfrm>
          <a:prstGeom prst="rect">
            <a:avLst/>
          </a:prstGeom>
        </p:spPr>
        <p:txBody>
          <a:bodyPr vert="horz" lIns="0" tIns="0" rIns="0" bIns="0" rtlCol="0">
            <a:normAutofit/>
          </a:bodyPr>
          <a:lstStyle>
            <a:lvl1pPr marL="0" indent="0" algn="l" defTabSz="1088558" rtl="0" eaLnBrk="1" latinLnBrk="0" hangingPunct="1">
              <a:spcBef>
                <a:spcPts val="600"/>
              </a:spcBef>
              <a:buClrTx/>
              <a:buSzPct val="100000"/>
              <a:buFont typeface="Arial" panose="020B0604020202020204" pitchFamily="34" charset="0"/>
              <a:buChar char="​"/>
              <a:defRPr sz="1800" b="0" i="0" kern="1200" baseline="0">
                <a:solidFill>
                  <a:schemeClr val="tx1"/>
                </a:solidFill>
                <a:latin typeface="+mn-lt"/>
                <a:ea typeface="+mn-ea"/>
                <a:cs typeface="+mn-cs"/>
              </a:defRPr>
            </a:lvl1pPr>
            <a:lvl2pPr marL="252000" indent="-252000" algn="l" defTabSz="1088558" rtl="0" eaLnBrk="1" latinLnBrk="0" hangingPunct="1">
              <a:spcBef>
                <a:spcPts val="600"/>
              </a:spcBef>
              <a:buClr>
                <a:schemeClr val="tx1"/>
              </a:buClr>
              <a:buSzPct val="100000"/>
              <a:buFont typeface="Wingdings" panose="05000000000000000000" pitchFamily="2" charset="2"/>
              <a:buChar char=""/>
              <a:defRPr sz="1600" b="0" i="0" kern="1200">
                <a:solidFill>
                  <a:schemeClr val="tx1"/>
                </a:solidFill>
                <a:latin typeface="+mn-lt"/>
                <a:ea typeface="+mn-ea"/>
                <a:cs typeface="+mn-cs"/>
              </a:defRPr>
            </a:lvl2pPr>
            <a:lvl3pPr marL="504000" indent="-252000" algn="l" defTabSz="1088558" rtl="0" eaLnBrk="1" latinLnBrk="0" hangingPunct="1">
              <a:spcBef>
                <a:spcPts val="600"/>
              </a:spcBef>
              <a:buClr>
                <a:schemeClr val="tx1"/>
              </a:buClr>
              <a:buSzPct val="100000"/>
              <a:buFont typeface="Wingdings" panose="05000000000000000000" pitchFamily="2" charset="2"/>
              <a:buChar char=""/>
              <a:defRPr lang="en-US" sz="1400" b="0" i="0" kern="1200" noProof="0">
                <a:solidFill>
                  <a:schemeClr val="tx1"/>
                </a:solidFill>
                <a:latin typeface="+mn-lt"/>
                <a:ea typeface="+mn-ea"/>
                <a:cs typeface="+mn-cs"/>
              </a:defRPr>
            </a:lvl3pPr>
            <a:lvl4pPr marL="756000" indent="-252000" algn="l" defTabSz="1088558" rtl="0" eaLnBrk="1" latinLnBrk="0" hangingPunct="1">
              <a:spcBef>
                <a:spcPts val="600"/>
              </a:spcBef>
              <a:buClr>
                <a:schemeClr val="tx1"/>
              </a:buClr>
              <a:buSzPct val="100000"/>
              <a:buFont typeface="Wingdings" panose="05000000000000000000" pitchFamily="2" charset="2"/>
              <a:buChar char=""/>
              <a:defRPr sz="1400" b="0" i="0" kern="1200">
                <a:solidFill>
                  <a:schemeClr val="tx1"/>
                </a:solidFill>
                <a:latin typeface="+mn-lt"/>
                <a:ea typeface="+mn-ea"/>
                <a:cs typeface="+mn-cs"/>
              </a:defRPr>
            </a:lvl4pPr>
            <a:lvl5pPr marL="0" indent="0" algn="l" defTabSz="1088558" rtl="0" eaLnBrk="1" latinLnBrk="0" hangingPunct="1">
              <a:spcBef>
                <a:spcPts val="600"/>
              </a:spcBef>
              <a:buClr>
                <a:schemeClr val="tx1"/>
              </a:buClr>
              <a:buSzPct val="100000"/>
              <a:buFont typeface="Arial" panose="020B0604020202020204" pitchFamily="34" charset="0"/>
              <a:buChar char="​"/>
              <a:defRPr sz="1400" b="0" i="0" kern="1200" baseline="0">
                <a:solidFill>
                  <a:schemeClr val="tx1"/>
                </a:solidFill>
                <a:latin typeface="+mj-lt"/>
                <a:ea typeface="+mn-ea"/>
                <a:cs typeface="+mn-cs"/>
              </a:defRPr>
            </a:lvl5pPr>
            <a:lvl6pPr marL="0" indent="0" algn="l" defTabSz="1088558" rtl="0" eaLnBrk="1" latinLnBrk="0" hangingPunct="1">
              <a:lnSpc>
                <a:spcPct val="120000"/>
              </a:lnSpc>
              <a:spcBef>
                <a:spcPts val="600"/>
              </a:spcBef>
              <a:buFont typeface="Arial" panose="020B0604020202020204" pitchFamily="34" charset="0"/>
              <a:buChar char="​"/>
              <a:defRPr sz="1400" kern="1200">
                <a:solidFill>
                  <a:schemeClr val="tx1"/>
                </a:solidFill>
                <a:latin typeface="+mn-lt"/>
                <a:ea typeface="+mn-ea"/>
                <a:cs typeface="+mn-cs"/>
              </a:defRPr>
            </a:lvl6pPr>
            <a:lvl7pPr marL="0" indent="0" algn="l" defTabSz="1088558" rtl="0" eaLnBrk="1" latinLnBrk="0" hangingPunct="1">
              <a:lnSpc>
                <a:spcPct val="120000"/>
              </a:lnSpc>
              <a:spcBef>
                <a:spcPts val="300"/>
              </a:spcBef>
              <a:buFont typeface="Arial" pitchFamily="34" charset="0"/>
              <a:buChar char="​"/>
              <a:defRPr sz="800" kern="1200">
                <a:solidFill>
                  <a:schemeClr val="tx1"/>
                </a:solidFill>
                <a:latin typeface="+mj-lt"/>
                <a:ea typeface="+mn-ea"/>
                <a:cs typeface="+mn-cs"/>
              </a:defRPr>
            </a:lvl7pPr>
            <a:lvl8pPr marL="0" indent="0" algn="l" defTabSz="1088558" rtl="0" eaLnBrk="1" latinLnBrk="0" hangingPunct="1">
              <a:lnSpc>
                <a:spcPct val="120000"/>
              </a:lnSpc>
              <a:spcBef>
                <a:spcPts val="600"/>
              </a:spcBef>
              <a:buFont typeface="Arial" pitchFamily="34" charset="0"/>
              <a:buChar char="​"/>
              <a:defRPr sz="800" kern="1200">
                <a:solidFill>
                  <a:schemeClr val="tx1"/>
                </a:solidFill>
                <a:latin typeface="+mn-lt"/>
                <a:ea typeface="+mn-ea"/>
                <a:cs typeface="+mn-cs"/>
              </a:defRPr>
            </a:lvl8pPr>
            <a:lvl9pPr marL="0" indent="0" algn="l" defTabSz="1088558" rtl="0" eaLnBrk="1" latinLnBrk="0" hangingPunct="1">
              <a:spcBef>
                <a:spcPts val="600"/>
              </a:spcBef>
              <a:buFont typeface="Arial" pitchFamily="34" charset="0"/>
              <a:buChar char="​"/>
              <a:defRPr sz="3600" kern="1200">
                <a:solidFill>
                  <a:schemeClr val="tx1"/>
                </a:solidFill>
                <a:latin typeface="+mj-lt"/>
                <a:ea typeface="+mn-ea"/>
                <a:cs typeface="+mn-cs"/>
              </a:defRPr>
            </a:lvl9pPr>
          </a:lstStyle>
          <a:p>
            <a:r>
              <a:rPr lang="en-US" dirty="0"/>
              <a:t>You can stay in the Joule window or open Joule Work. To open Joule Work just click on the </a:t>
            </a:r>
            <a:r>
              <a:rPr lang="en-US" b="1" dirty="0"/>
              <a:t>Open Joule Work</a:t>
            </a:r>
            <a:r>
              <a:rPr lang="en-US" dirty="0"/>
              <a:t> text.</a:t>
            </a:r>
          </a:p>
          <a:p>
            <a:endParaRPr lang="en-US" dirty="0"/>
          </a:p>
          <a:p>
            <a:endParaRPr lang="en-US" dirty="0"/>
          </a:p>
          <a:p>
            <a:pPr lvl="1"/>
            <a:endParaRPr lang="en-US" sz="1800" dirty="0"/>
          </a:p>
          <a:p>
            <a:endParaRPr lang="en-US" dirty="0"/>
          </a:p>
        </p:txBody>
      </p:sp>
      <p:sp>
        <p:nvSpPr>
          <p:cNvPr id="16" name="Rounded Rectangle 15">
            <a:extLst>
              <a:ext uri="{FF2B5EF4-FFF2-40B4-BE49-F238E27FC236}">
                <a16:creationId xmlns:a16="http://schemas.microsoft.com/office/drawing/2014/main" id="{B6022CE9-302B-58AC-1B21-106DAB2A9918}"/>
              </a:ext>
            </a:extLst>
          </p:cNvPr>
          <p:cNvSpPr/>
          <p:nvPr/>
        </p:nvSpPr>
        <p:spPr bwMode="gray">
          <a:xfrm>
            <a:off x="10315574" y="2162175"/>
            <a:ext cx="1057276" cy="314325"/>
          </a:xfrm>
          <a:prstGeom prst="roundRect">
            <a:avLst/>
          </a:prstGeom>
          <a:noFill/>
          <a:ln w="28575" algn="ctr">
            <a:solidFill>
              <a:srgbClr val="7030A0"/>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400" b="0" i="0" u="none" strike="noStrike" kern="0" cap="none" spc="0" normalizeH="0" baseline="0" noProof="0" dirty="0" err="1">
              <a:ln>
                <a:solidFill>
                  <a:srgbClr val="7030A0"/>
                </a:solidFill>
              </a:ln>
              <a:effectLst/>
              <a:uLnTx/>
              <a:uFillTx/>
              <a:latin typeface="+mn-lt"/>
              <a:ea typeface="72 Brand" pitchFamily="34" charset="-128"/>
              <a:cs typeface="72 Brand" pitchFamily="34" charset="-128"/>
            </a:endParaRPr>
          </a:p>
        </p:txBody>
      </p:sp>
      <p:sp>
        <p:nvSpPr>
          <p:cNvPr id="19" name="Rounded Rectangle 18">
            <a:extLst>
              <a:ext uri="{FF2B5EF4-FFF2-40B4-BE49-F238E27FC236}">
                <a16:creationId xmlns:a16="http://schemas.microsoft.com/office/drawing/2014/main" id="{7278CA1D-B039-CDCF-F815-CE324E545A59}"/>
              </a:ext>
            </a:extLst>
          </p:cNvPr>
          <p:cNvSpPr/>
          <p:nvPr/>
        </p:nvSpPr>
        <p:spPr bwMode="gray">
          <a:xfrm>
            <a:off x="9953624" y="4714875"/>
            <a:ext cx="1095376" cy="266699"/>
          </a:xfrm>
          <a:prstGeom prst="roundRect">
            <a:avLst/>
          </a:prstGeom>
          <a:noFill/>
          <a:ln w="28575" algn="ctr">
            <a:solidFill>
              <a:srgbClr val="7030A0"/>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400" b="0" i="0" u="none" strike="noStrike" kern="0" cap="none" spc="0" normalizeH="0" baseline="0" noProof="0" dirty="0" err="1">
              <a:ln>
                <a:solidFill>
                  <a:srgbClr val="7030A0"/>
                </a:solidFill>
              </a:ln>
              <a:effectLst/>
              <a:uLnTx/>
              <a:uFillTx/>
              <a:latin typeface="+mn-lt"/>
              <a:ea typeface="72 Brand" pitchFamily="34" charset="-128"/>
              <a:cs typeface="72 Brand" pitchFamily="34" charset="-128"/>
            </a:endParaRPr>
          </a:p>
        </p:txBody>
      </p:sp>
      <p:pic>
        <p:nvPicPr>
          <p:cNvPr id="5" name="Picture 4">
            <a:extLst>
              <a:ext uri="{FF2B5EF4-FFF2-40B4-BE49-F238E27FC236}">
                <a16:creationId xmlns:a16="http://schemas.microsoft.com/office/drawing/2014/main" id="{35E59C00-040B-A912-5C4D-7FCF25265DE8}"/>
              </a:ext>
            </a:extLst>
          </p:cNvPr>
          <p:cNvPicPr>
            <a:picLocks noChangeAspect="1"/>
          </p:cNvPicPr>
          <p:nvPr/>
        </p:nvPicPr>
        <p:blipFill>
          <a:blip r:embed="rId3"/>
          <a:stretch>
            <a:fillRect/>
          </a:stretch>
        </p:blipFill>
        <p:spPr>
          <a:xfrm>
            <a:off x="4202112" y="3875031"/>
            <a:ext cx="7772400" cy="251788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4009795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251DF-BF11-6B65-F19A-C90379DDD2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CE8064-30A0-F2F7-8DAA-085B8A85D34C}"/>
              </a:ext>
            </a:extLst>
          </p:cNvPr>
          <p:cNvSpPr txBox="1">
            <a:spLocks/>
          </p:cNvSpPr>
          <p:nvPr/>
        </p:nvSpPr>
        <p:spPr>
          <a:xfrm>
            <a:off x="11568187" y="6510874"/>
            <a:ext cx="320601" cy="83100"/>
          </a:xfrm>
          <a:prstGeom prst="rect">
            <a:avLst/>
          </a:prstGeom>
          <a:noFill/>
        </p:spPr>
        <p:txBody>
          <a:bodyPr vert="horz" wrap="none" lIns="0" tIns="0" rIns="0" bIns="0" rtlCol="0" anchor="t">
            <a:spAutoFit/>
          </a:bodyPr>
          <a:lstStyle>
            <a:lvl1pPr algn="l" defTabSz="931863" rtl="0" eaLnBrk="1" fontAlgn="base" hangingPunct="1">
              <a:spcBef>
                <a:spcPct val="0"/>
              </a:spcBef>
              <a:spcAft>
                <a:spcPct val="0"/>
              </a:spcAft>
              <a:defRPr lang="en-US" sz="3600" b="1" kern="1200" spc="-50" dirty="0">
                <a:ln w="3175">
                  <a:noFill/>
                </a:ln>
                <a:solidFill>
                  <a:schemeClr val="tx1"/>
                </a:solidFill>
                <a:latin typeface="Arial" panose="020B0604020202020204" pitchFamily="34" charset="0"/>
                <a:ea typeface="+mn-ea"/>
                <a:cs typeface="Arial" panose="020B0604020202020204" pitchFamily="34" charset="0"/>
              </a:defRPr>
            </a:lvl1pPr>
            <a:lvl2pPr algn="l" defTabSz="931863" rtl="0" eaLnBrk="1" fontAlgn="base" hangingPunct="1">
              <a:spcBef>
                <a:spcPct val="0"/>
              </a:spcBef>
              <a:spcAft>
                <a:spcPct val="0"/>
              </a:spcAft>
              <a:defRPr sz="3600" b="1">
                <a:solidFill>
                  <a:schemeClr val="tx1"/>
                </a:solidFill>
                <a:latin typeface="Arial" panose="020B0604020202020204" pitchFamily="34" charset="0"/>
                <a:cs typeface="Arial" panose="020B0604020202020204" pitchFamily="34" charset="0"/>
              </a:defRPr>
            </a:lvl2pPr>
            <a:lvl3pPr algn="l" defTabSz="931863" rtl="0" eaLnBrk="1" fontAlgn="base" hangingPunct="1">
              <a:spcBef>
                <a:spcPct val="0"/>
              </a:spcBef>
              <a:spcAft>
                <a:spcPct val="0"/>
              </a:spcAft>
              <a:defRPr sz="3600" b="1">
                <a:solidFill>
                  <a:schemeClr val="tx1"/>
                </a:solidFill>
                <a:latin typeface="Arial" panose="020B0604020202020204" pitchFamily="34" charset="0"/>
                <a:cs typeface="Arial" panose="020B0604020202020204" pitchFamily="34" charset="0"/>
              </a:defRPr>
            </a:lvl3pPr>
            <a:lvl4pPr algn="l" defTabSz="931863" rtl="0" eaLnBrk="1" fontAlgn="base" hangingPunct="1">
              <a:spcBef>
                <a:spcPct val="0"/>
              </a:spcBef>
              <a:spcAft>
                <a:spcPct val="0"/>
              </a:spcAft>
              <a:defRPr sz="3600" b="1">
                <a:solidFill>
                  <a:schemeClr val="tx1"/>
                </a:solidFill>
                <a:latin typeface="Arial" panose="020B0604020202020204" pitchFamily="34" charset="0"/>
                <a:cs typeface="Arial" panose="020B0604020202020204" pitchFamily="34" charset="0"/>
              </a:defRPr>
            </a:lvl4pPr>
            <a:lvl5pPr algn="l" defTabSz="931863" rtl="0" eaLnBrk="1" fontAlgn="base" hangingPunct="1">
              <a:spcBef>
                <a:spcPct val="0"/>
              </a:spcBef>
              <a:spcAft>
                <a:spcPct val="0"/>
              </a:spcAft>
              <a:defRPr sz="3600" b="1">
                <a:solidFill>
                  <a:schemeClr val="tx1"/>
                </a:solidFill>
                <a:latin typeface="Arial" panose="020B0604020202020204" pitchFamily="34" charset="0"/>
                <a:cs typeface="Arial" panose="020B0604020202020204" pitchFamily="34" charset="0"/>
              </a:defRPr>
            </a:lvl5pPr>
            <a:lvl6pPr marL="457200" algn="l" defTabSz="931863" rtl="0" eaLnBrk="1" fontAlgn="base" hangingPunct="1">
              <a:spcBef>
                <a:spcPct val="0"/>
              </a:spcBef>
              <a:spcAft>
                <a:spcPct val="0"/>
              </a:spcAft>
              <a:defRPr sz="3600" b="1">
                <a:solidFill>
                  <a:schemeClr val="tx1"/>
                </a:solidFill>
                <a:latin typeface="Arial" panose="020B0604020202020204" pitchFamily="34" charset="0"/>
                <a:cs typeface="Arial" panose="020B0604020202020204" pitchFamily="34" charset="0"/>
              </a:defRPr>
            </a:lvl6pPr>
            <a:lvl7pPr marL="914400" algn="l" defTabSz="931863" rtl="0" eaLnBrk="1" fontAlgn="base" hangingPunct="1">
              <a:spcBef>
                <a:spcPct val="0"/>
              </a:spcBef>
              <a:spcAft>
                <a:spcPct val="0"/>
              </a:spcAft>
              <a:defRPr sz="3600" b="1">
                <a:solidFill>
                  <a:schemeClr val="tx1"/>
                </a:solidFill>
                <a:latin typeface="Arial" panose="020B0604020202020204" pitchFamily="34" charset="0"/>
                <a:cs typeface="Arial" panose="020B0604020202020204" pitchFamily="34" charset="0"/>
              </a:defRPr>
            </a:lvl7pPr>
            <a:lvl8pPr marL="1371600" algn="l" defTabSz="931863" rtl="0" eaLnBrk="1" fontAlgn="base" hangingPunct="1">
              <a:spcBef>
                <a:spcPct val="0"/>
              </a:spcBef>
              <a:spcAft>
                <a:spcPct val="0"/>
              </a:spcAft>
              <a:defRPr sz="3600" b="1">
                <a:solidFill>
                  <a:schemeClr val="tx1"/>
                </a:solidFill>
                <a:latin typeface="Arial" panose="020B0604020202020204" pitchFamily="34" charset="0"/>
                <a:cs typeface="Arial" panose="020B0604020202020204" pitchFamily="34" charset="0"/>
              </a:defRPr>
            </a:lvl8pPr>
            <a:lvl9pPr marL="1828800" algn="l" defTabSz="931863" rtl="0" eaLnBrk="1" fontAlgn="base" hangingPunct="1">
              <a:spcBef>
                <a:spcPct val="0"/>
              </a:spcBef>
              <a:spcAft>
                <a:spcPct val="0"/>
              </a:spcAft>
              <a:defRPr sz="3600" b="1">
                <a:solidFill>
                  <a:schemeClr val="tx1"/>
                </a:solidFill>
                <a:latin typeface="Arial" panose="020B0604020202020204" pitchFamily="34" charset="0"/>
                <a:cs typeface="Arial" panose="020B0604020202020204" pitchFamily="34" charset="0"/>
              </a:defRPr>
            </a:lvl9pPr>
          </a:lstStyle>
          <a:p>
            <a:pPr algn="r">
              <a:lnSpc>
                <a:spcPct val="90000"/>
              </a:lnSpc>
              <a:defRPr/>
            </a:pPr>
            <a:r>
              <a:rPr lang="en-US" sz="600" b="0" spc="0">
                <a:solidFill>
                  <a:srgbClr val="FFFFFF"/>
                </a:solidFill>
                <a:latin typeface="72 Brand Book" panose="020B0404030603020204" pitchFamily="34" charset="0"/>
                <a:cs typeface="72" panose="020B0503030000000003" pitchFamily="34" charset="0"/>
              </a:rPr>
              <a:t>© SAP SE</a:t>
            </a:r>
          </a:p>
        </p:txBody>
      </p:sp>
      <p:sp>
        <p:nvSpPr>
          <p:cNvPr id="3" name="Title 2">
            <a:extLst>
              <a:ext uri="{FF2B5EF4-FFF2-40B4-BE49-F238E27FC236}">
                <a16:creationId xmlns:a16="http://schemas.microsoft.com/office/drawing/2014/main" id="{73423BB1-C42F-95A3-0982-1AD47965BE79}"/>
              </a:ext>
            </a:extLst>
          </p:cNvPr>
          <p:cNvSpPr>
            <a:spLocks noGrp="1"/>
          </p:cNvSpPr>
          <p:nvPr>
            <p:ph type="ctrTitle"/>
          </p:nvPr>
        </p:nvSpPr>
        <p:spPr/>
        <p:txBody>
          <a:bodyPr/>
          <a:lstStyle/>
          <a:p>
            <a:pPr>
              <a:defRPr/>
            </a:pPr>
            <a:r>
              <a:rPr lang="en-US" sz="4000">
                <a:solidFill>
                  <a:srgbClr val="FFFFFF"/>
                </a:solidFill>
              </a:rPr>
              <a:t>Thank You</a:t>
            </a:r>
          </a:p>
        </p:txBody>
      </p:sp>
      <p:pic>
        <p:nvPicPr>
          <p:cNvPr id="4" name="Picture 2">
            <a:extLst>
              <a:ext uri="{FF2B5EF4-FFF2-40B4-BE49-F238E27FC236}">
                <a16:creationId xmlns:a16="http://schemas.microsoft.com/office/drawing/2014/main" id="{19C4DBBF-C88F-DE21-DFF8-AD71AD43337E}"/>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040" y="3807524"/>
            <a:ext cx="998420" cy="9984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144156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P_AGENDA" val="TOC TOCShowsSubsections Dividers SectionNumber SlideNumber"/>
</p:tagLst>
</file>

<file path=ppt/tags/tag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True&quot; Source=&quot;Group 4&quot; Layer=&quot;Group 4&quot; /&gt;"/>
</p:tagLst>
</file>

<file path=ppt/tags/tag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True&quot; Source=&quot;Group 5&quot; Layer=&quot;Group 5&quot; /&gt;"/>
</p:tagLst>
</file>

<file path=ppt/tags/tag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True&quot; Source=&quot;Harvey 8&quot; Layer=&quot;Harvey 8&quot; /&gt;"/>
</p:tagLst>
</file>

<file path=ppt/tags/tag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d5f66dcd-7c8d-4661-849b-23a9587c15e3&quot; /&gt;"/>
  <p:tag name="SP_POWERSHAPE" val="&lt;PowerShapeTag ClassVersion=&quot;0&quot; GUID=&quot;81f1f80b-b882-418d-8bbb-9c38d8d27274&quot; IsConsolidated=&quot;False&quot; IsTopLevel=&quot;True&quot; Layer=&quot;Harvey 100&quot; Source=&quot;Harvey 100&quot; /&gt;"/>
</p:tagLst>
</file>

<file path=ppt/tags/tag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0/100 [0]&quot; Source=&quot;Harvey 100&quot; /&gt;"/>
</p:tagLst>
</file>

<file path=ppt/tags/tag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100 [1]&quot; Source=&quot;Harvey 100&quot; /&gt;"/>
</p:tagLst>
</file>

<file path=ppt/tags/tag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100 [2]&quot; Source=&quot;Harvey 100&quot; /&gt;"/>
</p:tagLst>
</file>

<file path=ppt/tags/tag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100 [3]&quot; Source=&quot;Harvey 100&quot; /&gt;"/>
</p:tagLst>
</file>

<file path=ppt/tags/tag1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100 [4]&quot; Source=&quot;Harvey 100&quot; /&gt;"/>
</p:tagLst>
</file>

<file path=ppt/tags/tag1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100 [5]&quot; Source=&quot;Harvey 100&quot; /&gt;"/>
</p:tagLst>
</file>

<file path=ppt/tags/tag1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100 [6]&quot; Source=&quot;Harvey 100&quot; /&gt;"/>
</p:tagLst>
</file>

<file path=ppt/tags/tag1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100 [7]&quot; Source=&quot;Harvey 100&quot; /&gt;"/>
</p:tagLst>
</file>

<file path=ppt/tags/tag1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100 [8]&quot; Source=&quot;Harvey 100&quot; /&gt;"/>
</p:tagLst>
</file>

<file path=ppt/tags/tag1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100 [9]&quot; Source=&quot;Harvey 100&quot; /&gt;"/>
</p:tagLst>
</file>

<file path=ppt/tags/tag1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0/100 [10]&quot; Source=&quot;Harvey 100&quot; /&gt;"/>
</p:tagLst>
</file>

<file path=ppt/tags/tag1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1/100 [11]&quot; Source=&quot;Harvey 100&quot; /&gt;"/>
</p:tagLst>
</file>

<file path=ppt/tags/tag1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2/100 [12]&quot; Source=&quot;Harvey 100&quot; /&gt;"/>
</p:tagLst>
</file>

<file path=ppt/tags/tag1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3/100 [13]&quot; Source=&quot;Harvey 100&quot; /&gt;"/>
</p:tagLst>
</file>

<file path=ppt/tags/tag2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4/100 [14]&quot; Source=&quot;Harvey 100&quot; /&gt;"/>
</p:tagLst>
</file>

<file path=ppt/tags/tag2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5/100 [15]&quot; Source=&quot;Harvey 100&quot; /&gt;"/>
</p:tagLst>
</file>

<file path=ppt/tags/tag2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6/100 [16]&quot; Source=&quot;Harvey 100&quot; /&gt;"/>
</p:tagLst>
</file>

<file path=ppt/tags/tag2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7/100 [17]&quot; Source=&quot;Harvey 100&quot; /&gt;"/>
</p:tagLst>
</file>

<file path=ppt/tags/tag2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8/100 [18]&quot; Source=&quot;Harvey 100&quot; /&gt;"/>
</p:tagLst>
</file>

<file path=ppt/tags/tag2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9/100 [19]&quot; Source=&quot;Harvey 100&quot; /&gt;"/>
</p:tagLst>
</file>

<file path=ppt/tags/tag2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0/100 [20]&quot; Source=&quot;Harvey 100&quot; /&gt;"/>
</p:tagLst>
</file>

<file path=ppt/tags/tag2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1/100 [21]&quot; Source=&quot;Harvey 100&quot; /&gt;"/>
</p:tagLst>
</file>

<file path=ppt/tags/tag2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2/100 [22]&quot; Source=&quot;Harvey 100&quot; /&gt;"/>
</p:tagLst>
</file>

<file path=ppt/tags/tag2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3/100 [23]&quot; Source=&quot;Harvey 100&quot; /&gt;"/>
</p:tagLst>
</file>

<file path=ppt/tags/tag3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4/100 [24]&quot; Source=&quot;Harvey 100&quot; /&gt;"/>
</p:tagLst>
</file>

<file path=ppt/tags/tag3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5/100 [25]&quot; Source=&quot;Harvey 100&quot; /&gt;"/>
</p:tagLst>
</file>

<file path=ppt/tags/tag3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6/100 [26]&quot; Source=&quot;Harvey 100&quot; /&gt;"/>
</p:tagLst>
</file>

<file path=ppt/tags/tag3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7/100 [27]&quot; Source=&quot;Harvey 100&quot; /&gt;"/>
</p:tagLst>
</file>

<file path=ppt/tags/tag3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8/100 [28]&quot; Source=&quot;Harvey 100&quot; /&gt;"/>
</p:tagLst>
</file>

<file path=ppt/tags/tag3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9/100 [29]&quot; Source=&quot;Harvey 100&quot; /&gt;"/>
</p:tagLst>
</file>

<file path=ppt/tags/tag3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0/100 [30]&quot; Source=&quot;Harvey 100&quot; /&gt;"/>
</p:tagLst>
</file>

<file path=ppt/tags/tag3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1/100 [31]&quot; Source=&quot;Harvey 100&quot; /&gt;"/>
</p:tagLst>
</file>

<file path=ppt/tags/tag3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2/100 [32]&quot; Source=&quot;Harvey 100&quot; /&gt;"/>
</p:tagLst>
</file>

<file path=ppt/tags/tag3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3/100 [33]&quot; Source=&quot;Harvey 100&quot; /&gt;"/>
</p:tagLst>
</file>

<file path=ppt/tags/tag4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4/100 [34]&quot; Source=&quot;Harvey 100&quot; /&gt;"/>
</p:tagLst>
</file>

<file path=ppt/tags/tag4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5/100 [35]&quot; Source=&quot;Harvey 100&quot; /&gt;"/>
</p:tagLst>
</file>

<file path=ppt/tags/tag4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6/100 [36]&quot; Source=&quot;Harvey 100&quot; /&gt;"/>
</p:tagLst>
</file>

<file path=ppt/tags/tag4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7/100 [37]&quot; Source=&quot;Harvey 100&quot; /&gt;"/>
</p:tagLst>
</file>

<file path=ppt/tags/tag4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8/100 [38]&quot; Source=&quot;Harvey 100&quot; /&gt;"/>
</p:tagLst>
</file>

<file path=ppt/tags/tag4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9/100 [39]&quot; Source=&quot;Harvey 100&quot; /&gt;"/>
</p:tagLst>
</file>

<file path=ppt/tags/tag4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0/100 [40]&quot; Source=&quot;Harvey 100&quot; /&gt;"/>
</p:tagLst>
</file>

<file path=ppt/tags/tag4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1/100 [41]&quot; Source=&quot;Harvey 100&quot; /&gt;"/>
</p:tagLst>
</file>

<file path=ppt/tags/tag4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2/100 [42]&quot; Source=&quot;Harvey 100&quot; /&gt;"/>
</p:tagLst>
</file>

<file path=ppt/tags/tag4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3/100 [43]&quot; Source=&quot;Harvey 100&quot; /&gt;"/>
</p:tagLst>
</file>

<file path=ppt/tags/tag5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4/100 [44]&quot; Source=&quot;Harvey 100&quot; /&gt;"/>
</p:tagLst>
</file>

<file path=ppt/tags/tag5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5/100 [45]&quot; Source=&quot;Harvey 100&quot; /&gt;"/>
</p:tagLst>
</file>

<file path=ppt/tags/tag5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6/100 [46]&quot; Source=&quot;Harvey 100&quot; /&gt;"/>
</p:tagLst>
</file>

<file path=ppt/tags/tag5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7/100 [47]&quot; Source=&quot;Harvey 100&quot; /&gt;"/>
</p:tagLst>
</file>

<file path=ppt/tags/tag5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8/100 [48]&quot; Source=&quot;Harvey 100&quot; /&gt;"/>
</p:tagLst>
</file>

<file path=ppt/tags/tag5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9/100 [49]&quot; Source=&quot;Harvey 100&quot; /&gt;"/>
</p:tagLst>
</file>

<file path=ppt/tags/tag5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0/100 [50]&quot; Source=&quot;Harvey 100&quot; /&gt;"/>
</p:tagLst>
</file>

<file path=ppt/tags/tag5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1/100 [51]&quot; Source=&quot;Harvey 100&quot; /&gt;"/>
</p:tagLst>
</file>

<file path=ppt/tags/tag5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2/100 [52]&quot; Source=&quot;Harvey 100&quot; /&gt;"/>
</p:tagLst>
</file>

<file path=ppt/tags/tag5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3/100 [53]&quot; Source=&quot;Harvey 100&quot; /&gt;"/>
</p:tagLst>
</file>

<file path=ppt/tags/tag6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4/100 [54]&quot; Source=&quot;Harvey 100&quot; /&gt;"/>
</p:tagLst>
</file>

<file path=ppt/tags/tag6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5/100 [55]&quot; Source=&quot;Harvey 100&quot; /&gt;"/>
</p:tagLst>
</file>

<file path=ppt/tags/tag6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6/100 [56]&quot; Source=&quot;Harvey 100&quot; /&gt;"/>
</p:tagLst>
</file>

<file path=ppt/tags/tag6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7/100 [57]&quot; Source=&quot;Harvey 100&quot; /&gt;"/>
</p:tagLst>
</file>

<file path=ppt/tags/tag6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8/100 [58]&quot; Source=&quot;Harvey 100&quot; /&gt;"/>
</p:tagLst>
</file>

<file path=ppt/tags/tag6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9/100 [59]&quot; Source=&quot;Harvey 100&quot; /&gt;"/>
</p:tagLst>
</file>

<file path=ppt/tags/tag6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0/100 [60]&quot; Source=&quot;Harvey 100&quot; /&gt;"/>
</p:tagLst>
</file>

<file path=ppt/tags/tag6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1/100 [61]&quot; Source=&quot;Harvey 100&quot; /&gt;"/>
</p:tagLst>
</file>

<file path=ppt/tags/tag6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2/100 [62]&quot; Source=&quot;Harvey 100&quot; /&gt;"/>
</p:tagLst>
</file>

<file path=ppt/tags/tag6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3/100 [63]&quot; Source=&quot;Harvey 100&quot; /&gt;"/>
</p:tagLst>
</file>

<file path=ppt/tags/tag7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4/100 [64]&quot; Source=&quot;Harvey 100&quot; /&gt;"/>
</p:tagLst>
</file>

<file path=ppt/tags/tag7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5/100 [65]&quot; Source=&quot;Harvey 100&quot; /&gt;"/>
</p:tagLst>
</file>

<file path=ppt/tags/tag7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6/100 [66]&quot; Source=&quot;Harvey 100&quot; /&gt;"/>
</p:tagLst>
</file>

<file path=ppt/tags/tag7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7/100 [67]&quot; Source=&quot;Harvey 100&quot; /&gt;"/>
</p:tagLst>
</file>

<file path=ppt/tags/tag7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8/100 [68]&quot; Source=&quot;Harvey 100&quot; /&gt;"/>
</p:tagLst>
</file>

<file path=ppt/tags/tag7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9/100 [69]&quot; Source=&quot;Harvey 100&quot; /&gt;"/>
</p:tagLst>
</file>

<file path=ppt/tags/tag7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0/100 [70]&quot; Source=&quot;Harvey 100&quot; /&gt;"/>
</p:tagLst>
</file>

<file path=ppt/tags/tag7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1/100 [71]&quot; Source=&quot;Harvey 100&quot; /&gt;"/>
</p:tagLst>
</file>

<file path=ppt/tags/tag7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2/100 [72]&quot; Source=&quot;Harvey 100&quot; /&gt;"/>
</p:tagLst>
</file>

<file path=ppt/tags/tag7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3/100 [73]&quot; Source=&quot;Harvey 100&quot; /&gt;"/>
</p:tagLst>
</file>

<file path=ppt/tags/tag8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4/100 [74]&quot; Source=&quot;Harvey 100&quot; /&gt;"/>
</p:tagLst>
</file>

<file path=ppt/tags/tag8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5/100 [75]&quot; Source=&quot;Harvey 100&quot; /&gt;"/>
</p:tagLst>
</file>

<file path=ppt/tags/tag8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6/100 [76]&quot; Source=&quot;Harvey 100&quot; /&gt;"/>
</p:tagLst>
</file>

<file path=ppt/tags/tag8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7/100 [77]&quot; Source=&quot;Harvey 100&quot; /&gt;"/>
</p:tagLst>
</file>

<file path=ppt/tags/tag8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8/100 [78]&quot; Source=&quot;Harvey 100&quot; /&gt;"/>
</p:tagLst>
</file>

<file path=ppt/tags/tag8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9/100 [79]&quot; Source=&quot;Harvey 100&quot; /&gt;"/>
</p:tagLst>
</file>

<file path=ppt/tags/tag8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0/100 [80]&quot; Source=&quot;Harvey 100&quot; /&gt;"/>
</p:tagLst>
</file>

<file path=ppt/tags/tag8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1/100 [81]&quot; Source=&quot;Harvey 100&quot; /&gt;"/>
</p:tagLst>
</file>

<file path=ppt/tags/tag8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2/100 [82]&quot; Source=&quot;Harvey 100&quot; /&gt;"/>
</p:tagLst>
</file>

<file path=ppt/tags/tag8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3/100 [83]&quot; Source=&quot;Harvey 100&quot; /&gt;"/>
</p:tagLst>
</file>

<file path=ppt/tags/tag9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4/100 [84]&quot; Source=&quot;Harvey 100&quot; /&gt;"/>
</p:tagLst>
</file>

<file path=ppt/tags/tag9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5/100 [85]&quot; Source=&quot;Harvey 100&quot; /&gt;"/>
</p:tagLst>
</file>

<file path=ppt/tags/tag9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6/100 [86]&quot; Source=&quot;Harvey 100&quot; /&gt;"/>
</p:tagLst>
</file>

<file path=ppt/tags/tag9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7/100 [87]&quot; Source=&quot;Harvey 100&quot; /&gt;"/>
</p:tagLst>
</file>

<file path=ppt/tags/tag9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8/100 [88]&quot; Source=&quot;Harvey 100&quot; /&gt;"/>
</p:tagLst>
</file>

<file path=ppt/tags/tag9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9/100 [89]&quot; Source=&quot;Harvey 100&quot; /&gt;"/>
</p:tagLst>
</file>

<file path=ppt/tags/tag9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0/100 [90]&quot; Source=&quot;Harvey 100&quot; /&gt;"/>
</p:tagLst>
</file>

<file path=ppt/tags/tag9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1/100 [91]&quot; Source=&quot;Harvey 100&quot; /&gt;"/>
</p:tagLst>
</file>

<file path=ppt/tags/tag9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2/100 [92]&quot; Source=&quot;Harvey 100&quot; /&gt;"/>
</p:tagLst>
</file>

<file path=ppt/tags/tag9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3/100 [93]&quot; Source=&quot;Harvey 100&quot; /&gt;"/>
</p:tagLst>
</file>

<file path=ppt/tags/tag10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4/100 [94]&quot; Source=&quot;Harvey 100&quot; /&gt;"/>
</p:tagLst>
</file>

<file path=ppt/tags/tag10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5/100 [95]&quot; Source=&quot;Harvey 100&quot; /&gt;"/>
</p:tagLst>
</file>

<file path=ppt/tags/tag10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6/100 [96]&quot; Source=&quot;Harvey 100&quot; /&gt;"/>
</p:tagLst>
</file>

<file path=ppt/tags/tag10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7/100 [97]&quot; Source=&quot;Harvey 100&quot; /&gt;"/>
</p:tagLst>
</file>

<file path=ppt/tags/tag10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8/100 [98]&quot; Source=&quot;Harvey 100&quot; /&gt;"/>
</p:tagLst>
</file>

<file path=ppt/tags/tag10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9/100 [99]&quot; Source=&quot;Harvey 100&quot; /&gt;"/>
</p:tagLst>
</file>

<file path=ppt/tags/tag10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00/100 [100]&quot; Source=&quot;Harvey 100&quot; /&gt;"/>
</p:tagLst>
</file>

<file path=ppt/tags/tag10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0/8 [0]&quot; /&gt;"/>
</p:tagLst>
</file>

<file path=ppt/tags/tag10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1/8 [1]&quot; /&gt;"/>
</p:tagLst>
</file>

<file path=ppt/tags/tag10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2/8 [2]&quot; /&gt;"/>
</p:tagLst>
</file>

<file path=ppt/tags/tag11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3/8 [3]&quot; /&gt;"/>
</p:tagLst>
</file>

<file path=ppt/tags/tag11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4/8 [4]&quot; /&gt;"/>
</p:tagLst>
</file>

<file path=ppt/tags/tag11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5/8 [5]&quot; /&gt;"/>
</p:tagLst>
</file>

<file path=ppt/tags/tag11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6/8 [6]&quot; /&gt;"/>
</p:tagLst>
</file>

<file path=ppt/tags/tag11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7/8 [7]&quot; /&gt;"/>
</p:tagLst>
</file>

<file path=ppt/tags/tag11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8/8 [8]&quot; /&gt;"/>
</p:tagLst>
</file>

<file path=ppt/tags/tag116.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0/4 [0]&quot; /&gt;"/>
</p:tagLst>
</file>

<file path=ppt/tags/tag11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1/4 [1]&quot; /&gt;"/>
</p:tagLst>
</file>

<file path=ppt/tags/tag11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2/4 [2]&quot; /&gt;"/>
</p:tagLst>
</file>

<file path=ppt/tags/tag11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3/4 [3]&quot; /&gt;"/>
</p:tagLst>
</file>

<file path=ppt/tags/tag12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4/4 [4]&quot; /&gt;"/>
</p:tagLst>
</file>

<file path=ppt/tags/tag12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0/3 [0]&quot; /&gt;"/>
</p:tagLst>
</file>

<file path=ppt/tags/tag12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1/3 [1]&quot; /&gt;"/>
</p:tagLst>
</file>

<file path=ppt/tags/tag12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2/3 [2]&quot; /&gt;"/>
</p:tagLst>
</file>

<file path=ppt/tags/tag12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3/3 [3]&quot; /&gt;"/>
</p:tagLst>
</file>

<file path=ppt/tags/tag12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True&quot; Source=&quot;Group 4&quot; Layer=&quot;Group 4&quot; /&gt;"/>
</p:tagLst>
</file>

<file path=ppt/tags/tag126.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True&quot; Source=&quot;Group 5&quot; Layer=&quot;Group 5&quot; /&gt;"/>
</p:tagLst>
</file>

<file path=ppt/tags/tag12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True&quot; Source=&quot;Harvey 8&quot; Layer=&quot;Harvey 8&quot; /&gt;"/>
</p:tagLst>
</file>

<file path=ppt/tags/tag12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d5f66dcd-7c8d-4661-849b-23a9587c15e3&quot; /&gt;"/>
  <p:tag name="SP_POWERSHAPE" val="&lt;PowerShapeTag ClassVersion=&quot;0&quot; GUID=&quot;81f1f80b-b882-418d-8bbb-9c38d8d27274&quot; IsConsolidated=&quot;False&quot; IsTopLevel=&quot;True&quot; Layer=&quot;Harvey 100&quot; Source=&quot;Harvey 100&quot; /&gt;"/>
</p:tagLst>
</file>

<file path=ppt/tags/tag12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0/100 [0]&quot; Source=&quot;Harvey 100&quot; /&gt;"/>
</p:tagLst>
</file>

<file path=ppt/tags/tag13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100 [1]&quot; Source=&quot;Harvey 100&quot; /&gt;"/>
</p:tagLst>
</file>

<file path=ppt/tags/tag13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100 [2]&quot; Source=&quot;Harvey 100&quot; /&gt;"/>
</p:tagLst>
</file>

<file path=ppt/tags/tag13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100 [3]&quot; Source=&quot;Harvey 100&quot; /&gt;"/>
</p:tagLst>
</file>

<file path=ppt/tags/tag13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100 [4]&quot; Source=&quot;Harvey 100&quot; /&gt;"/>
</p:tagLst>
</file>

<file path=ppt/tags/tag13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100 [5]&quot; Source=&quot;Harvey 100&quot; /&gt;"/>
</p:tagLst>
</file>

<file path=ppt/tags/tag13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100 [6]&quot; Source=&quot;Harvey 100&quot; /&gt;"/>
</p:tagLst>
</file>

<file path=ppt/tags/tag13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100 [7]&quot; Source=&quot;Harvey 100&quot; /&gt;"/>
</p:tagLst>
</file>

<file path=ppt/tags/tag13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100 [8]&quot; Source=&quot;Harvey 100&quot; /&gt;"/>
</p:tagLst>
</file>

<file path=ppt/tags/tag13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100 [9]&quot; Source=&quot;Harvey 100&quot; /&gt;"/>
</p:tagLst>
</file>

<file path=ppt/tags/tag13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0/100 [10]&quot; Source=&quot;Harvey 100&quot; /&gt;"/>
</p:tagLst>
</file>

<file path=ppt/tags/tag14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1/100 [11]&quot; Source=&quot;Harvey 100&quot; /&gt;"/>
</p:tagLst>
</file>

<file path=ppt/tags/tag14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2/100 [12]&quot; Source=&quot;Harvey 100&quot; /&gt;"/>
</p:tagLst>
</file>

<file path=ppt/tags/tag14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3/100 [13]&quot; Source=&quot;Harvey 100&quot; /&gt;"/>
</p:tagLst>
</file>

<file path=ppt/tags/tag14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4/100 [14]&quot; Source=&quot;Harvey 100&quot; /&gt;"/>
</p:tagLst>
</file>

<file path=ppt/tags/tag14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5/100 [15]&quot; Source=&quot;Harvey 100&quot; /&gt;"/>
</p:tagLst>
</file>

<file path=ppt/tags/tag14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6/100 [16]&quot; Source=&quot;Harvey 100&quot; /&gt;"/>
</p:tagLst>
</file>

<file path=ppt/tags/tag14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7/100 [17]&quot; Source=&quot;Harvey 100&quot; /&gt;"/>
</p:tagLst>
</file>

<file path=ppt/tags/tag14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8/100 [18]&quot; Source=&quot;Harvey 100&quot; /&gt;"/>
</p:tagLst>
</file>

<file path=ppt/tags/tag14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9/100 [19]&quot; Source=&quot;Harvey 100&quot; /&gt;"/>
</p:tagLst>
</file>

<file path=ppt/tags/tag14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0/100 [20]&quot; Source=&quot;Harvey 100&quot; /&gt;"/>
</p:tagLst>
</file>

<file path=ppt/tags/tag15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1/100 [21]&quot; Source=&quot;Harvey 100&quot; /&gt;"/>
</p:tagLst>
</file>

<file path=ppt/tags/tag15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2/100 [22]&quot; Source=&quot;Harvey 100&quot; /&gt;"/>
</p:tagLst>
</file>

<file path=ppt/tags/tag15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3/100 [23]&quot; Source=&quot;Harvey 100&quot; /&gt;"/>
</p:tagLst>
</file>

<file path=ppt/tags/tag15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4/100 [24]&quot; Source=&quot;Harvey 100&quot; /&gt;"/>
</p:tagLst>
</file>

<file path=ppt/tags/tag15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5/100 [25]&quot; Source=&quot;Harvey 100&quot; /&gt;"/>
</p:tagLst>
</file>

<file path=ppt/tags/tag15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6/100 [26]&quot; Source=&quot;Harvey 100&quot; /&gt;"/>
</p:tagLst>
</file>

<file path=ppt/tags/tag15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7/100 [27]&quot; Source=&quot;Harvey 100&quot; /&gt;"/>
</p:tagLst>
</file>

<file path=ppt/tags/tag15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8/100 [28]&quot; Source=&quot;Harvey 100&quot; /&gt;"/>
</p:tagLst>
</file>

<file path=ppt/tags/tag15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9/100 [29]&quot; Source=&quot;Harvey 100&quot; /&gt;"/>
</p:tagLst>
</file>

<file path=ppt/tags/tag15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0/100 [30]&quot; Source=&quot;Harvey 100&quot; /&gt;"/>
</p:tagLst>
</file>

<file path=ppt/tags/tag16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1/100 [31]&quot; Source=&quot;Harvey 100&quot; /&gt;"/>
</p:tagLst>
</file>

<file path=ppt/tags/tag16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2/100 [32]&quot; Source=&quot;Harvey 100&quot; /&gt;"/>
</p:tagLst>
</file>

<file path=ppt/tags/tag16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3/100 [33]&quot; Source=&quot;Harvey 100&quot; /&gt;"/>
</p:tagLst>
</file>

<file path=ppt/tags/tag16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4/100 [34]&quot; Source=&quot;Harvey 100&quot; /&gt;"/>
</p:tagLst>
</file>

<file path=ppt/tags/tag16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5/100 [35]&quot; Source=&quot;Harvey 100&quot; /&gt;"/>
</p:tagLst>
</file>

<file path=ppt/tags/tag16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6/100 [36]&quot; Source=&quot;Harvey 100&quot; /&gt;"/>
</p:tagLst>
</file>

<file path=ppt/tags/tag16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7/100 [37]&quot; Source=&quot;Harvey 100&quot; /&gt;"/>
</p:tagLst>
</file>

<file path=ppt/tags/tag16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8/100 [38]&quot; Source=&quot;Harvey 100&quot; /&gt;"/>
</p:tagLst>
</file>

<file path=ppt/tags/tag16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9/100 [39]&quot; Source=&quot;Harvey 100&quot; /&gt;"/>
</p:tagLst>
</file>

<file path=ppt/tags/tag16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0/100 [40]&quot; Source=&quot;Harvey 100&quot; /&gt;"/>
</p:tagLst>
</file>

<file path=ppt/tags/tag17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1/100 [41]&quot; Source=&quot;Harvey 100&quot; /&gt;"/>
</p:tagLst>
</file>

<file path=ppt/tags/tag17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2/100 [42]&quot; Source=&quot;Harvey 100&quot; /&gt;"/>
</p:tagLst>
</file>

<file path=ppt/tags/tag17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3/100 [43]&quot; Source=&quot;Harvey 100&quot; /&gt;"/>
</p:tagLst>
</file>

<file path=ppt/tags/tag17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4/100 [44]&quot; Source=&quot;Harvey 100&quot; /&gt;"/>
</p:tagLst>
</file>

<file path=ppt/tags/tag17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5/100 [45]&quot; Source=&quot;Harvey 100&quot; /&gt;"/>
</p:tagLst>
</file>

<file path=ppt/tags/tag17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6/100 [46]&quot; Source=&quot;Harvey 100&quot; /&gt;"/>
</p:tagLst>
</file>

<file path=ppt/tags/tag17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7/100 [47]&quot; Source=&quot;Harvey 100&quot; /&gt;"/>
</p:tagLst>
</file>

<file path=ppt/tags/tag17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8/100 [48]&quot; Source=&quot;Harvey 100&quot; /&gt;"/>
</p:tagLst>
</file>

<file path=ppt/tags/tag17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9/100 [49]&quot; Source=&quot;Harvey 100&quot; /&gt;"/>
</p:tagLst>
</file>

<file path=ppt/tags/tag17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0/100 [50]&quot; Source=&quot;Harvey 100&quot; /&gt;"/>
</p:tagLst>
</file>

<file path=ppt/tags/tag18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1/100 [51]&quot; Source=&quot;Harvey 100&quot; /&gt;"/>
</p:tagLst>
</file>

<file path=ppt/tags/tag18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2/100 [52]&quot; Source=&quot;Harvey 100&quot; /&gt;"/>
</p:tagLst>
</file>

<file path=ppt/tags/tag18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3/100 [53]&quot; Source=&quot;Harvey 100&quot; /&gt;"/>
</p:tagLst>
</file>

<file path=ppt/tags/tag18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4/100 [54]&quot; Source=&quot;Harvey 100&quot; /&gt;"/>
</p:tagLst>
</file>

<file path=ppt/tags/tag18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5/100 [55]&quot; Source=&quot;Harvey 100&quot; /&gt;"/>
</p:tagLst>
</file>

<file path=ppt/tags/tag18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6/100 [56]&quot; Source=&quot;Harvey 100&quot; /&gt;"/>
</p:tagLst>
</file>

<file path=ppt/tags/tag18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7/100 [57]&quot; Source=&quot;Harvey 100&quot; /&gt;"/>
</p:tagLst>
</file>

<file path=ppt/tags/tag18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8/100 [58]&quot; Source=&quot;Harvey 100&quot; /&gt;"/>
</p:tagLst>
</file>

<file path=ppt/tags/tag18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9/100 [59]&quot; Source=&quot;Harvey 100&quot; /&gt;"/>
</p:tagLst>
</file>

<file path=ppt/tags/tag18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0/100 [60]&quot; Source=&quot;Harvey 100&quot; /&gt;"/>
</p:tagLst>
</file>

<file path=ppt/tags/tag19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1/100 [61]&quot; Source=&quot;Harvey 100&quot; /&gt;"/>
</p:tagLst>
</file>

<file path=ppt/tags/tag19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2/100 [62]&quot; Source=&quot;Harvey 100&quot; /&gt;"/>
</p:tagLst>
</file>

<file path=ppt/tags/tag19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3/100 [63]&quot; Source=&quot;Harvey 100&quot; /&gt;"/>
</p:tagLst>
</file>

<file path=ppt/tags/tag19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4/100 [64]&quot; Source=&quot;Harvey 100&quot; /&gt;"/>
</p:tagLst>
</file>

<file path=ppt/tags/tag19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5/100 [65]&quot; Source=&quot;Harvey 100&quot; /&gt;"/>
</p:tagLst>
</file>

<file path=ppt/tags/tag19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6/100 [66]&quot; Source=&quot;Harvey 100&quot; /&gt;"/>
</p:tagLst>
</file>

<file path=ppt/tags/tag19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7/100 [67]&quot; Source=&quot;Harvey 100&quot; /&gt;"/>
</p:tagLst>
</file>

<file path=ppt/tags/tag19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8/100 [68]&quot; Source=&quot;Harvey 100&quot; /&gt;"/>
</p:tagLst>
</file>

<file path=ppt/tags/tag19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9/100 [69]&quot; Source=&quot;Harvey 100&quot; /&gt;"/>
</p:tagLst>
</file>

<file path=ppt/tags/tag19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0/100 [70]&quot; Source=&quot;Harvey 100&quot; /&gt;"/>
</p:tagLst>
</file>

<file path=ppt/tags/tag20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1/100 [71]&quot; Source=&quot;Harvey 100&quot; /&gt;"/>
</p:tagLst>
</file>

<file path=ppt/tags/tag20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2/100 [72]&quot; Source=&quot;Harvey 100&quot; /&gt;"/>
</p:tagLst>
</file>

<file path=ppt/tags/tag20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3/100 [73]&quot; Source=&quot;Harvey 100&quot; /&gt;"/>
</p:tagLst>
</file>

<file path=ppt/tags/tag20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4/100 [74]&quot; Source=&quot;Harvey 100&quot; /&gt;"/>
</p:tagLst>
</file>

<file path=ppt/tags/tag20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5/100 [75]&quot; Source=&quot;Harvey 100&quot; /&gt;"/>
</p:tagLst>
</file>

<file path=ppt/tags/tag20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6/100 [76]&quot; Source=&quot;Harvey 100&quot; /&gt;"/>
</p:tagLst>
</file>

<file path=ppt/tags/tag20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7/100 [77]&quot; Source=&quot;Harvey 100&quot; /&gt;"/>
</p:tagLst>
</file>

<file path=ppt/tags/tag20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8/100 [78]&quot; Source=&quot;Harvey 100&quot; /&gt;"/>
</p:tagLst>
</file>

<file path=ppt/tags/tag20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9/100 [79]&quot; Source=&quot;Harvey 100&quot; /&gt;"/>
</p:tagLst>
</file>

<file path=ppt/tags/tag20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0/100 [80]&quot; Source=&quot;Harvey 100&quot; /&gt;"/>
</p:tagLst>
</file>

<file path=ppt/tags/tag21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1/100 [81]&quot; Source=&quot;Harvey 100&quot; /&gt;"/>
</p:tagLst>
</file>

<file path=ppt/tags/tag21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2/100 [82]&quot; Source=&quot;Harvey 100&quot; /&gt;"/>
</p:tagLst>
</file>

<file path=ppt/tags/tag21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3/100 [83]&quot; Source=&quot;Harvey 100&quot; /&gt;"/>
</p:tagLst>
</file>

<file path=ppt/tags/tag21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4/100 [84]&quot; Source=&quot;Harvey 100&quot; /&gt;"/>
</p:tagLst>
</file>

<file path=ppt/tags/tag21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5/100 [85]&quot; Source=&quot;Harvey 100&quot; /&gt;"/>
</p:tagLst>
</file>

<file path=ppt/tags/tag21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6/100 [86]&quot; Source=&quot;Harvey 100&quot; /&gt;"/>
</p:tagLst>
</file>

<file path=ppt/tags/tag21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7/100 [87]&quot; Source=&quot;Harvey 100&quot; /&gt;"/>
</p:tagLst>
</file>

<file path=ppt/tags/tag21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8/100 [88]&quot; Source=&quot;Harvey 100&quot; /&gt;"/>
</p:tagLst>
</file>

<file path=ppt/tags/tag21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9/100 [89]&quot; Source=&quot;Harvey 100&quot; /&gt;"/>
</p:tagLst>
</file>

<file path=ppt/tags/tag21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0/100 [90]&quot; Source=&quot;Harvey 100&quot; /&gt;"/>
</p:tagLst>
</file>

<file path=ppt/tags/tag22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1/100 [91]&quot; Source=&quot;Harvey 100&quot; /&gt;"/>
</p:tagLst>
</file>

<file path=ppt/tags/tag22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2/100 [92]&quot; Source=&quot;Harvey 100&quot; /&gt;"/>
</p:tagLst>
</file>

<file path=ppt/tags/tag22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3/100 [93]&quot; Source=&quot;Harvey 100&quot; /&gt;"/>
</p:tagLst>
</file>

<file path=ppt/tags/tag22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4/100 [94]&quot; Source=&quot;Harvey 100&quot; /&gt;"/>
</p:tagLst>
</file>

<file path=ppt/tags/tag22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5/100 [95]&quot; Source=&quot;Harvey 100&quot; /&gt;"/>
</p:tagLst>
</file>

<file path=ppt/tags/tag22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6/100 [96]&quot; Source=&quot;Harvey 100&quot; /&gt;"/>
</p:tagLst>
</file>

<file path=ppt/tags/tag22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7/100 [97]&quot; Source=&quot;Harvey 100&quot; /&gt;"/>
</p:tagLst>
</file>

<file path=ppt/tags/tag22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8/100 [98]&quot; Source=&quot;Harvey 100&quot; /&gt;"/>
</p:tagLst>
</file>

<file path=ppt/tags/tag22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9/100 [99]&quot; Source=&quot;Harvey 100&quot; /&gt;"/>
</p:tagLst>
</file>

<file path=ppt/tags/tag22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00/100 [100]&quot; Source=&quot;Harvey 100&quot; /&gt;"/>
</p:tagLst>
</file>

<file path=ppt/tags/tag23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0/8 [0]&quot; /&gt;"/>
</p:tagLst>
</file>

<file path=ppt/tags/tag23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1/8 [1]&quot; /&gt;"/>
</p:tagLst>
</file>

<file path=ppt/tags/tag23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2/8 [2]&quot; /&gt;"/>
</p:tagLst>
</file>

<file path=ppt/tags/tag23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3/8 [3]&quot; /&gt;"/>
</p:tagLst>
</file>

<file path=ppt/tags/tag23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4/8 [4]&quot; /&gt;"/>
</p:tagLst>
</file>

<file path=ppt/tags/tag23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5/8 [5]&quot; /&gt;"/>
</p:tagLst>
</file>

<file path=ppt/tags/tag236.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6/8 [6]&quot; /&gt;"/>
</p:tagLst>
</file>

<file path=ppt/tags/tag23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7/8 [7]&quot; /&gt;"/>
</p:tagLst>
</file>

<file path=ppt/tags/tag23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8/8 [8]&quot; /&gt;"/>
</p:tagLst>
</file>

<file path=ppt/tags/tag23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0/4 [0]&quot; /&gt;"/>
</p:tagLst>
</file>

<file path=ppt/tags/tag24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1/4 [1]&quot; /&gt;"/>
</p:tagLst>
</file>

<file path=ppt/tags/tag24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2/4 [2]&quot; /&gt;"/>
</p:tagLst>
</file>

<file path=ppt/tags/tag24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3/4 [3]&quot; /&gt;"/>
</p:tagLst>
</file>

<file path=ppt/tags/tag24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4/4 [4]&quot; /&gt;"/>
</p:tagLst>
</file>

<file path=ppt/tags/tag24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0/3 [0]&quot; /&gt;"/>
</p:tagLst>
</file>

<file path=ppt/tags/tag24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1/3 [1]&quot; /&gt;"/>
</p:tagLst>
</file>

<file path=ppt/tags/tag246.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2/3 [2]&quot; /&gt;"/>
</p:tagLst>
</file>

<file path=ppt/tags/tag24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3/3 [3]&quot; /&gt;"/>
</p:tagLst>
</file>

<file path=ppt/tags/tag2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True&quot; Source=&quot;Group 4&quot; Layer=&quot;Group 4&quot; /&gt;"/>
</p:tagLst>
</file>

<file path=ppt/tags/tag25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True&quot; Source=&quot;Group 5&quot; Layer=&quot;Group 5&quot; /&gt;"/>
</p:tagLst>
</file>

<file path=ppt/tags/tag25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True&quot; Source=&quot;Harvey 8&quot; Layer=&quot;Harvey 8&quot; /&gt;"/>
</p:tagLst>
</file>

<file path=ppt/tags/tag25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d5f66dcd-7c8d-4661-849b-23a9587c15e3&quot; /&gt;"/>
  <p:tag name="SP_POWERSHAPE" val="&lt;PowerShapeTag ClassVersion=&quot;0&quot; GUID=&quot;81f1f80b-b882-418d-8bbb-9c38d8d27274&quot; IsConsolidated=&quot;False&quot; IsTopLevel=&quot;True&quot; Layer=&quot;Harvey 100&quot; Source=&quot;Harvey 100&quot; /&gt;"/>
</p:tagLst>
</file>

<file path=ppt/tags/tag25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0/100 [0]&quot; Source=&quot;Harvey 100&quot; /&gt;"/>
</p:tagLst>
</file>

<file path=ppt/tags/tag25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100 [1]&quot; Source=&quot;Harvey 100&quot; /&gt;"/>
</p:tagLst>
</file>

<file path=ppt/tags/tag25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100 [2]&quot; Source=&quot;Harvey 100&quot; /&gt;"/>
</p:tagLst>
</file>

<file path=ppt/tags/tag25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100 [3]&quot; Source=&quot;Harvey 100&quot; /&gt;"/>
</p:tagLst>
</file>

<file path=ppt/tags/tag25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100 [4]&quot; Source=&quot;Harvey 100&quot; /&gt;"/>
</p:tagLst>
</file>

<file path=ppt/tags/tag25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100 [5]&quot; Source=&quot;Harvey 100&quot; /&gt;"/>
</p:tagLst>
</file>

<file path=ppt/tags/tag25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100 [6]&quot; Source=&quot;Harvey 100&quot; /&gt;"/>
</p:tagLst>
</file>

<file path=ppt/tags/tag26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100 [7]&quot; Source=&quot;Harvey 100&quot; /&gt;"/>
</p:tagLst>
</file>

<file path=ppt/tags/tag26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100 [8]&quot; Source=&quot;Harvey 100&quot; /&gt;"/>
</p:tagLst>
</file>

<file path=ppt/tags/tag26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100 [9]&quot; Source=&quot;Harvey 100&quot; /&gt;"/>
</p:tagLst>
</file>

<file path=ppt/tags/tag26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0/100 [10]&quot; Source=&quot;Harvey 100&quot; /&gt;"/>
</p:tagLst>
</file>

<file path=ppt/tags/tag26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1/100 [11]&quot; Source=&quot;Harvey 100&quot; /&gt;"/>
</p:tagLst>
</file>

<file path=ppt/tags/tag26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2/100 [12]&quot; Source=&quot;Harvey 100&quot; /&gt;"/>
</p:tagLst>
</file>

<file path=ppt/tags/tag26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3/100 [13]&quot; Source=&quot;Harvey 100&quot; /&gt;"/>
</p:tagLst>
</file>

<file path=ppt/tags/tag26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4/100 [14]&quot; Source=&quot;Harvey 100&quot; /&gt;"/>
</p:tagLst>
</file>

<file path=ppt/tags/tag26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5/100 [15]&quot; Source=&quot;Harvey 100&quot; /&gt;"/>
</p:tagLst>
</file>

<file path=ppt/tags/tag26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6/100 [16]&quot; Source=&quot;Harvey 100&quot; /&gt;"/>
</p:tagLst>
</file>

<file path=ppt/tags/tag27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7/100 [17]&quot; Source=&quot;Harvey 100&quot; /&gt;"/>
</p:tagLst>
</file>

<file path=ppt/tags/tag27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8/100 [18]&quot; Source=&quot;Harvey 100&quot; /&gt;"/>
</p:tagLst>
</file>

<file path=ppt/tags/tag27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9/100 [19]&quot; Source=&quot;Harvey 100&quot; /&gt;"/>
</p:tagLst>
</file>

<file path=ppt/tags/tag27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0/100 [20]&quot; Source=&quot;Harvey 100&quot; /&gt;"/>
</p:tagLst>
</file>

<file path=ppt/tags/tag27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1/100 [21]&quot; Source=&quot;Harvey 100&quot; /&gt;"/>
</p:tagLst>
</file>

<file path=ppt/tags/tag27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2/100 [22]&quot; Source=&quot;Harvey 100&quot; /&gt;"/>
</p:tagLst>
</file>

<file path=ppt/tags/tag27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3/100 [23]&quot; Source=&quot;Harvey 100&quot; /&gt;"/>
</p:tagLst>
</file>

<file path=ppt/tags/tag27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4/100 [24]&quot; Source=&quot;Harvey 100&quot; /&gt;"/>
</p:tagLst>
</file>

<file path=ppt/tags/tag27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5/100 [25]&quot; Source=&quot;Harvey 100&quot; /&gt;"/>
</p:tagLst>
</file>

<file path=ppt/tags/tag27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6/100 [26]&quot; Source=&quot;Harvey 100&quot; /&gt;"/>
</p:tagLst>
</file>

<file path=ppt/tags/tag28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7/100 [27]&quot; Source=&quot;Harvey 100&quot; /&gt;"/>
</p:tagLst>
</file>

<file path=ppt/tags/tag28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8/100 [28]&quot; Source=&quot;Harvey 100&quot; /&gt;"/>
</p:tagLst>
</file>

<file path=ppt/tags/tag28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9/100 [29]&quot; Source=&quot;Harvey 100&quot; /&gt;"/>
</p:tagLst>
</file>

<file path=ppt/tags/tag28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0/100 [30]&quot; Source=&quot;Harvey 100&quot; /&gt;"/>
</p:tagLst>
</file>

<file path=ppt/tags/tag28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1/100 [31]&quot; Source=&quot;Harvey 100&quot; /&gt;"/>
</p:tagLst>
</file>

<file path=ppt/tags/tag28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2/100 [32]&quot; Source=&quot;Harvey 100&quot; /&gt;"/>
</p:tagLst>
</file>

<file path=ppt/tags/tag28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3/100 [33]&quot; Source=&quot;Harvey 100&quot; /&gt;"/>
</p:tagLst>
</file>

<file path=ppt/tags/tag28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4/100 [34]&quot; Source=&quot;Harvey 100&quot; /&gt;"/>
</p:tagLst>
</file>

<file path=ppt/tags/tag28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5/100 [35]&quot; Source=&quot;Harvey 100&quot; /&gt;"/>
</p:tagLst>
</file>

<file path=ppt/tags/tag28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6/100 [36]&quot; Source=&quot;Harvey 100&quot; /&gt;"/>
</p:tagLst>
</file>

<file path=ppt/tags/tag29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7/100 [37]&quot; Source=&quot;Harvey 100&quot; /&gt;"/>
</p:tagLst>
</file>

<file path=ppt/tags/tag29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8/100 [38]&quot; Source=&quot;Harvey 100&quot; /&gt;"/>
</p:tagLst>
</file>

<file path=ppt/tags/tag29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9/100 [39]&quot; Source=&quot;Harvey 100&quot; /&gt;"/>
</p:tagLst>
</file>

<file path=ppt/tags/tag29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0/100 [40]&quot; Source=&quot;Harvey 100&quot; /&gt;"/>
</p:tagLst>
</file>

<file path=ppt/tags/tag29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1/100 [41]&quot; Source=&quot;Harvey 100&quot; /&gt;"/>
</p:tagLst>
</file>

<file path=ppt/tags/tag29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2/100 [42]&quot; Source=&quot;Harvey 100&quot; /&gt;"/>
</p:tagLst>
</file>

<file path=ppt/tags/tag29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3/100 [43]&quot; Source=&quot;Harvey 100&quot; /&gt;"/>
</p:tagLst>
</file>

<file path=ppt/tags/tag29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4/100 [44]&quot; Source=&quot;Harvey 100&quot; /&gt;"/>
</p:tagLst>
</file>

<file path=ppt/tags/tag29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5/100 [45]&quot; Source=&quot;Harvey 100&quot; /&gt;"/>
</p:tagLst>
</file>

<file path=ppt/tags/tag29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6/100 [46]&quot; Source=&quot;Harvey 100&quot; /&gt;"/>
</p:tagLst>
</file>

<file path=ppt/tags/tag30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7/100 [47]&quot; Source=&quot;Harvey 100&quot; /&gt;"/>
</p:tagLst>
</file>

<file path=ppt/tags/tag30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8/100 [48]&quot; Source=&quot;Harvey 100&quot; /&gt;"/>
</p:tagLst>
</file>

<file path=ppt/tags/tag30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9/100 [49]&quot; Source=&quot;Harvey 100&quot; /&gt;"/>
</p:tagLst>
</file>

<file path=ppt/tags/tag30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0/100 [50]&quot; Source=&quot;Harvey 100&quot; /&gt;"/>
</p:tagLst>
</file>

<file path=ppt/tags/tag30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1/100 [51]&quot; Source=&quot;Harvey 100&quot; /&gt;"/>
</p:tagLst>
</file>

<file path=ppt/tags/tag30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2/100 [52]&quot; Source=&quot;Harvey 100&quot; /&gt;"/>
</p:tagLst>
</file>

<file path=ppt/tags/tag30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3/100 [53]&quot; Source=&quot;Harvey 100&quot; /&gt;"/>
</p:tagLst>
</file>

<file path=ppt/tags/tag30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4/100 [54]&quot; Source=&quot;Harvey 100&quot; /&gt;"/>
</p:tagLst>
</file>

<file path=ppt/tags/tag30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5/100 [55]&quot; Source=&quot;Harvey 100&quot; /&gt;"/>
</p:tagLst>
</file>

<file path=ppt/tags/tag30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6/100 [56]&quot; Source=&quot;Harvey 100&quot; /&gt;"/>
</p:tagLst>
</file>

<file path=ppt/tags/tag31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7/100 [57]&quot; Source=&quot;Harvey 100&quot; /&gt;"/>
</p:tagLst>
</file>

<file path=ppt/tags/tag31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8/100 [58]&quot; Source=&quot;Harvey 100&quot; /&gt;"/>
</p:tagLst>
</file>

<file path=ppt/tags/tag31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9/100 [59]&quot; Source=&quot;Harvey 100&quot; /&gt;"/>
</p:tagLst>
</file>

<file path=ppt/tags/tag31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0/100 [60]&quot; Source=&quot;Harvey 100&quot; /&gt;"/>
</p:tagLst>
</file>

<file path=ppt/tags/tag31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1/100 [61]&quot; Source=&quot;Harvey 100&quot; /&gt;"/>
</p:tagLst>
</file>

<file path=ppt/tags/tag31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2/100 [62]&quot; Source=&quot;Harvey 100&quot; /&gt;"/>
</p:tagLst>
</file>

<file path=ppt/tags/tag31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3/100 [63]&quot; Source=&quot;Harvey 100&quot; /&gt;"/>
</p:tagLst>
</file>

<file path=ppt/tags/tag31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4/100 [64]&quot; Source=&quot;Harvey 100&quot; /&gt;"/>
</p:tagLst>
</file>

<file path=ppt/tags/tag31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5/100 [65]&quot; Source=&quot;Harvey 100&quot; /&gt;"/>
</p:tagLst>
</file>

<file path=ppt/tags/tag31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6/100 [66]&quot; Source=&quot;Harvey 100&quot; /&gt;"/>
</p:tagLst>
</file>

<file path=ppt/tags/tag32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7/100 [67]&quot; Source=&quot;Harvey 100&quot; /&gt;"/>
</p:tagLst>
</file>

<file path=ppt/tags/tag32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8/100 [68]&quot; Source=&quot;Harvey 100&quot; /&gt;"/>
</p:tagLst>
</file>

<file path=ppt/tags/tag32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9/100 [69]&quot; Source=&quot;Harvey 100&quot; /&gt;"/>
</p:tagLst>
</file>

<file path=ppt/tags/tag32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0/100 [70]&quot; Source=&quot;Harvey 100&quot; /&gt;"/>
</p:tagLst>
</file>

<file path=ppt/tags/tag32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1/100 [71]&quot; Source=&quot;Harvey 100&quot; /&gt;"/>
</p:tagLst>
</file>

<file path=ppt/tags/tag32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2/100 [72]&quot; Source=&quot;Harvey 100&quot; /&gt;"/>
</p:tagLst>
</file>

<file path=ppt/tags/tag32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3/100 [73]&quot; Source=&quot;Harvey 100&quot; /&gt;"/>
</p:tagLst>
</file>

<file path=ppt/tags/tag32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4/100 [74]&quot; Source=&quot;Harvey 100&quot; /&gt;"/>
</p:tagLst>
</file>

<file path=ppt/tags/tag32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5/100 [75]&quot; Source=&quot;Harvey 100&quot; /&gt;"/>
</p:tagLst>
</file>

<file path=ppt/tags/tag32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6/100 [76]&quot; Source=&quot;Harvey 100&quot; /&gt;"/>
</p:tagLst>
</file>

<file path=ppt/tags/tag33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7/100 [77]&quot; Source=&quot;Harvey 100&quot; /&gt;"/>
</p:tagLst>
</file>

<file path=ppt/tags/tag33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8/100 [78]&quot; Source=&quot;Harvey 100&quot; /&gt;"/>
</p:tagLst>
</file>

<file path=ppt/tags/tag33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9/100 [79]&quot; Source=&quot;Harvey 100&quot; /&gt;"/>
</p:tagLst>
</file>

<file path=ppt/tags/tag33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0/100 [80]&quot; Source=&quot;Harvey 100&quot; /&gt;"/>
</p:tagLst>
</file>

<file path=ppt/tags/tag33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1/100 [81]&quot; Source=&quot;Harvey 100&quot; /&gt;"/>
</p:tagLst>
</file>

<file path=ppt/tags/tag33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2/100 [82]&quot; Source=&quot;Harvey 100&quot; /&gt;"/>
</p:tagLst>
</file>

<file path=ppt/tags/tag33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3/100 [83]&quot; Source=&quot;Harvey 100&quot; /&gt;"/>
</p:tagLst>
</file>

<file path=ppt/tags/tag33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4/100 [84]&quot; Source=&quot;Harvey 100&quot; /&gt;"/>
</p:tagLst>
</file>

<file path=ppt/tags/tag33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5/100 [85]&quot; Source=&quot;Harvey 100&quot; /&gt;"/>
</p:tagLst>
</file>

<file path=ppt/tags/tag33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6/100 [86]&quot; Source=&quot;Harvey 100&quot; /&gt;"/>
</p:tagLst>
</file>

<file path=ppt/tags/tag34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7/100 [87]&quot; Source=&quot;Harvey 100&quot; /&gt;"/>
</p:tagLst>
</file>

<file path=ppt/tags/tag34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8/100 [88]&quot; Source=&quot;Harvey 100&quot; /&gt;"/>
</p:tagLst>
</file>

<file path=ppt/tags/tag34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9/100 [89]&quot; Source=&quot;Harvey 100&quot; /&gt;"/>
</p:tagLst>
</file>

<file path=ppt/tags/tag34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0/100 [90]&quot; Source=&quot;Harvey 100&quot; /&gt;"/>
</p:tagLst>
</file>

<file path=ppt/tags/tag34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1/100 [91]&quot; Source=&quot;Harvey 100&quot; /&gt;"/>
</p:tagLst>
</file>

<file path=ppt/tags/tag34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2/100 [92]&quot; Source=&quot;Harvey 100&quot; /&gt;"/>
</p:tagLst>
</file>

<file path=ppt/tags/tag34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3/100 [93]&quot; Source=&quot;Harvey 100&quot; /&gt;"/>
</p:tagLst>
</file>

<file path=ppt/tags/tag34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4/100 [94]&quot; Source=&quot;Harvey 100&quot; /&gt;"/>
</p:tagLst>
</file>

<file path=ppt/tags/tag34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5/100 [95]&quot; Source=&quot;Harvey 100&quot; /&gt;"/>
</p:tagLst>
</file>

<file path=ppt/tags/tag34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6/100 [96]&quot; Source=&quot;Harvey 100&quot; /&gt;"/>
</p:tagLst>
</file>

<file path=ppt/tags/tag35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7/100 [97]&quot; Source=&quot;Harvey 100&quot; /&gt;"/>
</p:tagLst>
</file>

<file path=ppt/tags/tag35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8/100 [98]&quot; Source=&quot;Harvey 100&quot; /&gt;"/>
</p:tagLst>
</file>

<file path=ppt/tags/tag35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9/100 [99]&quot; Source=&quot;Harvey 100&quot; /&gt;"/>
</p:tagLst>
</file>

<file path=ppt/tags/tag35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00/100 [100]&quot; Source=&quot;Harvey 100&quot; /&gt;"/>
</p:tagLst>
</file>

<file path=ppt/tags/tag35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0/8 [0]&quot; /&gt;"/>
</p:tagLst>
</file>

<file path=ppt/tags/tag35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1/8 [1]&quot; /&gt;"/>
</p:tagLst>
</file>

<file path=ppt/tags/tag356.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2/8 [2]&quot; /&gt;"/>
</p:tagLst>
</file>

<file path=ppt/tags/tag35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3/8 [3]&quot; /&gt;"/>
</p:tagLst>
</file>

<file path=ppt/tags/tag35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4/8 [4]&quot; /&gt;"/>
</p:tagLst>
</file>

<file path=ppt/tags/tag35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5/8 [5]&quot; /&gt;"/>
</p:tagLst>
</file>

<file path=ppt/tags/tag36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6/8 [6]&quot; /&gt;"/>
</p:tagLst>
</file>

<file path=ppt/tags/tag36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7/8 [7]&quot; /&gt;"/>
</p:tagLst>
</file>

<file path=ppt/tags/tag36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8/8 [8]&quot; /&gt;"/>
</p:tagLst>
</file>

<file path=ppt/tags/tag36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0/4 [0]&quot; /&gt;"/>
</p:tagLst>
</file>

<file path=ppt/tags/tag36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1/4 [1]&quot; /&gt;"/>
</p:tagLst>
</file>

<file path=ppt/tags/tag36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2/4 [2]&quot; /&gt;"/>
</p:tagLst>
</file>

<file path=ppt/tags/tag366.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3/4 [3]&quot; /&gt;"/>
</p:tagLst>
</file>

<file path=ppt/tags/tag36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4/4 [4]&quot; /&gt;"/>
</p:tagLst>
</file>

<file path=ppt/tags/tag36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0/3 [0]&quot; /&gt;"/>
</p:tagLst>
</file>

<file path=ppt/tags/tag36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1/3 [1]&quot; /&gt;"/>
</p:tagLst>
</file>

<file path=ppt/tags/tag37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2/3 [2]&quot; /&gt;"/>
</p:tagLst>
</file>

<file path=ppt/tags/tag37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3/3 [3]&quot; /&gt;"/>
</p:tagLst>
</file>

<file path=ppt/tags/tag3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True&quot; Source=&quot;Group 4&quot; Layer=&quot;Group 4&quot; /&gt;"/>
</p:tagLst>
</file>

<file path=ppt/tags/tag38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True&quot; Source=&quot;Group 5&quot; Layer=&quot;Group 5&quot; /&gt;"/>
</p:tagLst>
</file>

<file path=ppt/tags/tag38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True&quot; Source=&quot;Harvey 8&quot; Layer=&quot;Harvey 8&quot; /&gt;"/>
</p:tagLst>
</file>

<file path=ppt/tags/tag38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d5f66dcd-7c8d-4661-849b-23a9587c15e3&quot; /&gt;"/>
  <p:tag name="SP_POWERSHAPE" val="&lt;PowerShapeTag ClassVersion=&quot;0&quot; GUID=&quot;81f1f80b-b882-418d-8bbb-9c38d8d27274&quot; IsConsolidated=&quot;False&quot; IsTopLevel=&quot;True&quot; Layer=&quot;Harvey 100&quot; Source=&quot;Harvey 100&quot; /&gt;"/>
</p:tagLst>
</file>

<file path=ppt/tags/tag38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0/100 [0]&quot; Source=&quot;Harvey 100&quot; /&gt;"/>
</p:tagLst>
</file>

<file path=ppt/tags/tag38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100 [1]&quot; Source=&quot;Harvey 100&quot; /&gt;"/>
</p:tagLst>
</file>

<file path=ppt/tags/tag38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100 [2]&quot; Source=&quot;Harvey 100&quot; /&gt;"/>
</p:tagLst>
</file>

<file path=ppt/tags/tag38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100 [3]&quot; Source=&quot;Harvey 100&quot; /&gt;"/>
</p:tagLst>
</file>

<file path=ppt/tags/tag38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100 [4]&quot; Source=&quot;Harvey 100&quot; /&gt;"/>
</p:tagLst>
</file>

<file path=ppt/tags/tag38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100 [5]&quot; Source=&quot;Harvey 100&quot; /&gt;"/>
</p:tagLst>
</file>

<file path=ppt/tags/tag39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100 [6]&quot; Source=&quot;Harvey 100&quot; /&gt;"/>
</p:tagLst>
</file>

<file path=ppt/tags/tag39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100 [7]&quot; Source=&quot;Harvey 100&quot; /&gt;"/>
</p:tagLst>
</file>

<file path=ppt/tags/tag39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100 [8]&quot; Source=&quot;Harvey 100&quot; /&gt;"/>
</p:tagLst>
</file>

<file path=ppt/tags/tag39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100 [9]&quot; Source=&quot;Harvey 100&quot; /&gt;"/>
</p:tagLst>
</file>

<file path=ppt/tags/tag39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0/100 [10]&quot; Source=&quot;Harvey 100&quot; /&gt;"/>
</p:tagLst>
</file>

<file path=ppt/tags/tag39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1/100 [11]&quot; Source=&quot;Harvey 100&quot; /&gt;"/>
</p:tagLst>
</file>

<file path=ppt/tags/tag39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2/100 [12]&quot; Source=&quot;Harvey 100&quot; /&gt;"/>
</p:tagLst>
</file>

<file path=ppt/tags/tag39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3/100 [13]&quot; Source=&quot;Harvey 100&quot; /&gt;"/>
</p:tagLst>
</file>

<file path=ppt/tags/tag39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4/100 [14]&quot; Source=&quot;Harvey 100&quot; /&gt;"/>
</p:tagLst>
</file>

<file path=ppt/tags/tag39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5/100 [15]&quot; Source=&quot;Harvey 100&quot; /&gt;"/>
</p:tagLst>
</file>

<file path=ppt/tags/tag40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6/100 [16]&quot; Source=&quot;Harvey 100&quot; /&gt;"/>
</p:tagLst>
</file>

<file path=ppt/tags/tag40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7/100 [17]&quot; Source=&quot;Harvey 100&quot; /&gt;"/>
</p:tagLst>
</file>

<file path=ppt/tags/tag40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8/100 [18]&quot; Source=&quot;Harvey 100&quot; /&gt;"/>
</p:tagLst>
</file>

<file path=ppt/tags/tag40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9/100 [19]&quot; Source=&quot;Harvey 100&quot; /&gt;"/>
</p:tagLst>
</file>

<file path=ppt/tags/tag40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0/100 [20]&quot; Source=&quot;Harvey 100&quot; /&gt;"/>
</p:tagLst>
</file>

<file path=ppt/tags/tag40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1/100 [21]&quot; Source=&quot;Harvey 100&quot; /&gt;"/>
</p:tagLst>
</file>

<file path=ppt/tags/tag40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2/100 [22]&quot; Source=&quot;Harvey 100&quot; /&gt;"/>
</p:tagLst>
</file>

<file path=ppt/tags/tag40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3/100 [23]&quot; Source=&quot;Harvey 100&quot; /&gt;"/>
</p:tagLst>
</file>

<file path=ppt/tags/tag40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4/100 [24]&quot; Source=&quot;Harvey 100&quot; /&gt;"/>
</p:tagLst>
</file>

<file path=ppt/tags/tag40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5/100 [25]&quot; Source=&quot;Harvey 100&quot; /&gt;"/>
</p:tagLst>
</file>

<file path=ppt/tags/tag41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6/100 [26]&quot; Source=&quot;Harvey 100&quot; /&gt;"/>
</p:tagLst>
</file>

<file path=ppt/tags/tag41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7/100 [27]&quot; Source=&quot;Harvey 100&quot; /&gt;"/>
</p:tagLst>
</file>

<file path=ppt/tags/tag41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8/100 [28]&quot; Source=&quot;Harvey 100&quot; /&gt;"/>
</p:tagLst>
</file>

<file path=ppt/tags/tag41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9/100 [29]&quot; Source=&quot;Harvey 100&quot; /&gt;"/>
</p:tagLst>
</file>

<file path=ppt/tags/tag41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0/100 [30]&quot; Source=&quot;Harvey 100&quot; /&gt;"/>
</p:tagLst>
</file>

<file path=ppt/tags/tag41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1/100 [31]&quot; Source=&quot;Harvey 100&quot; /&gt;"/>
</p:tagLst>
</file>

<file path=ppt/tags/tag41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2/100 [32]&quot; Source=&quot;Harvey 100&quot; /&gt;"/>
</p:tagLst>
</file>

<file path=ppt/tags/tag41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3/100 [33]&quot; Source=&quot;Harvey 100&quot; /&gt;"/>
</p:tagLst>
</file>

<file path=ppt/tags/tag41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4/100 [34]&quot; Source=&quot;Harvey 100&quot; /&gt;"/>
</p:tagLst>
</file>

<file path=ppt/tags/tag41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5/100 [35]&quot; Source=&quot;Harvey 100&quot; /&gt;"/>
</p:tagLst>
</file>

<file path=ppt/tags/tag42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6/100 [36]&quot; Source=&quot;Harvey 100&quot; /&gt;"/>
</p:tagLst>
</file>

<file path=ppt/tags/tag42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7/100 [37]&quot; Source=&quot;Harvey 100&quot; /&gt;"/>
</p:tagLst>
</file>

<file path=ppt/tags/tag42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8/100 [38]&quot; Source=&quot;Harvey 100&quot; /&gt;"/>
</p:tagLst>
</file>

<file path=ppt/tags/tag42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9/100 [39]&quot; Source=&quot;Harvey 100&quot; /&gt;"/>
</p:tagLst>
</file>

<file path=ppt/tags/tag42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0/100 [40]&quot; Source=&quot;Harvey 100&quot; /&gt;"/>
</p:tagLst>
</file>

<file path=ppt/tags/tag42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1/100 [41]&quot; Source=&quot;Harvey 100&quot; /&gt;"/>
</p:tagLst>
</file>

<file path=ppt/tags/tag42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2/100 [42]&quot; Source=&quot;Harvey 100&quot; /&gt;"/>
</p:tagLst>
</file>

<file path=ppt/tags/tag42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3/100 [43]&quot; Source=&quot;Harvey 100&quot; /&gt;"/>
</p:tagLst>
</file>

<file path=ppt/tags/tag42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4/100 [44]&quot; Source=&quot;Harvey 100&quot; /&gt;"/>
</p:tagLst>
</file>

<file path=ppt/tags/tag42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5/100 [45]&quot; Source=&quot;Harvey 100&quot; /&gt;"/>
</p:tagLst>
</file>

<file path=ppt/tags/tag43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6/100 [46]&quot; Source=&quot;Harvey 100&quot; /&gt;"/>
</p:tagLst>
</file>

<file path=ppt/tags/tag43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7/100 [47]&quot; Source=&quot;Harvey 100&quot; /&gt;"/>
</p:tagLst>
</file>

<file path=ppt/tags/tag43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8/100 [48]&quot; Source=&quot;Harvey 100&quot; /&gt;"/>
</p:tagLst>
</file>

<file path=ppt/tags/tag43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9/100 [49]&quot; Source=&quot;Harvey 100&quot; /&gt;"/>
</p:tagLst>
</file>

<file path=ppt/tags/tag43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0/100 [50]&quot; Source=&quot;Harvey 100&quot; /&gt;"/>
</p:tagLst>
</file>

<file path=ppt/tags/tag43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1/100 [51]&quot; Source=&quot;Harvey 100&quot; /&gt;"/>
</p:tagLst>
</file>

<file path=ppt/tags/tag43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2/100 [52]&quot; Source=&quot;Harvey 100&quot; /&gt;"/>
</p:tagLst>
</file>

<file path=ppt/tags/tag43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3/100 [53]&quot; Source=&quot;Harvey 100&quot; /&gt;"/>
</p:tagLst>
</file>

<file path=ppt/tags/tag43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4/100 [54]&quot; Source=&quot;Harvey 100&quot; /&gt;"/>
</p:tagLst>
</file>

<file path=ppt/tags/tag43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5/100 [55]&quot; Source=&quot;Harvey 100&quot; /&gt;"/>
</p:tagLst>
</file>

<file path=ppt/tags/tag44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6/100 [56]&quot; Source=&quot;Harvey 100&quot; /&gt;"/>
</p:tagLst>
</file>

<file path=ppt/tags/tag44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7/100 [57]&quot; Source=&quot;Harvey 100&quot; /&gt;"/>
</p:tagLst>
</file>

<file path=ppt/tags/tag44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8/100 [58]&quot; Source=&quot;Harvey 100&quot; /&gt;"/>
</p:tagLst>
</file>

<file path=ppt/tags/tag44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9/100 [59]&quot; Source=&quot;Harvey 100&quot; /&gt;"/>
</p:tagLst>
</file>

<file path=ppt/tags/tag44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0/100 [60]&quot; Source=&quot;Harvey 100&quot; /&gt;"/>
</p:tagLst>
</file>

<file path=ppt/tags/tag44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1/100 [61]&quot; Source=&quot;Harvey 100&quot; /&gt;"/>
</p:tagLst>
</file>

<file path=ppt/tags/tag44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2/100 [62]&quot; Source=&quot;Harvey 100&quot; /&gt;"/>
</p:tagLst>
</file>

<file path=ppt/tags/tag44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3/100 [63]&quot; Source=&quot;Harvey 100&quot; /&gt;"/>
</p:tagLst>
</file>

<file path=ppt/tags/tag44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4/100 [64]&quot; Source=&quot;Harvey 100&quot; /&gt;"/>
</p:tagLst>
</file>

<file path=ppt/tags/tag44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5/100 [65]&quot; Source=&quot;Harvey 100&quot; /&gt;"/>
</p:tagLst>
</file>

<file path=ppt/tags/tag45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6/100 [66]&quot; Source=&quot;Harvey 100&quot; /&gt;"/>
</p:tagLst>
</file>

<file path=ppt/tags/tag45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7/100 [67]&quot; Source=&quot;Harvey 100&quot; /&gt;"/>
</p:tagLst>
</file>

<file path=ppt/tags/tag45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8/100 [68]&quot; Source=&quot;Harvey 100&quot; /&gt;"/>
</p:tagLst>
</file>

<file path=ppt/tags/tag45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9/100 [69]&quot; Source=&quot;Harvey 100&quot; /&gt;"/>
</p:tagLst>
</file>

<file path=ppt/tags/tag45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0/100 [70]&quot; Source=&quot;Harvey 100&quot; /&gt;"/>
</p:tagLst>
</file>

<file path=ppt/tags/tag45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1/100 [71]&quot; Source=&quot;Harvey 100&quot; /&gt;"/>
</p:tagLst>
</file>

<file path=ppt/tags/tag45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2/100 [72]&quot; Source=&quot;Harvey 100&quot; /&gt;"/>
</p:tagLst>
</file>

<file path=ppt/tags/tag45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3/100 [73]&quot; Source=&quot;Harvey 100&quot; /&gt;"/>
</p:tagLst>
</file>

<file path=ppt/tags/tag45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4/100 [74]&quot; Source=&quot;Harvey 100&quot; /&gt;"/>
</p:tagLst>
</file>

<file path=ppt/tags/tag45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5/100 [75]&quot; Source=&quot;Harvey 100&quot; /&gt;"/>
</p:tagLst>
</file>

<file path=ppt/tags/tag46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6/100 [76]&quot; Source=&quot;Harvey 100&quot; /&gt;"/>
</p:tagLst>
</file>

<file path=ppt/tags/tag46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7/100 [77]&quot; Source=&quot;Harvey 100&quot; /&gt;"/>
</p:tagLst>
</file>

<file path=ppt/tags/tag46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8/100 [78]&quot; Source=&quot;Harvey 100&quot; /&gt;"/>
</p:tagLst>
</file>

<file path=ppt/tags/tag46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9/100 [79]&quot; Source=&quot;Harvey 100&quot; /&gt;"/>
</p:tagLst>
</file>

<file path=ppt/tags/tag46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0/100 [80]&quot; Source=&quot;Harvey 100&quot; /&gt;"/>
</p:tagLst>
</file>

<file path=ppt/tags/tag46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1/100 [81]&quot; Source=&quot;Harvey 100&quot; /&gt;"/>
</p:tagLst>
</file>

<file path=ppt/tags/tag46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2/100 [82]&quot; Source=&quot;Harvey 100&quot; /&gt;"/>
</p:tagLst>
</file>

<file path=ppt/tags/tag46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3/100 [83]&quot; Source=&quot;Harvey 100&quot; /&gt;"/>
</p:tagLst>
</file>

<file path=ppt/tags/tag46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4/100 [84]&quot; Source=&quot;Harvey 100&quot; /&gt;"/>
</p:tagLst>
</file>

<file path=ppt/tags/tag46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5/100 [85]&quot; Source=&quot;Harvey 100&quot; /&gt;"/>
</p:tagLst>
</file>

<file path=ppt/tags/tag47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6/100 [86]&quot; Source=&quot;Harvey 100&quot; /&gt;"/>
</p:tagLst>
</file>

<file path=ppt/tags/tag47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7/100 [87]&quot; Source=&quot;Harvey 100&quot; /&gt;"/>
</p:tagLst>
</file>

<file path=ppt/tags/tag47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8/100 [88]&quot; Source=&quot;Harvey 100&quot; /&gt;"/>
</p:tagLst>
</file>

<file path=ppt/tags/tag47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9/100 [89]&quot; Source=&quot;Harvey 100&quot; /&gt;"/>
</p:tagLst>
</file>

<file path=ppt/tags/tag47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0/100 [90]&quot; Source=&quot;Harvey 100&quot; /&gt;"/>
</p:tagLst>
</file>

<file path=ppt/tags/tag47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1/100 [91]&quot; Source=&quot;Harvey 100&quot; /&gt;"/>
</p:tagLst>
</file>

<file path=ppt/tags/tag47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2/100 [92]&quot; Source=&quot;Harvey 100&quot; /&gt;"/>
</p:tagLst>
</file>

<file path=ppt/tags/tag47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3/100 [93]&quot; Source=&quot;Harvey 100&quot; /&gt;"/>
</p:tagLst>
</file>

<file path=ppt/tags/tag47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4/100 [94]&quot; Source=&quot;Harvey 100&quot; /&gt;"/>
</p:tagLst>
</file>

<file path=ppt/tags/tag47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5/100 [95]&quot; Source=&quot;Harvey 100&quot; /&gt;"/>
</p:tagLst>
</file>

<file path=ppt/tags/tag48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6/100 [96]&quot; Source=&quot;Harvey 100&quot; /&gt;"/>
</p:tagLst>
</file>

<file path=ppt/tags/tag48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7/100 [97]&quot; Source=&quot;Harvey 100&quot; /&gt;"/>
</p:tagLst>
</file>

<file path=ppt/tags/tag48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8/100 [98]&quot; Source=&quot;Harvey 100&quot; /&gt;"/>
</p:tagLst>
</file>

<file path=ppt/tags/tag48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9/100 [99]&quot; Source=&quot;Harvey 100&quot; /&gt;"/>
</p:tagLst>
</file>

<file path=ppt/tags/tag48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00/100 [100]&quot; Source=&quot;Harvey 100&quot; /&gt;"/>
</p:tagLst>
</file>

<file path=ppt/tags/tag48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0/8 [0]&quot; /&gt;"/>
</p:tagLst>
</file>

<file path=ppt/tags/tag486.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1/8 [1]&quot; /&gt;"/>
</p:tagLst>
</file>

<file path=ppt/tags/tag48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2/8 [2]&quot; /&gt;"/>
</p:tagLst>
</file>

<file path=ppt/tags/tag48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3/8 [3]&quot; /&gt;"/>
</p:tagLst>
</file>

<file path=ppt/tags/tag48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4/8 [4]&quot; /&gt;"/>
</p:tagLst>
</file>

<file path=ppt/tags/tag49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5/8 [5]&quot; /&gt;"/>
</p:tagLst>
</file>

<file path=ppt/tags/tag49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6/8 [6]&quot; /&gt;"/>
</p:tagLst>
</file>

<file path=ppt/tags/tag49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7/8 [7]&quot; /&gt;"/>
</p:tagLst>
</file>

<file path=ppt/tags/tag49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8/8 [8]&quot; /&gt;"/>
</p:tagLst>
</file>

<file path=ppt/tags/tag49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0/4 [0]&quot; /&gt;"/>
</p:tagLst>
</file>

<file path=ppt/tags/tag49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1/4 [1]&quot; /&gt;"/>
</p:tagLst>
</file>

<file path=ppt/tags/tag496.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2/4 [2]&quot; /&gt;"/>
</p:tagLst>
</file>

<file path=ppt/tags/tag49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3/4 [3]&quot; /&gt;"/>
</p:tagLst>
</file>

<file path=ppt/tags/tag49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4/4 [4]&quot; /&gt;"/>
</p:tagLst>
</file>

<file path=ppt/tags/tag49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0/3 [0]&quot; /&gt;"/>
</p:tagLst>
</file>

<file path=ppt/tags/tag50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1/3 [1]&quot; /&gt;"/>
</p:tagLst>
</file>

<file path=ppt/tags/tag50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2/3 [2]&quot; /&gt;"/>
</p:tagLst>
</file>

<file path=ppt/tags/tag50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3/3 [3]&quot; /&gt;"/>
</p:tagLst>
</file>

<file path=ppt/tags/tag5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5.xml><?xml version="1.0" encoding="utf-8"?>
<p:tagLst xmlns:a="http://schemas.openxmlformats.org/drawingml/2006/main" xmlns:r="http://schemas.openxmlformats.org/officeDocument/2006/relationships" xmlns:p="http://schemas.openxmlformats.org/presentationml/2006/main">
  <p:tag name="CONTAINEDIMAGEPATH" val="C:\Users\I816308\AppData\Local\Templafy\AddIns\PowerPointVsto\ID 298876 - person with checkmark at lower right.svg"/>
</p:tagLst>
</file>

<file path=ppt/tags/tag506.xml><?xml version="1.0" encoding="utf-8"?>
<p:tagLst xmlns:a="http://schemas.openxmlformats.org/drawingml/2006/main" xmlns:r="http://schemas.openxmlformats.org/officeDocument/2006/relationships" xmlns:p="http://schemas.openxmlformats.org/presentationml/2006/main">
  <p:tag name="CONTAINEDIMAGEPATH" val="C:\Users\I816308\AppData\Local\Templafy\AddIns\PowerPointVsto\ID 298876 - person with checkmark at lower right.svg"/>
</p:tagLst>
</file>

<file path=ppt/tags/tag507.xml><?xml version="1.0" encoding="utf-8"?>
<p:tagLst xmlns:a="http://schemas.openxmlformats.org/drawingml/2006/main" xmlns:r="http://schemas.openxmlformats.org/officeDocument/2006/relationships" xmlns:p="http://schemas.openxmlformats.org/presentationml/2006/main">
  <p:tag name="CONTAINEDIMAGEPATH" val="C:\Users\I816308\AppData\Local\Templafy\AddIns\PowerPointVsto\ID 298876 - person with checkmark at lower right.svg"/>
</p:tagLst>
</file>

<file path=ppt/tags/tag508.xml><?xml version="1.0" encoding="utf-8"?>
<p:tagLst xmlns:a="http://schemas.openxmlformats.org/drawingml/2006/main" xmlns:r="http://schemas.openxmlformats.org/officeDocument/2006/relationships" xmlns:p="http://schemas.openxmlformats.org/presentationml/2006/main">
  <p:tag name="CONTAINEDIMAGEPATH" val="C:\Users\I816308\AppData\Local\Templafy\AddIns\PowerPointVsto\ID 298876 - person with checkmark at lower right.svg"/>
</p:tagLst>
</file>

<file path=ppt/tags/tag509.xml><?xml version="1.0" encoding="utf-8"?>
<p:tagLst xmlns:a="http://schemas.openxmlformats.org/drawingml/2006/main" xmlns:r="http://schemas.openxmlformats.org/officeDocument/2006/relationships" xmlns:p="http://schemas.openxmlformats.org/presentationml/2006/main">
  <p:tag name="CONTAINEDIMAGEPATH" val="C:\Users\I816308\AppData\Local\Templafy\AddIns\PowerPointVsto\ID 298876 - person with checkmark at lower right.svg"/>
</p:tagLst>
</file>

<file path=ppt/tags/tag510.xml><?xml version="1.0" encoding="utf-8"?>
<p:tagLst xmlns:a="http://schemas.openxmlformats.org/drawingml/2006/main" xmlns:r="http://schemas.openxmlformats.org/officeDocument/2006/relationships" xmlns:p="http://schemas.openxmlformats.org/presentationml/2006/main">
  <p:tag name="CONTAINEDIMAGEPATH" val="C:\Users\I816308\AppData\Local\Templafy\AddIns\PowerPointVsto\ID 298876 - person with checkmark at lower right.svg"/>
</p:tagLst>
</file>

<file path=ppt/tags/tag511.xml><?xml version="1.0" encoding="utf-8"?>
<p:tagLst xmlns:a="http://schemas.openxmlformats.org/drawingml/2006/main" xmlns:r="http://schemas.openxmlformats.org/officeDocument/2006/relationships" xmlns:p="http://schemas.openxmlformats.org/presentationml/2006/main">
  <p:tag name="CONTAINEDIMAGEPATH" val="C:\Users\I816308\AppData\Local\Templafy\AddIns\PowerPointVsto\ID 298876 - person with checkmark at lower right.svg"/>
</p:tagLst>
</file>

<file path=ppt/tags/tag512.xml><?xml version="1.0" encoding="utf-8"?>
<p:tagLst xmlns:a="http://schemas.openxmlformats.org/drawingml/2006/main" xmlns:r="http://schemas.openxmlformats.org/officeDocument/2006/relationships" xmlns:p="http://schemas.openxmlformats.org/presentationml/2006/main">
  <p:tag name="CONTAINEDIMAGEPATH" val="C:\Users\I816308\AppData\Local\Templafy\AddIns\PowerPointVsto\ID 298876 - person with checkmark at lower right.svg"/>
</p:tagLst>
</file>

<file path=ppt/tags/tag513.xml><?xml version="1.0" encoding="utf-8"?>
<p:tagLst xmlns:a="http://schemas.openxmlformats.org/drawingml/2006/main" xmlns:r="http://schemas.openxmlformats.org/officeDocument/2006/relationships" xmlns:p="http://schemas.openxmlformats.org/presentationml/2006/main">
  <p:tag name="CONTAINEDIMAGEPATH" val="C:\Users\I816308\AppData\Local\Templafy\AddIns\PowerPointVsto\ID 299527 - filled rhombus.svg"/>
</p:tagLst>
</file>

<file path=ppt/tags/tag514.xml><?xml version="1.0" encoding="utf-8"?>
<p:tagLst xmlns:a="http://schemas.openxmlformats.org/drawingml/2006/main" xmlns:r="http://schemas.openxmlformats.org/officeDocument/2006/relationships" xmlns:p="http://schemas.openxmlformats.org/presentationml/2006/main">
  <p:tag name="CONTAINEDIMAGEPATH" val="C:\Users\I816308\AppData\Local\Templafy\AddIns\PowerPointVsto\ID 299527 - filled rhombus.svg"/>
</p:tagLst>
</file>

<file path=ppt/tags/tag515.xml><?xml version="1.0" encoding="utf-8"?>
<p:tagLst xmlns:a="http://schemas.openxmlformats.org/drawingml/2006/main" xmlns:r="http://schemas.openxmlformats.org/officeDocument/2006/relationships" xmlns:p="http://schemas.openxmlformats.org/presentationml/2006/main">
  <p:tag name="CONTAINEDIMAGEPATH" val="C:\Users\I816308\AppData\Local\Templafy\AddIns\PowerPointVsto\ID 299527 - filled rhombus.svg"/>
</p:tagLst>
</file>

<file path=ppt/tags/tag516.xml><?xml version="1.0" encoding="utf-8"?>
<p:tagLst xmlns:a="http://schemas.openxmlformats.org/drawingml/2006/main" xmlns:r="http://schemas.openxmlformats.org/officeDocument/2006/relationships" xmlns:p="http://schemas.openxmlformats.org/presentationml/2006/main">
  <p:tag name="CONTAINEDIMAGEPATH" val="C:\Users\I816308\AppData\Local\Templafy\AddIns\PowerPointVsto\ID 298876 - person with checkmark at lower right.svg"/>
</p:tagLst>
</file>

<file path=ppt/tags/tag517.xml><?xml version="1.0" encoding="utf-8"?>
<p:tagLst xmlns:a="http://schemas.openxmlformats.org/drawingml/2006/main" xmlns:r="http://schemas.openxmlformats.org/officeDocument/2006/relationships" xmlns:p="http://schemas.openxmlformats.org/presentationml/2006/main">
  <p:tag name="CONTAINEDIMAGEPATH" val="C:\Users\I816308\AppData\Local\Templafy\AddIns\PowerPointVsto\ID 298876 - person with checkmark at lower right.svg"/>
</p:tagLst>
</file>

<file path=ppt/tags/tag518.xml><?xml version="1.0" encoding="utf-8"?>
<p:tagLst xmlns:a="http://schemas.openxmlformats.org/drawingml/2006/main" xmlns:r="http://schemas.openxmlformats.org/officeDocument/2006/relationships" xmlns:p="http://schemas.openxmlformats.org/presentationml/2006/main">
  <p:tag name="CONTAINEDIMAGEPATH" val="C:\Users\I816308\AppData\Local\Templafy\AddIns\PowerPointVsto\ID 299527 - filled rhombus.svg"/>
</p:tagLst>
</file>

<file path=ppt/tags/tag519.xml><?xml version="1.0" encoding="utf-8"?>
<p:tagLst xmlns:a="http://schemas.openxmlformats.org/drawingml/2006/main" xmlns:r="http://schemas.openxmlformats.org/officeDocument/2006/relationships" xmlns:p="http://schemas.openxmlformats.org/presentationml/2006/main">
  <p:tag name="CONTAINEDIMAGEPATH" val="C:\Users\I816308\AppData\Local\Templafy\AddIns\PowerPointVsto\ID 299527 - filled rhombus.svg"/>
</p:tagLst>
</file>

<file path=ppt/tags/tag520.xml><?xml version="1.0" encoding="utf-8"?>
<p:tagLst xmlns:a="http://schemas.openxmlformats.org/drawingml/2006/main" xmlns:r="http://schemas.openxmlformats.org/officeDocument/2006/relationships" xmlns:p="http://schemas.openxmlformats.org/presentationml/2006/main">
  <p:tag name="CONTAINEDIMAGEPATH" val="C:\Users\I816308\AppData\Local\Templafy\AddIns\PowerPointVsto\ID 298876 - person with checkmark at lower right.svg"/>
</p:tagLst>
</file>

<file path=ppt/tags/tag521.xml><?xml version="1.0" encoding="utf-8"?>
<p:tagLst xmlns:a="http://schemas.openxmlformats.org/drawingml/2006/main" xmlns:r="http://schemas.openxmlformats.org/officeDocument/2006/relationships" xmlns:p="http://schemas.openxmlformats.org/presentationml/2006/main">
  <p:tag name="CONTAINEDIMAGEPATH" val="C:\Users\I816308\AppData\Local\Templafy\AddIns\PowerPointVsto\ID 298876 - person with checkmark at lower right.svg"/>
</p:tagLst>
</file>

<file path=ppt/tags/tag522.xml><?xml version="1.0" encoding="utf-8"?>
<p:tagLst xmlns:a="http://schemas.openxmlformats.org/drawingml/2006/main" xmlns:r="http://schemas.openxmlformats.org/officeDocument/2006/relationships" xmlns:p="http://schemas.openxmlformats.org/presentationml/2006/main">
  <p:tag name="CONTAINEDIMAGEPATH" val="C:\Users\I816308\AppData\Local\Templafy\AddIns\PowerPointVsto\ID 299527 - filled rhombus.svg"/>
</p:tagLst>
</file>

<file path=ppt/tags/tag523.xml><?xml version="1.0" encoding="utf-8"?>
<p:tagLst xmlns:a="http://schemas.openxmlformats.org/drawingml/2006/main" xmlns:r="http://schemas.openxmlformats.org/officeDocument/2006/relationships" xmlns:p="http://schemas.openxmlformats.org/presentationml/2006/main">
  <p:tag name="CONTAINEDIMAGEPATH" val="C:\Users\I816308\AppData\Local\Templafy\AddIns\PowerPointVsto\ID 299527 - filled rhombus.svg"/>
</p:tagLst>
</file>

<file path=ppt/tags/tag524.xml><?xml version="1.0" encoding="utf-8"?>
<p:tagLst xmlns:a="http://schemas.openxmlformats.org/drawingml/2006/main" xmlns:r="http://schemas.openxmlformats.org/officeDocument/2006/relationships" xmlns:p="http://schemas.openxmlformats.org/presentationml/2006/main">
  <p:tag name="CONTAINEDIMAGEPATH" val="C:\Users\I816308\AppData\Local\Templafy\AddIns\PowerPointVsto\ID 299527 - filled rhombus.svg"/>
</p:tagLst>
</file>

<file path=ppt/tags/tag525.xml><?xml version="1.0" encoding="utf-8"?>
<p:tagLst xmlns:a="http://schemas.openxmlformats.org/drawingml/2006/main" xmlns:r="http://schemas.openxmlformats.org/officeDocument/2006/relationships" xmlns:p="http://schemas.openxmlformats.org/presentationml/2006/main">
  <p:tag name="CONTAINEDIMAGEPATH" val="C:\Users\I816308\AppData\Local\Templafy\AddIns\PowerPointVsto\ID 298876 - person with checkmark at lower right.svg"/>
</p:tagLst>
</file>

<file path=ppt/tags/tag526.xml><?xml version="1.0" encoding="utf-8"?>
<p:tagLst xmlns:a="http://schemas.openxmlformats.org/drawingml/2006/main" xmlns:r="http://schemas.openxmlformats.org/officeDocument/2006/relationships" xmlns:p="http://schemas.openxmlformats.org/presentationml/2006/main">
  <p:tag name="CONTAINEDIMAGEPATH" val="C:\Users\I816308\AppData\Local\Templafy\AddIns\PowerPointVsto\ID 298876 - person with checkmark at lower right.svg"/>
</p:tagLst>
</file>

<file path=ppt/tags/tag527.xml><?xml version="1.0" encoding="utf-8"?>
<p:tagLst xmlns:a="http://schemas.openxmlformats.org/drawingml/2006/main" xmlns:r="http://schemas.openxmlformats.org/officeDocument/2006/relationships" xmlns:p="http://schemas.openxmlformats.org/presentationml/2006/main">
  <p:tag name="CONTAINEDIMAGEPATH" val="C:\Users\I816308\AppData\Local\Templafy\AddIns\PowerPointVsto\ID 299527 - filled rhombus.svg"/>
</p:tagLst>
</file>

<file path=ppt/tags/tag528.xml><?xml version="1.0" encoding="utf-8"?>
<p:tagLst xmlns:a="http://schemas.openxmlformats.org/drawingml/2006/main" xmlns:r="http://schemas.openxmlformats.org/officeDocument/2006/relationships" xmlns:p="http://schemas.openxmlformats.org/presentationml/2006/main">
  <p:tag name="CONTAINEDIMAGEPATH" val="C:\Users\I816308\AppData\Local\Templafy\AddIns\PowerPointVsto\ID 299527 - filled rhombus.svg"/>
</p:tagLst>
</file>

<file path=ppt/tags/tag529.xml><?xml version="1.0" encoding="utf-8"?>
<p:tagLst xmlns:a="http://schemas.openxmlformats.org/drawingml/2006/main" xmlns:r="http://schemas.openxmlformats.org/officeDocument/2006/relationships" xmlns:p="http://schemas.openxmlformats.org/presentationml/2006/main">
  <p:tag name="CONTAINEDIMAGEPATH" val="C:\Users\I816308\AppData\Local\Templafy\AddIns\PowerPointVsto\ID 299527 - filled rhombus.svg"/>
</p:tagLst>
</file>

<file path=ppt/tags/tag530.xml><?xml version="1.0" encoding="utf-8"?>
<p:tagLst xmlns:a="http://schemas.openxmlformats.org/drawingml/2006/main" xmlns:r="http://schemas.openxmlformats.org/officeDocument/2006/relationships" xmlns:p="http://schemas.openxmlformats.org/presentationml/2006/main">
  <p:tag name="CONTAINEDIMAGEPATH" val="C:\Users\I816308\AppData\Local\Templafy\AddIns\PowerPointVsto\ID 299527 - filled rhombus.svg"/>
</p:tagLst>
</file>

<file path=ppt/tags/tag531.xml><?xml version="1.0" encoding="utf-8"?>
<p:tagLst xmlns:a="http://schemas.openxmlformats.org/drawingml/2006/main" xmlns:r="http://schemas.openxmlformats.org/officeDocument/2006/relationships" xmlns:p="http://schemas.openxmlformats.org/presentationml/2006/main">
  <p:tag name="CONTAINEDIMAGEPATH" val="C:\Users\I816308\AppData\Local\Templafy\AddIns\PowerPointVsto\ID 299527 - filled rhombus.svg"/>
</p:tagLst>
</file>

<file path=ppt/tags/tag532.xml><?xml version="1.0" encoding="utf-8"?>
<p:tagLst xmlns:a="http://schemas.openxmlformats.org/drawingml/2006/main" xmlns:r="http://schemas.openxmlformats.org/officeDocument/2006/relationships" xmlns:p="http://schemas.openxmlformats.org/presentationml/2006/main">
  <p:tag name="CONTAINEDIMAGEPATH" val="C:\Users\I816308\AppData\Local\Templafy\AddIns\PowerPointVsto\ID 298876 - person with checkmark at lower right.svg"/>
</p:tagLst>
</file>

<file path=ppt/tags/tag533.xml><?xml version="1.0" encoding="utf-8"?>
<p:tagLst xmlns:a="http://schemas.openxmlformats.org/drawingml/2006/main" xmlns:r="http://schemas.openxmlformats.org/officeDocument/2006/relationships" xmlns:p="http://schemas.openxmlformats.org/presentationml/2006/main">
  <p:tag name="CONTAINEDIMAGEPATH" val="C:\Users\I816308\AppData\Local\Templafy\AddIns\PowerPointVsto\ID 298876 - person with checkmark at lower right.svg"/>
</p:tagLst>
</file>

<file path=ppt/tags/tag534.xml><?xml version="1.0" encoding="utf-8"?>
<p:tagLst xmlns:a="http://schemas.openxmlformats.org/drawingml/2006/main" xmlns:r="http://schemas.openxmlformats.org/officeDocument/2006/relationships" xmlns:p="http://schemas.openxmlformats.org/presentationml/2006/main">
  <p:tag name="CONTAINEDIMAGEPATH" val="C:\Users\I816308\AppData\Local\Templafy\AddIns\PowerPointVsto\ID 298876 - person with checkmark at lower right.svg"/>
</p:tagLst>
</file>

<file path=ppt/tags/tag535.xml><?xml version="1.0" encoding="utf-8"?>
<p:tagLst xmlns:a="http://schemas.openxmlformats.org/drawingml/2006/main" xmlns:r="http://schemas.openxmlformats.org/officeDocument/2006/relationships" xmlns:p="http://schemas.openxmlformats.org/presentationml/2006/main">
  <p:tag name="CONTAINEDIMAGEPATH" val="C:\Users\I816308\AppData\Local\Templafy\AddIns\PowerPointVsto\ID 298876 - person with checkmark at lower right.svg"/>
</p:tagLst>
</file>

<file path=ppt/theme/theme1.xml><?xml version="1.0" encoding="utf-8"?>
<a:theme xmlns:a="http://schemas.openxmlformats.org/drawingml/2006/main" name="SAP Template">
  <a:themeElements>
    <a:clrScheme name="SAP Colors 2023">
      <a:dk1>
        <a:srgbClr val="000000"/>
      </a:dk1>
      <a:lt1>
        <a:srgbClr val="FFFFFF"/>
      </a:lt1>
      <a:dk2>
        <a:srgbClr val="1B90FF"/>
      </a:dk2>
      <a:lt2>
        <a:srgbClr val="89D1FF"/>
      </a:lt2>
      <a:accent1>
        <a:srgbClr val="E76500"/>
      </a:accent1>
      <a:accent2>
        <a:srgbClr val="049F9A"/>
      </a:accent2>
      <a:accent3>
        <a:srgbClr val="36A41D"/>
      </a:accent3>
      <a:accent4>
        <a:srgbClr val="FA4F96"/>
      </a:accent4>
      <a:accent5>
        <a:srgbClr val="F31DED"/>
      </a:accent5>
      <a:accent6>
        <a:srgbClr val="7858FF"/>
      </a:accent6>
      <a:hlink>
        <a:srgbClr val="0070F2"/>
      </a:hlink>
      <a:folHlink>
        <a:srgbClr val="0070F2"/>
      </a:folHlink>
    </a:clrScheme>
    <a:fontScheme name="SAP 2023">
      <a:majorFont>
        <a:latin typeface="72 Brand Medium"/>
        <a:ea typeface=""/>
        <a:cs typeface=""/>
      </a:majorFont>
      <a:minorFont>
        <a:latin typeface="72 Brand"/>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noFill/>
        <a:ln w="28575" algn="ctr">
          <a:solidFill>
            <a:schemeClr val="tx1"/>
          </a:solid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400" b="0" i="0" u="none" strike="noStrike" kern="0" cap="none" spc="0" normalizeH="0" baseline="0" noProof="0" dirty="0" err="1" smtClean="0">
            <a:ln>
              <a:noFill/>
            </a:ln>
            <a:effectLst/>
            <a:uLnTx/>
            <a:uFillTx/>
            <a:latin typeface="+mn-lt"/>
            <a:ea typeface="72 Brand" pitchFamily="34" charset="-128"/>
            <a:cs typeface="72 Brand" pitchFamily="34" charset="-128"/>
          </a:defRPr>
        </a:defPPr>
      </a:lstStyle>
    </a:spDef>
    <a:lnDef>
      <a:spPr>
        <a:ln w="25400">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ln w="28575">
          <a:noFill/>
        </a:ln>
      </a:spPr>
      <a:bodyPr wrap="square" lIns="0" tIns="0" rIns="0" bIns="0" rtlCol="0">
        <a:spAutoFit/>
      </a:bodyPr>
      <a:lstStyle>
        <a:defPPr algn="l" fontAlgn="base">
          <a:spcBef>
            <a:spcPct val="50000"/>
          </a:spcBef>
          <a:spcAft>
            <a:spcPct val="0"/>
          </a:spcAft>
          <a:buClr>
            <a:schemeClr val="tx1"/>
          </a:buClr>
          <a:buSzPct val="100000"/>
          <a:defRPr sz="1400" kern="0" dirty="0" err="1" smtClean="0">
            <a:latin typeface="72 Brand" panose="020B0504030603020204" pitchFamily="34" charset="0"/>
            <a:ea typeface="72 Brand" pitchFamily="34" charset="-128"/>
            <a:cs typeface="72 Brand" pitchFamily="34" charset="-128"/>
          </a:defRPr>
        </a:defPPr>
      </a:lstStyle>
    </a:txDef>
  </a:objectDefaults>
  <a:extraClrSchemeLst/>
  <a:custClrLst>
    <a:custClr name="Blue 2">
      <a:srgbClr val="D1EFFF"/>
    </a:custClr>
    <a:custClr name="Blue 4">
      <a:srgbClr val="89D1FF"/>
    </a:custClr>
    <a:custClr name="Blue 6">
      <a:srgbClr val="1B90FF"/>
    </a:custClr>
    <a:custClr name="Blue 7">
      <a:srgbClr val="0070F2"/>
    </a:custClr>
    <a:custClr name="Blue 10">
      <a:srgbClr val="002A86"/>
    </a:custClr>
    <a:custClr name="Blue 11">
      <a:srgbClr val="00144A"/>
    </a:custClr>
    <a:custClr name="Mango 2">
      <a:srgbClr val="FFF3B8"/>
    </a:custClr>
    <a:custClr name="Mango 4">
      <a:srgbClr val="FFC933"/>
    </a:custClr>
    <a:custClr name="Mango 6">
      <a:srgbClr val="E76500"/>
    </a:custClr>
    <a:custClr name="Mango 7">
      <a:srgbClr val="C35500"/>
    </a:custClr>
    <a:custClr name="Mango 10">
      <a:srgbClr val="6D1900"/>
    </a:custClr>
    <a:custClr name="Mango 11">
      <a:srgbClr val="450B00"/>
    </a:custClr>
    <a:custClr name="Teal 2">
      <a:srgbClr val="C2FCEE"/>
    </a:custClr>
    <a:custClr name="Teal 4">
      <a:srgbClr val="2CE0BF"/>
    </a:custClr>
    <a:custClr name="Teal 6">
      <a:srgbClr val="049F9A"/>
    </a:custClr>
    <a:custClr name="Teal 7">
      <a:srgbClr val="07838F"/>
    </a:custClr>
    <a:custClr name="Teal 10">
      <a:srgbClr val="02414C"/>
    </a:custClr>
    <a:custClr name="Teal 11">
      <a:srgbClr val="012931"/>
    </a:custClr>
    <a:custClr name="Green 2">
      <a:srgbClr val="EBF5CB"/>
    </a:custClr>
    <a:custClr name="Green 4">
      <a:srgbClr val="97DD40"/>
    </a:custClr>
    <a:custClr name="Green 6">
      <a:srgbClr val="36A41D"/>
    </a:custClr>
    <a:custClr name="Green 7">
      <a:srgbClr val="188918"/>
    </a:custClr>
    <a:custClr name="Green 10">
      <a:srgbClr val="164323"/>
    </a:custClr>
    <a:custClr name="Green 11">
      <a:srgbClr val="0E2B16"/>
    </a:custClr>
    <a:custClr name="Red 2">
      <a:srgbClr val="FFD5EA"/>
    </a:custClr>
    <a:custClr name="Red 4">
      <a:srgbClr val="FF8CB2"/>
    </a:custClr>
    <a:custClr name="Red 6">
      <a:srgbClr val="EE3939"/>
    </a:custClr>
    <a:custClr name="Red 7">
      <a:srgbClr val="D20A0A"/>
    </a:custClr>
    <a:custClr name="Red 10">
      <a:srgbClr val="5A0404"/>
    </a:custClr>
    <a:custClr name="Red 11">
      <a:srgbClr val="350000"/>
    </a:custClr>
    <a:custClr name="Raspberry 2">
      <a:srgbClr val="FFDCE8"/>
    </a:custClr>
    <a:custClr name="Raspberry 4">
      <a:srgbClr val="FEADC8"/>
    </a:custClr>
    <a:custClr name="Raspberry 6">
      <a:srgbClr val="FA4F96"/>
    </a:custClr>
    <a:custClr name="Raspberry 7">
      <a:srgbClr val="DF1278"/>
    </a:custClr>
    <a:custClr name="Raspberry 10">
      <a:srgbClr val="71014B"/>
    </a:custClr>
    <a:custClr name="Raspberry 11">
      <a:srgbClr val="510136"/>
    </a:custClr>
    <a:custClr name="Pink 2">
      <a:srgbClr val="FFDCF3"/>
    </a:custClr>
    <a:custClr name="Pink 4">
      <a:srgbClr val="FF8AF0"/>
    </a:custClr>
    <a:custClr name="Pink 6">
      <a:srgbClr val="F31DED"/>
    </a:custClr>
    <a:custClr name="Pink 7">
      <a:srgbClr val="CC00DC"/>
    </a:custClr>
    <a:custClr name="Pink 10">
      <a:srgbClr val="510080"/>
    </a:custClr>
    <a:custClr name="Pink 11">
      <a:srgbClr val="28004A"/>
    </a:custClr>
    <a:custClr name="Indigo 2">
      <a:srgbClr val="E2D8FF"/>
    </a:custClr>
    <a:custClr name="Indigo 4">
      <a:srgbClr val="B894FF"/>
    </a:custClr>
    <a:custClr name="Indigo 6">
      <a:srgbClr val="7858FF"/>
    </a:custClr>
    <a:custClr name="Indigo 7">
      <a:srgbClr val="5D36FF"/>
    </a:custClr>
    <a:custClr name="Indigo 10">
      <a:srgbClr val="1C0C6E"/>
    </a:custClr>
    <a:custClr name="Indigo 11">
      <a:srgbClr val="0E0637"/>
    </a:custClr>
  </a:custClrLst>
  <a:extLst>
    <a:ext uri="{05A4C25C-085E-4340-85A3-A5531E510DB2}">
      <thm15:themeFamily xmlns:thm15="http://schemas.microsoft.com/office/thememl/2012/main" name="Presentation16" id="{6EE3CE7A-E618-354C-A911-C8B540FBF846}" vid="{D6A1CD9D-FAE1-404C-ADBB-39144CF68697}"/>
    </a:ext>
  </a:extLst>
</a:theme>
</file>

<file path=ppt/theme/theme2.xml><?xml version="1.0" encoding="utf-8"?>
<a:theme xmlns:a="http://schemas.openxmlformats.org/drawingml/2006/main" name="SAP Template 2024">
  <a:themeElements>
    <a:clrScheme name="SAP Colors 2023">
      <a:dk1>
        <a:srgbClr val="000000"/>
      </a:dk1>
      <a:lt1>
        <a:srgbClr val="FFFFFF"/>
      </a:lt1>
      <a:dk2>
        <a:srgbClr val="1B90FF"/>
      </a:dk2>
      <a:lt2>
        <a:srgbClr val="89D1FF"/>
      </a:lt2>
      <a:accent1>
        <a:srgbClr val="E76500"/>
      </a:accent1>
      <a:accent2>
        <a:srgbClr val="049F9A"/>
      </a:accent2>
      <a:accent3>
        <a:srgbClr val="36A41D"/>
      </a:accent3>
      <a:accent4>
        <a:srgbClr val="FA4F96"/>
      </a:accent4>
      <a:accent5>
        <a:srgbClr val="F31DED"/>
      </a:accent5>
      <a:accent6>
        <a:srgbClr val="7858FF"/>
      </a:accent6>
      <a:hlink>
        <a:srgbClr val="0070F2"/>
      </a:hlink>
      <a:folHlink>
        <a:srgbClr val="0070F2"/>
      </a:folHlink>
    </a:clrScheme>
    <a:fontScheme name="SAP 2023">
      <a:majorFont>
        <a:latin typeface="72 Brand Medium"/>
        <a:ea typeface=""/>
        <a:cs typeface=""/>
      </a:majorFont>
      <a:minorFont>
        <a:latin typeface="72 Brand"/>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noFill/>
        <a:ln w="25400" algn="ctr">
          <a:solidFill>
            <a:schemeClr val="tx1"/>
          </a:solid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800" b="0" i="0" u="none" strike="noStrike" kern="0" cap="none" spc="0" normalizeH="0" baseline="0" noProof="0" dirty="0" smtClean="0">
            <a:ln>
              <a:noFill/>
            </a:ln>
            <a:effectLst/>
            <a:uLnTx/>
            <a:uFillTx/>
            <a:latin typeface="+mn-lt"/>
            <a:ea typeface="Arial Unicode MS" pitchFamily="34" charset="-128"/>
            <a:cs typeface="Arial Unicode MS" pitchFamily="34" charset="-128"/>
          </a:defRPr>
        </a:defPPr>
      </a:lstStyle>
    </a:spDef>
    <a:lnDef>
      <a:spPr>
        <a:ln w="25400">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fontAlgn="base">
          <a:spcBef>
            <a:spcPct val="50000"/>
          </a:spcBef>
          <a:spcAft>
            <a:spcPct val="0"/>
          </a:spcAft>
          <a:buClr>
            <a:schemeClr val="tx1"/>
          </a:buClr>
          <a:buSzPct val="100000"/>
          <a:defRPr sz="1800" kern="0" dirty="0" err="1" smtClean="0">
            <a:latin typeface="72 Brand" panose="020B0504030603020204" pitchFamily="34" charset="0"/>
            <a:ea typeface="Arial Unicode MS" pitchFamily="34" charset="-128"/>
            <a:cs typeface="Arial Unicode MS" pitchFamily="34" charset="-128"/>
          </a:defRPr>
        </a:defPPr>
      </a:lstStyle>
    </a:txDef>
  </a:objectDefaults>
  <a:extraClrSchemeLst/>
  <a:custClrLst>
    <a:custClr name="Blue 2">
      <a:srgbClr val="D1EFFF"/>
    </a:custClr>
    <a:custClr name="Blue 4">
      <a:srgbClr val="89D1FF"/>
    </a:custClr>
    <a:custClr name="Blue 6">
      <a:srgbClr val="1B90FF"/>
    </a:custClr>
    <a:custClr name="Blue 7">
      <a:srgbClr val="0070F2"/>
    </a:custClr>
    <a:custClr name="Blue 10">
      <a:srgbClr val="002A86"/>
    </a:custClr>
    <a:custClr name="Blue 11">
      <a:srgbClr val="00144A"/>
    </a:custClr>
    <a:custClr name="Mango 2">
      <a:srgbClr val="FFF3B8"/>
    </a:custClr>
    <a:custClr name="Mango 4">
      <a:srgbClr val="FFC933"/>
    </a:custClr>
    <a:custClr name="Mango 6">
      <a:srgbClr val="E76500"/>
    </a:custClr>
    <a:custClr name="Mango 7">
      <a:srgbClr val="C35500"/>
    </a:custClr>
    <a:custClr name="Mango 10">
      <a:srgbClr val="6D1900"/>
    </a:custClr>
    <a:custClr name="Mango 11">
      <a:srgbClr val="450B00"/>
    </a:custClr>
    <a:custClr name="Teal 2">
      <a:srgbClr val="C2FCEE"/>
    </a:custClr>
    <a:custClr name="Teal 4">
      <a:srgbClr val="2CE0BF"/>
    </a:custClr>
    <a:custClr name="Teal 6">
      <a:srgbClr val="049F9A"/>
    </a:custClr>
    <a:custClr name="Teal 7">
      <a:srgbClr val="07838F"/>
    </a:custClr>
    <a:custClr name="Teal 10">
      <a:srgbClr val="02414C"/>
    </a:custClr>
    <a:custClr name="Teal 11">
      <a:srgbClr val="012931"/>
    </a:custClr>
    <a:custClr name="Green 2">
      <a:srgbClr val="EBF5CB"/>
    </a:custClr>
    <a:custClr name="Green 4">
      <a:srgbClr val="97DD40"/>
    </a:custClr>
    <a:custClr name="Green 6">
      <a:srgbClr val="36A41D"/>
    </a:custClr>
    <a:custClr name="Green 7">
      <a:srgbClr val="188918"/>
    </a:custClr>
    <a:custClr name="Green 10">
      <a:srgbClr val="164323"/>
    </a:custClr>
    <a:custClr name="Green 11">
      <a:srgbClr val="0E2B16"/>
    </a:custClr>
    <a:custClr name="Red 2">
      <a:srgbClr val="FFD5EA"/>
    </a:custClr>
    <a:custClr name="Red 4">
      <a:srgbClr val="FF8CB2"/>
    </a:custClr>
    <a:custClr name="Red 6">
      <a:srgbClr val="EE3939"/>
    </a:custClr>
    <a:custClr name="Red 7">
      <a:srgbClr val="D20A0A"/>
    </a:custClr>
    <a:custClr name="Red 10">
      <a:srgbClr val="5A0404"/>
    </a:custClr>
    <a:custClr name="Red 11">
      <a:srgbClr val="350000"/>
    </a:custClr>
    <a:custClr name="Raspberry 2">
      <a:srgbClr val="FFDCE8"/>
    </a:custClr>
    <a:custClr name="Raspberry 4">
      <a:srgbClr val="FEADC8"/>
    </a:custClr>
    <a:custClr name="Raspberry 6">
      <a:srgbClr val="FA4F96"/>
    </a:custClr>
    <a:custClr name="Raspberry 7">
      <a:srgbClr val="DF1278"/>
    </a:custClr>
    <a:custClr name="Raspberry 10">
      <a:srgbClr val="71014B"/>
    </a:custClr>
    <a:custClr name="Raspberry 11">
      <a:srgbClr val="510136"/>
    </a:custClr>
    <a:custClr name="Pink 2">
      <a:srgbClr val="FFDCF3"/>
    </a:custClr>
    <a:custClr name="Pink 4">
      <a:srgbClr val="FF8AF0"/>
    </a:custClr>
    <a:custClr name="Pink 6">
      <a:srgbClr val="F31DED"/>
    </a:custClr>
    <a:custClr name="Pink 7">
      <a:srgbClr val="CC00DC"/>
    </a:custClr>
    <a:custClr name="Pink 10">
      <a:srgbClr val="510080"/>
    </a:custClr>
    <a:custClr name="Pink 11">
      <a:srgbClr val="28004A"/>
    </a:custClr>
    <a:custClr name="Indigo 2">
      <a:srgbClr val="E2D8FF"/>
    </a:custClr>
    <a:custClr name="Indigo 4">
      <a:srgbClr val="B894FF"/>
    </a:custClr>
    <a:custClr name="Indigo 6">
      <a:srgbClr val="7858FF"/>
    </a:custClr>
    <a:custClr name="Indigo 7">
      <a:srgbClr val="5D36FF"/>
    </a:custClr>
    <a:custClr name="Indigo 10">
      <a:srgbClr val="1C0C6E"/>
    </a:custClr>
    <a:custClr name="Indigo 11">
      <a:srgbClr val="0E0637"/>
    </a:custClr>
  </a:custClrLst>
  <a:extLst>
    <a:ext uri="{05A4C25C-085E-4340-85A3-A5531E510DB2}">
      <thm15:themeFamily xmlns:thm15="http://schemas.microsoft.com/office/thememl/2012/main" name="Presentation16" id="{6EE3CE7A-E618-354C-A911-C8B540FBF846}" vid="{D6A1CD9D-FAE1-404C-ADBB-39144CF68697}"/>
    </a:ext>
  </a:extLst>
</a:theme>
</file>

<file path=ppt/theme/theme3.xml><?xml version="1.0" encoding="utf-8"?>
<a:theme xmlns:a="http://schemas.openxmlformats.org/drawingml/2006/main" name="5_SAP Template 2024">
  <a:themeElements>
    <a:clrScheme name="SAP Colors 2023">
      <a:dk1>
        <a:srgbClr val="000000"/>
      </a:dk1>
      <a:lt1>
        <a:srgbClr val="FFFFFF"/>
      </a:lt1>
      <a:dk2>
        <a:srgbClr val="1B90FF"/>
      </a:dk2>
      <a:lt2>
        <a:srgbClr val="89D1FF"/>
      </a:lt2>
      <a:accent1>
        <a:srgbClr val="E76500"/>
      </a:accent1>
      <a:accent2>
        <a:srgbClr val="049F9A"/>
      </a:accent2>
      <a:accent3>
        <a:srgbClr val="36A41D"/>
      </a:accent3>
      <a:accent4>
        <a:srgbClr val="FA4F96"/>
      </a:accent4>
      <a:accent5>
        <a:srgbClr val="F31DED"/>
      </a:accent5>
      <a:accent6>
        <a:srgbClr val="7858FF"/>
      </a:accent6>
      <a:hlink>
        <a:srgbClr val="0070F2"/>
      </a:hlink>
      <a:folHlink>
        <a:srgbClr val="0070F2"/>
      </a:folHlink>
    </a:clrScheme>
    <a:fontScheme name="SAP 2023">
      <a:majorFont>
        <a:latin typeface="72 Brand Medium"/>
        <a:ea typeface=""/>
        <a:cs typeface=""/>
      </a:majorFont>
      <a:minorFont>
        <a:latin typeface="72 Brand"/>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noFill/>
        <a:ln w="25400" algn="ctr">
          <a:solidFill>
            <a:schemeClr val="tx1"/>
          </a:solid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800" b="0" i="0" u="none" strike="noStrike" kern="0" cap="none" spc="0" normalizeH="0" baseline="0" noProof="0" dirty="0" smtClean="0">
            <a:ln>
              <a:noFill/>
            </a:ln>
            <a:effectLst/>
            <a:uLnTx/>
            <a:uFillTx/>
            <a:latin typeface="+mn-lt"/>
            <a:ea typeface="72 Brand" pitchFamily="34" charset="-128"/>
            <a:cs typeface="72 Brand" pitchFamily="34" charset="-128"/>
          </a:defRPr>
        </a:defPPr>
      </a:lstStyle>
    </a:spDef>
    <a:lnDef>
      <a:spPr>
        <a:ln w="25400">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fontAlgn="base">
          <a:spcBef>
            <a:spcPct val="50000"/>
          </a:spcBef>
          <a:spcAft>
            <a:spcPct val="0"/>
          </a:spcAft>
          <a:buClr>
            <a:schemeClr val="tx1"/>
          </a:buClr>
          <a:buSzPct val="100000"/>
          <a:defRPr sz="1800" kern="0" dirty="0" err="1" smtClean="0">
            <a:latin typeface="72 Brand" panose="020B0504030603020204" pitchFamily="34" charset="0"/>
            <a:ea typeface="72 Brand" pitchFamily="34" charset="-128"/>
            <a:cs typeface="72 Brand" pitchFamily="34" charset="-128"/>
          </a:defRPr>
        </a:defPPr>
      </a:lstStyle>
    </a:txDef>
  </a:objectDefaults>
  <a:extraClrSchemeLst/>
  <a:custClrLst>
    <a:custClr name="Blue 2">
      <a:srgbClr val="D1EFFF"/>
    </a:custClr>
    <a:custClr name="Blue 4">
      <a:srgbClr val="89D1FF"/>
    </a:custClr>
    <a:custClr name="Blue 6">
      <a:srgbClr val="1B90FF"/>
    </a:custClr>
    <a:custClr name="Blue 7">
      <a:srgbClr val="0070F2"/>
    </a:custClr>
    <a:custClr name="Blue 10">
      <a:srgbClr val="002A86"/>
    </a:custClr>
    <a:custClr name="Blue 11">
      <a:srgbClr val="00144A"/>
    </a:custClr>
    <a:custClr name="Mango 2">
      <a:srgbClr val="FFF3B8"/>
    </a:custClr>
    <a:custClr name="Mango 4">
      <a:srgbClr val="FFC933"/>
    </a:custClr>
    <a:custClr name="Mango 6">
      <a:srgbClr val="E76500"/>
    </a:custClr>
    <a:custClr name="Mango 7">
      <a:srgbClr val="C35500"/>
    </a:custClr>
    <a:custClr name="Mango 10">
      <a:srgbClr val="6D1900"/>
    </a:custClr>
    <a:custClr name="Mango 11">
      <a:srgbClr val="450B00"/>
    </a:custClr>
    <a:custClr name="Teal 2">
      <a:srgbClr val="C2FCEE"/>
    </a:custClr>
    <a:custClr name="Teal 4">
      <a:srgbClr val="2CE0BF"/>
    </a:custClr>
    <a:custClr name="Teal 6">
      <a:srgbClr val="049F9A"/>
    </a:custClr>
    <a:custClr name="Teal 7">
      <a:srgbClr val="07838F"/>
    </a:custClr>
    <a:custClr name="Teal 10">
      <a:srgbClr val="02414C"/>
    </a:custClr>
    <a:custClr name="Teal 11">
      <a:srgbClr val="012931"/>
    </a:custClr>
    <a:custClr name="Green 2">
      <a:srgbClr val="EBF5CB"/>
    </a:custClr>
    <a:custClr name="Green 4">
      <a:srgbClr val="97DD40"/>
    </a:custClr>
    <a:custClr name="Green 6">
      <a:srgbClr val="36A41D"/>
    </a:custClr>
    <a:custClr name="Green 7">
      <a:srgbClr val="188918"/>
    </a:custClr>
    <a:custClr name="Green 10">
      <a:srgbClr val="164323"/>
    </a:custClr>
    <a:custClr name="Green 11">
      <a:srgbClr val="0E2B16"/>
    </a:custClr>
    <a:custClr name="Red 2">
      <a:srgbClr val="FFD5EA"/>
    </a:custClr>
    <a:custClr name="Red 4">
      <a:srgbClr val="FF8CB2"/>
    </a:custClr>
    <a:custClr name="Red 6">
      <a:srgbClr val="EE3939"/>
    </a:custClr>
    <a:custClr name="Red 7">
      <a:srgbClr val="D20A0A"/>
    </a:custClr>
    <a:custClr name="Red 10">
      <a:srgbClr val="5A0404"/>
    </a:custClr>
    <a:custClr name="Red 11">
      <a:srgbClr val="350000"/>
    </a:custClr>
    <a:custClr name="Raspberry 2">
      <a:srgbClr val="FFDCE8"/>
    </a:custClr>
    <a:custClr name="Raspberry 4">
      <a:srgbClr val="FEADC8"/>
    </a:custClr>
    <a:custClr name="Raspberry 6">
      <a:srgbClr val="FA4F96"/>
    </a:custClr>
    <a:custClr name="Raspberry 7">
      <a:srgbClr val="DF1278"/>
    </a:custClr>
    <a:custClr name="Raspberry 10">
      <a:srgbClr val="71014B"/>
    </a:custClr>
    <a:custClr name="Raspberry 11">
      <a:srgbClr val="510136"/>
    </a:custClr>
    <a:custClr name="Pink 2">
      <a:srgbClr val="FFDCF3"/>
    </a:custClr>
    <a:custClr name="Pink 4">
      <a:srgbClr val="FF8AF0"/>
    </a:custClr>
    <a:custClr name="Pink 6">
      <a:srgbClr val="F31DED"/>
    </a:custClr>
    <a:custClr name="Pink 7">
      <a:srgbClr val="CC00DC"/>
    </a:custClr>
    <a:custClr name="Pink 10">
      <a:srgbClr val="510080"/>
    </a:custClr>
    <a:custClr name="Pink 11">
      <a:srgbClr val="28004A"/>
    </a:custClr>
    <a:custClr name="Indigo 2">
      <a:srgbClr val="E2D8FF"/>
    </a:custClr>
    <a:custClr name="Indigo 4">
      <a:srgbClr val="B894FF"/>
    </a:custClr>
    <a:custClr name="Indigo 6">
      <a:srgbClr val="7858FF"/>
    </a:custClr>
    <a:custClr name="Indigo 7">
      <a:srgbClr val="5D36FF"/>
    </a:custClr>
    <a:custClr name="Indigo 10">
      <a:srgbClr val="1C0C6E"/>
    </a:custClr>
    <a:custClr name="Indigo 11">
      <a:srgbClr val="0E0637"/>
    </a:custClr>
  </a:custClrLst>
  <a:extLst>
    <a:ext uri="{05A4C25C-085E-4340-85A3-A5531E510DB2}">
      <thm15:themeFamily xmlns:thm15="http://schemas.microsoft.com/office/thememl/2012/main" name="Presentation16" id="{6EE3CE7A-E618-354C-A911-C8B540FBF846}" vid="{D6A1CD9D-FAE1-404C-ADBB-39144CF68697}"/>
    </a:ext>
  </a:extLst>
</a:theme>
</file>

<file path=ppt/theme/theme4.xml><?xml version="1.0" encoding="utf-8"?>
<a:theme xmlns:a="http://schemas.openxmlformats.org/drawingml/2006/main" name="4_SAP Template">
  <a:themeElements>
    <a:clrScheme name="SAP Colors 2023">
      <a:dk1>
        <a:srgbClr val="000000"/>
      </a:dk1>
      <a:lt1>
        <a:srgbClr val="FFFFFF"/>
      </a:lt1>
      <a:dk2>
        <a:srgbClr val="1B90FF"/>
      </a:dk2>
      <a:lt2>
        <a:srgbClr val="89D1FF"/>
      </a:lt2>
      <a:accent1>
        <a:srgbClr val="E76500"/>
      </a:accent1>
      <a:accent2>
        <a:srgbClr val="049F9A"/>
      </a:accent2>
      <a:accent3>
        <a:srgbClr val="36A41D"/>
      </a:accent3>
      <a:accent4>
        <a:srgbClr val="FA4F96"/>
      </a:accent4>
      <a:accent5>
        <a:srgbClr val="F31DED"/>
      </a:accent5>
      <a:accent6>
        <a:srgbClr val="7858FF"/>
      </a:accent6>
      <a:hlink>
        <a:srgbClr val="0070F2"/>
      </a:hlink>
      <a:folHlink>
        <a:srgbClr val="0070F2"/>
      </a:folHlink>
    </a:clrScheme>
    <a:fontScheme name="SAP 2023">
      <a:majorFont>
        <a:latin typeface="72 Brand Medium"/>
        <a:ea typeface=""/>
        <a:cs typeface=""/>
      </a:majorFont>
      <a:minorFont>
        <a:latin typeface="72 Brand"/>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noFill/>
        <a:ln w="28575" algn="ctr">
          <a:solidFill>
            <a:schemeClr val="tx1"/>
          </a:solid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400" b="0" i="0" u="none" strike="noStrike" kern="0" cap="none" spc="0" normalizeH="0" baseline="0" noProof="0" dirty="0" err="1" smtClean="0">
            <a:ln>
              <a:noFill/>
            </a:ln>
            <a:effectLst/>
            <a:uLnTx/>
            <a:uFillTx/>
            <a:latin typeface="+mn-lt"/>
            <a:ea typeface="72 Brand" pitchFamily="34" charset="-128"/>
            <a:cs typeface="72 Brand" pitchFamily="34" charset="-128"/>
          </a:defRPr>
        </a:defPPr>
      </a:lstStyle>
    </a:spDef>
    <a:lnDef>
      <a:spPr>
        <a:ln w="25400">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ln w="28575">
          <a:noFill/>
        </a:ln>
      </a:spPr>
      <a:bodyPr wrap="square" lIns="0" tIns="0" rIns="0" bIns="0" rtlCol="0">
        <a:spAutoFit/>
      </a:bodyPr>
      <a:lstStyle>
        <a:defPPr algn="l" fontAlgn="base">
          <a:spcBef>
            <a:spcPct val="50000"/>
          </a:spcBef>
          <a:spcAft>
            <a:spcPct val="0"/>
          </a:spcAft>
          <a:buClr>
            <a:schemeClr val="tx1"/>
          </a:buClr>
          <a:buSzPct val="100000"/>
          <a:defRPr sz="1400" kern="0" dirty="0" err="1" smtClean="0">
            <a:latin typeface="72 Brand" panose="020B0504030603020204" pitchFamily="34" charset="0"/>
            <a:ea typeface="72 Brand" pitchFamily="34" charset="-128"/>
            <a:cs typeface="72 Brand" pitchFamily="34" charset="-128"/>
          </a:defRPr>
        </a:defPPr>
      </a:lstStyle>
    </a:txDef>
  </a:objectDefaults>
  <a:extraClrSchemeLst/>
  <a:custClrLst>
    <a:custClr name="Blue 2">
      <a:srgbClr val="D1EFFF"/>
    </a:custClr>
    <a:custClr name="Blue 4">
      <a:srgbClr val="89D1FF"/>
    </a:custClr>
    <a:custClr name="Blue 6">
      <a:srgbClr val="1B90FF"/>
    </a:custClr>
    <a:custClr name="Blue 7">
      <a:srgbClr val="0070F2"/>
    </a:custClr>
    <a:custClr name="Blue 10">
      <a:srgbClr val="002A86"/>
    </a:custClr>
    <a:custClr name="Blue 11">
      <a:srgbClr val="00144A"/>
    </a:custClr>
    <a:custClr name="Mango 2">
      <a:srgbClr val="FFF3B8"/>
    </a:custClr>
    <a:custClr name="Mango 4">
      <a:srgbClr val="FFC933"/>
    </a:custClr>
    <a:custClr name="Mango 6">
      <a:srgbClr val="E76500"/>
    </a:custClr>
    <a:custClr name="Mango 7">
      <a:srgbClr val="C35500"/>
    </a:custClr>
    <a:custClr name="Mango 10">
      <a:srgbClr val="6D1900"/>
    </a:custClr>
    <a:custClr name="Mango 11">
      <a:srgbClr val="450B00"/>
    </a:custClr>
    <a:custClr name="Teal 2">
      <a:srgbClr val="C2FCEE"/>
    </a:custClr>
    <a:custClr name="Teal 4">
      <a:srgbClr val="2CE0BF"/>
    </a:custClr>
    <a:custClr name="Teal 6">
      <a:srgbClr val="049F9A"/>
    </a:custClr>
    <a:custClr name="Teal 7">
      <a:srgbClr val="07838F"/>
    </a:custClr>
    <a:custClr name="Teal 10">
      <a:srgbClr val="02414C"/>
    </a:custClr>
    <a:custClr name="Teal 11">
      <a:srgbClr val="012931"/>
    </a:custClr>
    <a:custClr name="Green 2">
      <a:srgbClr val="EBF5CB"/>
    </a:custClr>
    <a:custClr name="Green 4">
      <a:srgbClr val="97DD40"/>
    </a:custClr>
    <a:custClr name="Green 6">
      <a:srgbClr val="36A41D"/>
    </a:custClr>
    <a:custClr name="Green 7">
      <a:srgbClr val="188918"/>
    </a:custClr>
    <a:custClr name="Green 10">
      <a:srgbClr val="164323"/>
    </a:custClr>
    <a:custClr name="Green 11">
      <a:srgbClr val="0E2B16"/>
    </a:custClr>
    <a:custClr name="Red 2">
      <a:srgbClr val="FFD5EA"/>
    </a:custClr>
    <a:custClr name="Red 4">
      <a:srgbClr val="FF8CB2"/>
    </a:custClr>
    <a:custClr name="Red 6">
      <a:srgbClr val="EE3939"/>
    </a:custClr>
    <a:custClr name="Red 7">
      <a:srgbClr val="D20A0A"/>
    </a:custClr>
    <a:custClr name="Red 10">
      <a:srgbClr val="5A0404"/>
    </a:custClr>
    <a:custClr name="Red 11">
      <a:srgbClr val="350000"/>
    </a:custClr>
    <a:custClr name="Raspberry 2">
      <a:srgbClr val="FFDCE8"/>
    </a:custClr>
    <a:custClr name="Raspberry 4">
      <a:srgbClr val="FEADC8"/>
    </a:custClr>
    <a:custClr name="Raspberry 6">
      <a:srgbClr val="FA4F96"/>
    </a:custClr>
    <a:custClr name="Raspberry 7">
      <a:srgbClr val="DF1278"/>
    </a:custClr>
    <a:custClr name="Raspberry 10">
      <a:srgbClr val="71014B"/>
    </a:custClr>
    <a:custClr name="Raspberry 11">
      <a:srgbClr val="510136"/>
    </a:custClr>
    <a:custClr name="Pink 2">
      <a:srgbClr val="FFDCF3"/>
    </a:custClr>
    <a:custClr name="Pink 4">
      <a:srgbClr val="FF8AF0"/>
    </a:custClr>
    <a:custClr name="Pink 6">
      <a:srgbClr val="F31DED"/>
    </a:custClr>
    <a:custClr name="Pink 7">
      <a:srgbClr val="CC00DC"/>
    </a:custClr>
    <a:custClr name="Pink 10">
      <a:srgbClr val="510080"/>
    </a:custClr>
    <a:custClr name="Pink 11">
      <a:srgbClr val="28004A"/>
    </a:custClr>
    <a:custClr name="Indigo 2">
      <a:srgbClr val="E2D8FF"/>
    </a:custClr>
    <a:custClr name="Indigo 4">
      <a:srgbClr val="B894FF"/>
    </a:custClr>
    <a:custClr name="Indigo 6">
      <a:srgbClr val="7858FF"/>
    </a:custClr>
    <a:custClr name="Indigo 7">
      <a:srgbClr val="5D36FF"/>
    </a:custClr>
    <a:custClr name="Indigo 10">
      <a:srgbClr val="1C0C6E"/>
    </a:custClr>
    <a:custClr name="Indigo 11">
      <a:srgbClr val="0E0637"/>
    </a:custClr>
  </a:custClrLst>
  <a:extLst>
    <a:ext uri="{05A4C25C-085E-4340-85A3-A5531E510DB2}">
      <thm15:themeFamily xmlns:thm15="http://schemas.microsoft.com/office/thememl/2012/main" name="Sapphire26-Internal-PPT-Template-v2-020926" id="{122DAA7A-3A8D-984B-ACA8-7DC1653DD2BE}" vid="{3BB6D22B-CE72-8446-8E79-3BF641E50622}"/>
    </a:ext>
  </a:extLst>
</a:theme>
</file>

<file path=ppt/theme/theme5.xml><?xml version="1.0" encoding="utf-8"?>
<a:theme xmlns:a="http://schemas.openxmlformats.org/drawingml/2006/main" name="8_SAP Template 2024">
  <a:themeElements>
    <a:clrScheme name="Custom 1">
      <a:dk1>
        <a:srgbClr val="000000"/>
      </a:dk1>
      <a:lt1>
        <a:srgbClr val="FFFFFF"/>
      </a:lt1>
      <a:dk2>
        <a:srgbClr val="475E75"/>
      </a:dk2>
      <a:lt2>
        <a:srgbClr val="EAECEE"/>
      </a:lt2>
      <a:accent1>
        <a:srgbClr val="0070F2"/>
      </a:accent1>
      <a:accent2>
        <a:srgbClr val="07838F"/>
      </a:accent2>
      <a:accent3>
        <a:srgbClr val="188918"/>
      </a:accent3>
      <a:accent4>
        <a:srgbClr val="FA4F96"/>
      </a:accent4>
      <a:accent5>
        <a:srgbClr val="F31DED"/>
      </a:accent5>
      <a:accent6>
        <a:srgbClr val="7858FF"/>
      </a:accent6>
      <a:hlink>
        <a:srgbClr val="0070F2"/>
      </a:hlink>
      <a:folHlink>
        <a:srgbClr val="0070F2"/>
      </a:folHlink>
    </a:clrScheme>
    <a:fontScheme name="SAP 2023">
      <a:majorFont>
        <a:latin typeface="72 Brand Medium"/>
        <a:ea typeface=""/>
        <a:cs typeface=""/>
      </a:majorFont>
      <a:minorFont>
        <a:latin typeface="72 Brand"/>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25400" algn="ctr">
          <a:noFill/>
          <a:miter lim="800000"/>
          <a:headEnd/>
          <a:tailEnd/>
        </a:ln>
      </a:spPr>
      <a:bodyPr lIns="182880" tIns="146304" rIns="182880" bIns="146304" rtlCol="0" anchor="t"/>
      <a:lstStyle>
        <a:defPPr marR="0" algn="l" defTabSz="914400" eaLnBrk="1" fontAlgn="base" latinLnBrk="0" hangingPunct="1">
          <a:lnSpc>
            <a:spcPct val="100000"/>
          </a:lnSpc>
          <a:spcBef>
            <a:spcPct val="50000"/>
          </a:spcBef>
          <a:spcAft>
            <a:spcPct val="0"/>
          </a:spcAft>
          <a:buClr>
            <a:srgbClr val="F0AB00"/>
          </a:buClr>
          <a:buSzPct val="80000"/>
          <a:tabLst/>
          <a:defRPr kumimoji="0" sz="1200" b="0" i="0" u="none" strike="noStrike" kern="0" cap="none" spc="0" normalizeH="0" baseline="0" noProof="0" dirty="0">
            <a:ln>
              <a:noFill/>
            </a:ln>
            <a:effectLst/>
            <a:uLnTx/>
            <a:uFillTx/>
            <a:latin typeface="+mn-lt"/>
            <a:ea typeface="72 Brand" pitchFamily="34" charset="-128"/>
            <a:cs typeface="72 Brand" pitchFamily="34" charset="-128"/>
          </a:defRPr>
        </a:defPPr>
      </a:lstStyle>
    </a:spDef>
    <a:lnDef>
      <a:spPr>
        <a:ln w="12700">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fontAlgn="base">
          <a:spcBef>
            <a:spcPct val="50000"/>
          </a:spcBef>
          <a:spcAft>
            <a:spcPct val="0"/>
          </a:spcAft>
          <a:buClr>
            <a:schemeClr val="tx1"/>
          </a:buClr>
          <a:buSzPct val="100000"/>
          <a:defRPr sz="1800" kern="0" dirty="0" smtClean="0">
            <a:gradFill>
              <a:gsLst>
                <a:gs pos="0">
                  <a:schemeClr val="tx1"/>
                </a:gs>
                <a:gs pos="100000">
                  <a:schemeClr val="tx1"/>
                </a:gs>
              </a:gsLst>
              <a:lin ang="5400000" scaled="1"/>
            </a:gradFill>
            <a:latin typeface="72 Brand" panose="020B0504030603020204" pitchFamily="34" charset="0"/>
            <a:ea typeface="72 Brand" pitchFamily="34" charset="-128"/>
            <a:cs typeface="72 Brand" pitchFamily="34" charset="-128"/>
          </a:defRPr>
        </a:defPPr>
      </a:lstStyle>
    </a:txDef>
  </a:objectDefaults>
  <a:extraClrSchemeLst/>
  <a:custClrLst>
    <a:custClr name="Blue 2">
      <a:srgbClr val="D1EFFF"/>
    </a:custClr>
    <a:custClr name="Blue 4">
      <a:srgbClr val="89D1FF"/>
    </a:custClr>
    <a:custClr name="Blue 6">
      <a:srgbClr val="1B90FF"/>
    </a:custClr>
    <a:custClr name="Blue 7">
      <a:srgbClr val="0070F2"/>
    </a:custClr>
    <a:custClr name="Blue 10">
      <a:srgbClr val="002A86"/>
    </a:custClr>
    <a:custClr name="Blue 11">
      <a:srgbClr val="00144A"/>
    </a:custClr>
    <a:custClr name="Mango 2">
      <a:srgbClr val="FFF3B8"/>
    </a:custClr>
    <a:custClr name="Mango 4">
      <a:srgbClr val="FFC933"/>
    </a:custClr>
    <a:custClr name="Mango 6">
      <a:srgbClr val="E76500"/>
    </a:custClr>
    <a:custClr name="Mango 7">
      <a:srgbClr val="C35500"/>
    </a:custClr>
    <a:custClr name="Mango 10">
      <a:srgbClr val="6D1900"/>
    </a:custClr>
    <a:custClr name="Mango 11">
      <a:srgbClr val="450B00"/>
    </a:custClr>
    <a:custClr name="Teal 2">
      <a:srgbClr val="C2FCEE"/>
    </a:custClr>
    <a:custClr name="Teal 4">
      <a:srgbClr val="2CE0BF"/>
    </a:custClr>
    <a:custClr name="Teal 6">
      <a:srgbClr val="049F9A"/>
    </a:custClr>
    <a:custClr name="Teal 7">
      <a:srgbClr val="07838F"/>
    </a:custClr>
    <a:custClr name="Teal 10">
      <a:srgbClr val="02414C"/>
    </a:custClr>
    <a:custClr name="Teal 11">
      <a:srgbClr val="012931"/>
    </a:custClr>
    <a:custClr name="Green 2">
      <a:srgbClr val="EBF5CB"/>
    </a:custClr>
    <a:custClr name="Green 4">
      <a:srgbClr val="97DD40"/>
    </a:custClr>
    <a:custClr name="Green 6">
      <a:srgbClr val="36A41D"/>
    </a:custClr>
    <a:custClr name="Green 7">
      <a:srgbClr val="188918"/>
    </a:custClr>
    <a:custClr name="Green 10">
      <a:srgbClr val="164323"/>
    </a:custClr>
    <a:custClr name="Green 11">
      <a:srgbClr val="0E2B16"/>
    </a:custClr>
    <a:custClr name="Red 2">
      <a:srgbClr val="FFD5EA"/>
    </a:custClr>
    <a:custClr name="Red 4">
      <a:srgbClr val="FF8CB2"/>
    </a:custClr>
    <a:custClr name="Red 6">
      <a:srgbClr val="EE3939"/>
    </a:custClr>
    <a:custClr name="Red 7">
      <a:srgbClr val="D20A0A"/>
    </a:custClr>
    <a:custClr name="Red 10">
      <a:srgbClr val="5A0404"/>
    </a:custClr>
    <a:custClr name="Red 11">
      <a:srgbClr val="350000"/>
    </a:custClr>
    <a:custClr name="Raspberry 2">
      <a:srgbClr val="FFDCE8"/>
    </a:custClr>
    <a:custClr name="Raspberry 4">
      <a:srgbClr val="FEADC8"/>
    </a:custClr>
    <a:custClr name="Raspberry 6">
      <a:srgbClr val="FA4F96"/>
    </a:custClr>
    <a:custClr name="Raspberry 7">
      <a:srgbClr val="DF1278"/>
    </a:custClr>
    <a:custClr name="Raspberry 10">
      <a:srgbClr val="71014B"/>
    </a:custClr>
    <a:custClr name="Raspberry 11">
      <a:srgbClr val="510136"/>
    </a:custClr>
    <a:custClr name="Pink 2">
      <a:srgbClr val="FFDCF3"/>
    </a:custClr>
    <a:custClr name="Pink 4">
      <a:srgbClr val="FF8AF0"/>
    </a:custClr>
    <a:custClr name="Pink 6">
      <a:srgbClr val="F31DED"/>
    </a:custClr>
    <a:custClr name="Pink 7">
      <a:srgbClr val="CC00DC"/>
    </a:custClr>
    <a:custClr name="Pink 10">
      <a:srgbClr val="510080"/>
    </a:custClr>
    <a:custClr name="Pink 11">
      <a:srgbClr val="28004A"/>
    </a:custClr>
    <a:custClr name="Indigo 2">
      <a:srgbClr val="E2D8FF"/>
    </a:custClr>
    <a:custClr name="Indigo 4">
      <a:srgbClr val="B894FF"/>
    </a:custClr>
    <a:custClr name="Indigo 6">
      <a:srgbClr val="7858FF"/>
    </a:custClr>
    <a:custClr name="Indigo 7">
      <a:srgbClr val="5D36FF"/>
    </a:custClr>
    <a:custClr name="Indigo 10">
      <a:srgbClr val="1C0C6E"/>
    </a:custClr>
    <a:custClr name="Indigo 11">
      <a:srgbClr val="0E0637"/>
    </a:custClr>
  </a:custClrLst>
  <a:extLst>
    <a:ext uri="{05A4C25C-085E-4340-85A3-A5531E510DB2}">
      <thm15:themeFamily xmlns:thm15="http://schemas.microsoft.com/office/thememl/2012/main" name="Presentation2" id="{135BC5D9-9837-4AD3-B193-D7FF2790C94B}" vid="{60BE1CC3-4AA1-4876-AFDE-22A3FB5ABA95}"/>
    </a:ext>
  </a:extLst>
</a:theme>
</file>

<file path=ppt/theme/theme6.xml><?xml version="1.0" encoding="utf-8"?>
<a:theme xmlns:a="http://schemas.openxmlformats.org/drawingml/2006/main" name="1_SAP Template">
  <a:themeElements>
    <a:clrScheme name="SAP Colors 2023">
      <a:dk1>
        <a:srgbClr val="000000"/>
      </a:dk1>
      <a:lt1>
        <a:srgbClr val="FFFFFF"/>
      </a:lt1>
      <a:dk2>
        <a:srgbClr val="1B90FF"/>
      </a:dk2>
      <a:lt2>
        <a:srgbClr val="89D1FF"/>
      </a:lt2>
      <a:accent1>
        <a:srgbClr val="E76500"/>
      </a:accent1>
      <a:accent2>
        <a:srgbClr val="049F9A"/>
      </a:accent2>
      <a:accent3>
        <a:srgbClr val="36A41D"/>
      </a:accent3>
      <a:accent4>
        <a:srgbClr val="FA4F96"/>
      </a:accent4>
      <a:accent5>
        <a:srgbClr val="F31DED"/>
      </a:accent5>
      <a:accent6>
        <a:srgbClr val="7858FF"/>
      </a:accent6>
      <a:hlink>
        <a:srgbClr val="0070F2"/>
      </a:hlink>
      <a:folHlink>
        <a:srgbClr val="0070F2"/>
      </a:folHlink>
    </a:clrScheme>
    <a:fontScheme name="SAP 2023">
      <a:majorFont>
        <a:latin typeface="72 Brand Medium"/>
        <a:ea typeface=""/>
        <a:cs typeface=""/>
      </a:majorFont>
      <a:minorFont>
        <a:latin typeface="72 Brand"/>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noFill/>
        <a:ln w="28575" algn="ctr">
          <a:solidFill>
            <a:schemeClr val="tx1"/>
          </a:solid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400" b="0" i="0" u="none" strike="noStrike" kern="0" cap="none" spc="0" normalizeH="0" baseline="0" noProof="0" dirty="0" err="1" smtClean="0">
            <a:ln>
              <a:noFill/>
            </a:ln>
            <a:effectLst/>
            <a:uLnTx/>
            <a:uFillTx/>
            <a:latin typeface="+mn-lt"/>
            <a:ea typeface="72 Brand" pitchFamily="34" charset="-128"/>
            <a:cs typeface="72 Brand" pitchFamily="34" charset="-128"/>
          </a:defRPr>
        </a:defPPr>
      </a:lstStyle>
    </a:spDef>
    <a:lnDef>
      <a:spPr>
        <a:ln w="25400">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ln w="28575">
          <a:noFill/>
        </a:ln>
      </a:spPr>
      <a:bodyPr wrap="square" lIns="0" tIns="0" rIns="0" bIns="0" rtlCol="0">
        <a:spAutoFit/>
      </a:bodyPr>
      <a:lstStyle>
        <a:defPPr algn="l" fontAlgn="base">
          <a:spcBef>
            <a:spcPct val="50000"/>
          </a:spcBef>
          <a:spcAft>
            <a:spcPct val="0"/>
          </a:spcAft>
          <a:buClr>
            <a:schemeClr val="tx1"/>
          </a:buClr>
          <a:buSzPct val="100000"/>
          <a:defRPr sz="1400" kern="0" dirty="0" err="1" smtClean="0">
            <a:latin typeface="72 Brand" panose="020B0504030603020204" pitchFamily="34" charset="0"/>
            <a:ea typeface="72 Brand" pitchFamily="34" charset="-128"/>
            <a:cs typeface="72 Brand" pitchFamily="34" charset="-128"/>
          </a:defRPr>
        </a:defPPr>
      </a:lstStyle>
    </a:txDef>
  </a:objectDefaults>
  <a:extraClrSchemeLst/>
  <a:custClrLst>
    <a:custClr name="Blue 2">
      <a:srgbClr val="D1EFFF"/>
    </a:custClr>
    <a:custClr name="Blue 4">
      <a:srgbClr val="89D1FF"/>
    </a:custClr>
    <a:custClr name="Blue 6">
      <a:srgbClr val="1B90FF"/>
    </a:custClr>
    <a:custClr name="Blue 7">
      <a:srgbClr val="0070F2"/>
    </a:custClr>
    <a:custClr name="Blue 10">
      <a:srgbClr val="002A86"/>
    </a:custClr>
    <a:custClr name="Blue 11">
      <a:srgbClr val="00144A"/>
    </a:custClr>
    <a:custClr name="Mango 2">
      <a:srgbClr val="FFF3B8"/>
    </a:custClr>
    <a:custClr name="Mango 4">
      <a:srgbClr val="FFC933"/>
    </a:custClr>
    <a:custClr name="Mango 6">
      <a:srgbClr val="E76500"/>
    </a:custClr>
    <a:custClr name="Mango 7">
      <a:srgbClr val="C35500"/>
    </a:custClr>
    <a:custClr name="Mango 10">
      <a:srgbClr val="6D1900"/>
    </a:custClr>
    <a:custClr name="Mango 11">
      <a:srgbClr val="450B00"/>
    </a:custClr>
    <a:custClr name="Teal 2">
      <a:srgbClr val="C2FCEE"/>
    </a:custClr>
    <a:custClr name="Teal 4">
      <a:srgbClr val="2CE0BF"/>
    </a:custClr>
    <a:custClr name="Teal 6">
      <a:srgbClr val="049F9A"/>
    </a:custClr>
    <a:custClr name="Teal 7">
      <a:srgbClr val="07838F"/>
    </a:custClr>
    <a:custClr name="Teal 10">
      <a:srgbClr val="02414C"/>
    </a:custClr>
    <a:custClr name="Teal 11">
      <a:srgbClr val="012931"/>
    </a:custClr>
    <a:custClr name="Green 2">
      <a:srgbClr val="EBF5CB"/>
    </a:custClr>
    <a:custClr name="Green 4">
      <a:srgbClr val="97DD40"/>
    </a:custClr>
    <a:custClr name="Green 6">
      <a:srgbClr val="36A41D"/>
    </a:custClr>
    <a:custClr name="Green 7">
      <a:srgbClr val="188918"/>
    </a:custClr>
    <a:custClr name="Green 10">
      <a:srgbClr val="164323"/>
    </a:custClr>
    <a:custClr name="Green 11">
      <a:srgbClr val="0E2B16"/>
    </a:custClr>
    <a:custClr name="Red 2">
      <a:srgbClr val="FFD5EA"/>
    </a:custClr>
    <a:custClr name="Red 4">
      <a:srgbClr val="FF8CB2"/>
    </a:custClr>
    <a:custClr name="Red 6">
      <a:srgbClr val="EE3939"/>
    </a:custClr>
    <a:custClr name="Red 7">
      <a:srgbClr val="D20A0A"/>
    </a:custClr>
    <a:custClr name="Red 10">
      <a:srgbClr val="5A0404"/>
    </a:custClr>
    <a:custClr name="Red 11">
      <a:srgbClr val="350000"/>
    </a:custClr>
    <a:custClr name="Raspberry 2">
      <a:srgbClr val="FFDCE8"/>
    </a:custClr>
    <a:custClr name="Raspberry 4">
      <a:srgbClr val="FEADC8"/>
    </a:custClr>
    <a:custClr name="Raspberry 6">
      <a:srgbClr val="FA4F96"/>
    </a:custClr>
    <a:custClr name="Raspberry 7">
      <a:srgbClr val="DF1278"/>
    </a:custClr>
    <a:custClr name="Raspberry 10">
      <a:srgbClr val="71014B"/>
    </a:custClr>
    <a:custClr name="Raspberry 11">
      <a:srgbClr val="510136"/>
    </a:custClr>
    <a:custClr name="Pink 2">
      <a:srgbClr val="FFDCF3"/>
    </a:custClr>
    <a:custClr name="Pink 4">
      <a:srgbClr val="FF8AF0"/>
    </a:custClr>
    <a:custClr name="Pink 6">
      <a:srgbClr val="F31DED"/>
    </a:custClr>
    <a:custClr name="Pink 7">
      <a:srgbClr val="CC00DC"/>
    </a:custClr>
    <a:custClr name="Pink 10">
      <a:srgbClr val="510080"/>
    </a:custClr>
    <a:custClr name="Pink 11">
      <a:srgbClr val="28004A"/>
    </a:custClr>
    <a:custClr name="Indigo 2">
      <a:srgbClr val="E2D8FF"/>
    </a:custClr>
    <a:custClr name="Indigo 4">
      <a:srgbClr val="B894FF"/>
    </a:custClr>
    <a:custClr name="Indigo 6">
      <a:srgbClr val="7858FF"/>
    </a:custClr>
    <a:custClr name="Indigo 7">
      <a:srgbClr val="5D36FF"/>
    </a:custClr>
    <a:custClr name="Indigo 10">
      <a:srgbClr val="1C0C6E"/>
    </a:custClr>
    <a:custClr name="Indigo 11">
      <a:srgbClr val="0E0637"/>
    </a:custClr>
  </a:custClrLst>
  <a:extLst>
    <a:ext uri="{05A4C25C-085E-4340-85A3-A5531E510DB2}">
      <thm15:themeFamily xmlns:thm15="http://schemas.microsoft.com/office/thememl/2012/main" name="Speaker PPT Template_Sapphire 2026_v02" id="{B7A00BA6-DE55-4BA6-9387-2F71263486A3}" vid="{32896D24-CED7-49CB-AD02-D4B9014332DD}"/>
    </a:ext>
  </a:extLst>
</a:theme>
</file>

<file path=ppt/theme/theme7.xml><?xml version="1.0" encoding="utf-8"?>
<a:theme xmlns:a="http://schemas.openxmlformats.org/drawingml/2006/main" name="3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9.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Blue 2">
      <a:srgbClr val="D1EFFF"/>
    </a:custClr>
  </a:custClrLst>
</a:theme>
</file>

<file path=ppt/theme/themeOverride1.xml><?xml version="1.0" encoding="utf-8"?>
<a:themeOverride xmlns:a="http://schemas.openxmlformats.org/drawingml/2006/main">
  <a:clrScheme name="SAP Colors 2023">
    <a:dk1>
      <a:srgbClr val="000000"/>
    </a:dk1>
    <a:lt1>
      <a:srgbClr val="FFFFFF"/>
    </a:lt1>
    <a:dk2>
      <a:srgbClr val="1B90FF"/>
    </a:dk2>
    <a:lt2>
      <a:srgbClr val="89D1FF"/>
    </a:lt2>
    <a:accent1>
      <a:srgbClr val="E76500"/>
    </a:accent1>
    <a:accent2>
      <a:srgbClr val="049F9A"/>
    </a:accent2>
    <a:accent3>
      <a:srgbClr val="36A41D"/>
    </a:accent3>
    <a:accent4>
      <a:srgbClr val="FA4F96"/>
    </a:accent4>
    <a:accent5>
      <a:srgbClr val="F31DED"/>
    </a:accent5>
    <a:accent6>
      <a:srgbClr val="7858FF"/>
    </a:accent6>
    <a:hlink>
      <a:srgbClr val="0070F2"/>
    </a:hlink>
    <a:folHlink>
      <a:srgbClr val="0070F2"/>
    </a:folHlink>
  </a:clrScheme>
</a:themeOverride>
</file>

<file path=ppt/theme/themeOverride2.xml><?xml version="1.0" encoding="utf-8"?>
<a:themeOverride xmlns:a="http://schemas.openxmlformats.org/drawingml/2006/main">
  <a:clrScheme name="SAP Colors 2023">
    <a:dk1>
      <a:srgbClr val="000000"/>
    </a:dk1>
    <a:lt1>
      <a:srgbClr val="FFFFFF"/>
    </a:lt1>
    <a:dk2>
      <a:srgbClr val="1B90FF"/>
    </a:dk2>
    <a:lt2>
      <a:srgbClr val="89D1FF"/>
    </a:lt2>
    <a:accent1>
      <a:srgbClr val="E76500"/>
    </a:accent1>
    <a:accent2>
      <a:srgbClr val="049F9A"/>
    </a:accent2>
    <a:accent3>
      <a:srgbClr val="36A41D"/>
    </a:accent3>
    <a:accent4>
      <a:srgbClr val="FA4F96"/>
    </a:accent4>
    <a:accent5>
      <a:srgbClr val="F31DED"/>
    </a:accent5>
    <a:accent6>
      <a:srgbClr val="7858FF"/>
    </a:accent6>
    <a:hlink>
      <a:srgbClr val="0070F2"/>
    </a:hlink>
    <a:folHlink>
      <a:srgbClr val="0070F2"/>
    </a:folHlink>
  </a:clrScheme>
</a:themeOverride>
</file>

<file path=ppt/theme/themeOverride3.xml><?xml version="1.0" encoding="utf-8"?>
<a:themeOverride xmlns:a="http://schemas.openxmlformats.org/drawingml/2006/main">
  <a:clrScheme name="SAP Colors 2023">
    <a:dk1>
      <a:srgbClr val="000000"/>
    </a:dk1>
    <a:lt1>
      <a:srgbClr val="FFFFFF"/>
    </a:lt1>
    <a:dk2>
      <a:srgbClr val="1B90FF"/>
    </a:dk2>
    <a:lt2>
      <a:srgbClr val="89D1FF"/>
    </a:lt2>
    <a:accent1>
      <a:srgbClr val="E76500"/>
    </a:accent1>
    <a:accent2>
      <a:srgbClr val="049F9A"/>
    </a:accent2>
    <a:accent3>
      <a:srgbClr val="36A41D"/>
    </a:accent3>
    <a:accent4>
      <a:srgbClr val="FA4F96"/>
    </a:accent4>
    <a:accent5>
      <a:srgbClr val="F31DED"/>
    </a:accent5>
    <a:accent6>
      <a:srgbClr val="7858FF"/>
    </a:accent6>
    <a:hlink>
      <a:srgbClr val="0070F2"/>
    </a:hlink>
    <a:folHlink>
      <a:srgbClr val="0070F2"/>
    </a:folHlink>
  </a:clrScheme>
</a:themeOverride>
</file>

<file path=ppt/theme/themeOverride4.xml><?xml version="1.0" encoding="utf-8"?>
<a:themeOverride xmlns:a="http://schemas.openxmlformats.org/drawingml/2006/main">
  <a:clrScheme name="SAP Colors 2023">
    <a:dk1>
      <a:srgbClr val="000000"/>
    </a:dk1>
    <a:lt1>
      <a:srgbClr val="FFFFFF"/>
    </a:lt1>
    <a:dk2>
      <a:srgbClr val="1B90FF"/>
    </a:dk2>
    <a:lt2>
      <a:srgbClr val="89D1FF"/>
    </a:lt2>
    <a:accent1>
      <a:srgbClr val="E76500"/>
    </a:accent1>
    <a:accent2>
      <a:srgbClr val="049F9A"/>
    </a:accent2>
    <a:accent3>
      <a:srgbClr val="36A41D"/>
    </a:accent3>
    <a:accent4>
      <a:srgbClr val="FA4F96"/>
    </a:accent4>
    <a:accent5>
      <a:srgbClr val="F31DED"/>
    </a:accent5>
    <a:accent6>
      <a:srgbClr val="7858FF"/>
    </a:accent6>
    <a:hlink>
      <a:srgbClr val="0070F2"/>
    </a:hlink>
    <a:folHlink>
      <a:srgbClr val="0070F2"/>
    </a:folHlink>
  </a:clrScheme>
</a:themeOverride>
</file>

<file path=ppt/theme/themeOverride5.xml><?xml version="1.0" encoding="utf-8"?>
<a:themeOverride xmlns:a="http://schemas.openxmlformats.org/drawingml/2006/main">
  <a:clrScheme name="SAP Colors 2023">
    <a:dk1>
      <a:srgbClr val="000000"/>
    </a:dk1>
    <a:lt1>
      <a:srgbClr val="FFFFFF"/>
    </a:lt1>
    <a:dk2>
      <a:srgbClr val="1B90FF"/>
    </a:dk2>
    <a:lt2>
      <a:srgbClr val="89D1FF"/>
    </a:lt2>
    <a:accent1>
      <a:srgbClr val="E76500"/>
    </a:accent1>
    <a:accent2>
      <a:srgbClr val="049F9A"/>
    </a:accent2>
    <a:accent3>
      <a:srgbClr val="36A41D"/>
    </a:accent3>
    <a:accent4>
      <a:srgbClr val="FA4F96"/>
    </a:accent4>
    <a:accent5>
      <a:srgbClr val="F31DED"/>
    </a:accent5>
    <a:accent6>
      <a:srgbClr val="7858FF"/>
    </a:accent6>
    <a:hlink>
      <a:srgbClr val="0070F2"/>
    </a:hlink>
    <a:folHlink>
      <a:srgbClr val="0070F2"/>
    </a:folHlink>
  </a:clrScheme>
</a:themeOverrid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D0FCFAFA-D3D3-1441-8101-DA629D03A5D9}">
  <we:reference id="b0692d11-e342-a550-cfba-e8c57e47b8f1" version="1.0.0.8" store="EXCatalog" storeType="EXCatalog"/>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E65AE667-A5F5-0F47-8627-5174A8B7EA47}">
  <we:reference id="b8d7a30b-109c-4c41-a1df-a6cb639730b5" version="2.0.0.5"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ADE7015ACA0F34F8D7F0B743D92499D" ma:contentTypeVersion="12" ma:contentTypeDescription="Create a new document." ma:contentTypeScope="" ma:versionID="5129ded025e66f0dd6724ef8e76627a8">
  <xsd:schema xmlns:xsd="http://www.w3.org/2001/XMLSchema" xmlns:xs="http://www.w3.org/2001/XMLSchema" xmlns:p="http://schemas.microsoft.com/office/2006/metadata/properties" xmlns:ns2="59274e0e-74df-4b16-9da6-f72c96586e3b" xmlns:ns3="cbe7ee43-57e3-4cec-b3e8-1d42d80d23ac" targetNamespace="http://schemas.microsoft.com/office/2006/metadata/properties" ma:root="true" ma:fieldsID="5ac9c9c53658dc331d754ace97bfe635" ns2:_="" ns3:_="">
    <xsd:import namespace="59274e0e-74df-4b16-9da6-f72c96586e3b"/>
    <xsd:import namespace="cbe7ee43-57e3-4cec-b3e8-1d42d80d23a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OCR" minOccurs="0"/>
                <xsd:element ref="ns2:lcf76f155ced4ddcb4097134ff3c332f" minOccurs="0"/>
                <xsd:element ref="ns3:TaxCatchAll" minOccurs="0"/>
                <xsd:element ref="ns2:Channe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9274e0e-74df-4b16-9da6-f72c96586e3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OCR" ma:index="15" nillable="true" ma:displayName="Extracted Text" ma:internalName="MediaServiceOCR" ma:readOnly="true">
      <xsd:simpleType>
        <xsd:restriction base="dms:Note">
          <xsd:maxLength value="255"/>
        </xsd:restrictio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c7b3fb9d-ee0a-40a8-bd42-4026b75186d8" ma:termSetId="09814cd3-568e-fe90-9814-8d621ff8fb84" ma:anchorId="fba54fb3-c3e1-fe81-a776-ca4b69148c4d" ma:open="true" ma:isKeyword="false">
      <xsd:complexType>
        <xsd:sequence>
          <xsd:element ref="pc:Terms" minOccurs="0" maxOccurs="1"/>
        </xsd:sequence>
      </xsd:complexType>
    </xsd:element>
    <xsd:element name="Channel" ma:index="19" nillable="true" ma:displayName="Channel" ma:internalName="Channel">
      <xsd:simpleType>
        <xsd:restriction base="dms:Choice">
          <xsd:enumeration value="Choice 1"/>
          <xsd:enumeration value="Choice 2"/>
          <xsd:enumeration value="Choice 3"/>
        </xsd:restriction>
      </xsd:simpleType>
    </xsd:element>
  </xsd:schema>
  <xsd:schema xmlns:xsd="http://www.w3.org/2001/XMLSchema" xmlns:xs="http://www.w3.org/2001/XMLSchema" xmlns:dms="http://schemas.microsoft.com/office/2006/documentManagement/types" xmlns:pc="http://schemas.microsoft.com/office/infopath/2007/PartnerControls" targetNamespace="cbe7ee43-57e3-4cec-b3e8-1d42d80d23ac"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495fd82-579a-473f-bf36-1132bd6fda3f}" ma:internalName="TaxCatchAll" ma:showField="CatchAllData" ma:web="cbe7ee43-57e3-4cec-b3e8-1d42d80d23a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TemplafySlideTemplateConfiguration><![CDATA[{"slideVersion":3,"isValidatorEnabled":false,"isLocked":false,"elementsMetadata":[],"slideId":"1314779907816423435","enableDocumentContentUpdater":false,"version":"2.0"}]]></TemplafySlideTemplateConfiguration>
</file>

<file path=customXml/item3.xml><?xml version="1.0" encoding="utf-8"?>
<TemplafySlideTemplateConfiguration><![CDATA[{"slideVersion":2,"isValidatorEnabled":false,"isLocked":false,"elementsMetadata":[],"slideId":"1314779907816423430","enableDocumentContentUpdater":false,"version":"2.0"}]]></TemplafySlideTemplateConfiguration>
</file>

<file path=customXml/item4.xml><?xml version="1.0" encoding="utf-8"?>
<TemplafySlideTemplateConfiguration><![CDATA[{"slideVersion":2,"isValidatorEnabled":false,"isLocked":false,"elementsMetadata":[],"slideId":"1314779907816423429","enableDocumentContentUpdater":false,"version":"2.0"}]]></TemplafySlideTemplateConfiguration>
</file>

<file path=customXml/item5.xml><?xml version="1.0" encoding="utf-8"?>
<TemplafySlideFormConfiguration><![CDATA[{"formFields":[],"formDataEntries":[]}]]></TemplafySlideFormConfiguration>
</file>

<file path=customXml/item6.xml><?xml version="1.0" encoding="utf-8"?>
<TemplafySlideFormConfiguration><![CDATA[{"formFields":[],"formDataEntries":[]}]]></TemplafySlideFormConfiguration>
</file>

<file path=customXml/item7.xml><?xml version="1.0" encoding="utf-8"?>
<TemplafySlideFormConfiguration><![CDATA[{"formFields":[],"formDataEntries":[]}]]></TemplafySlideFormConfiguration>
</file>

<file path=customXml/item8.xml><?xml version="1.0" encoding="utf-8"?>
<TemplafySlideTemplateConfiguration><![CDATA[{"slideVersion":2,"isValidatorEnabled":false,"isLocked":false,"elementsMetadata":[],"slideId":"1314779907816423436","enableDocumentContentUpdater":false,"version":"2.0"}]]></TemplafySlideTemplateConfiguration>
</file>

<file path=customXml/item9.xml><?xml version="1.0" encoding="utf-8"?>
<TemplafySlideFormConfiguration><![CDATA[{"formFields":[],"formDataEntries":[]}]]></TemplafySlideFormConfiguration>
</file>

<file path=customXml/item10.xml><?xml version="1.0" encoding="utf-8"?>
<TemplafySlideFormConfiguration><![CDATA[{"formFields":[],"formDataEntries":[]}]]></TemplafySlideFormConfiguration>
</file>

<file path=customXml/item11.xml><?xml version="1.0" encoding="utf-8"?>
<TemplafySlideFormConfiguration><![CDATA[{"formFields":[],"formDataEntries":[]}]]></TemplafySlideFormConfiguration>
</file>

<file path=customXml/item12.xml><?xml version="1.0" encoding="utf-8"?>
<TemplafyTemplateConfiguration><![CDATA[{"elementsMetadata":[{"type":"shape","id":"6c42d5b6-2c61-4ebe-bbb6-feaf82495e6e","elementConfiguration":{"inheritDimensions":"{{InheritDimensions.InheritNone}}","width":"","height":"1 cm","image":"{{Form.SAPLogo.SubbrandWhite}}","visibility":"","type":"image","disableUpdates":false}},{"type":"shape","id":"1c59595a-e46d-466c-acce-901a376bd157","elementConfiguration":{"inheritDimensions":"{{InheritDimensions.InheritNone}}","width":"","height":"1 cm","image":"{{Form.SAPLogo.SubbrandWhite}}","visibility":"","type":"image","disableUpdates":false}},{"type":"shape","id":"694ab508-3a79-4630-a157-77d7d11f6c6a","elementConfiguration":{"inheritDimensions":"{{InheritDimensions.InheritNone}}","width":"","height":"1 cm","image":"{{Form.SAPLogo.SubbrandBlue}}","visibility":"","type":"image","disableUpdates":false}},{"type":"shape","id":"dac4107f-286e-45a6-b312-910bab48e557","elementConfiguration":{"inheritDimensions":"{{InheritDimensions.InheritNone}}","width":"","height":"1 cm","image":"{{Form.SAPLogo.SubbrandBlue}}","visibility":"","type":"image","disableUpdates":false}},{"type":"shape","id":"47b665af-454a-472a-96d7-20807d726a47","elementConfiguration":{"inheritDimensions":"{{InheritDimensions.InheritNone}}","width":"","height":"1 cm","image":"{{Form.SAPLogo.SubbrandBlack}}","visibility":"","type":"image","disableUpdates":false}},{"type":"shape","id":"80e3b059-f1c0-4a75-aeb1-8e5e9b50af80","elementConfiguration":{"inheritDimensions":"{{InheritDimensions.InheritNone}}","width":"","height":"1 cm","image":"{{Form.SAPLogo.SubbrandWhite}}","visibility":"","type":"image","disableUpdates":false}},{"type":"shape","id":"ecdbf1a6-00b9-44a0-b6de-5862314cb32e","elementConfiguration":{"inheritDimensions":"{{InheritDimensions.InheritNone}}","width":"","height":"1 cm","image":"{{Form.SAPLogo.SubbrandBlue}}","visibility":"","type":"image","disableUpdates":false}},{"type":"shape","id":"76699589-24ec-4ca6-a6a1-c59eec2ff6be","elementConfiguration":{"inheritDimensions":"{{InheritDimensions.InheritNone}}","width":"","height":"1 cm","image":"{{Form.SAPLogo.SubbrandWhite}}","visibility":"","type":"image","disableUpdates":false}},{"type":"shape","id":"9520d6a1-db1e-404f-9c64-2812977c35e5","elementConfiguration":{"inheritDimensions":"{{InheritDimensions.InheritNone}}","width":"","height":"1 cm","image":"{{Form.SAPLogo.SubbrandWhite}}","visibility":"","type":"image","disableUpdates":false}},{"type":"shape","id":"9981027a-5211-4adc-b1df-983b0e50a5c4","elementConfiguration":{"inheritDimensions":"{{InheritDimensions.InheritNone}}","width":"","height":"1 cm","image":"{{Form.SAPLogo.SubbrandBlack}}","visibility":"","type":"image","disableUpdates":false}},{"type":"shape","id":"6a6a1251-8dcc-4bec-a3d2-b9f32dee58f2","elementConfiguration":{"inheritDimensions":"{{InheritDimensions.InheritNone}}","width":"","height":"1 cm","image":"{{Form.SAPLogo.SubbrandWhite}}","visibility":"","type":"image","disableUpdates":false}},{"type":"shape","id":"f519ff18-b154-4733-b543-689663311305","elementConfiguration":{"inheritDimensions":"{{InheritDimensions.InheritNone}}","width":"","height":"1 cm","image":"{{Form.SAPLogo.SubbrandBlue}}","visibility":"","type":"image","disableUpdates":false}},{"type":"shape","id":"6f5bdf19-4f67-4993-a551-fe29cc9fc816","elementConfiguration":{"inheritDimensions":"{{InheritDimensions.InheritNone}}","width":"","height":"1 cm","image":"{{Form.SAPLogo.SubbrandBlack}}","visibility":"","type":"image","disableUpdates":false}},{"type":"shape","id":"573e776e-75fc-4ee1-8660-ec2ab2510b95","elementConfiguration":{"inheritDimensions":"{{InheritDimensions.InheritNone}}","width":"","height":"1 cm","image":"{{Form.SAPLogo.SubbrandBlue}}","visibility":"","type":"image","disableUpdates":false}},{"type":"shape","id":"e70dc268-c577-4c66-a1a0-b8e4858c2e50","elementConfiguration":{"binding":"{{StringJoin(\", \", Form.SpeakerName,\"SAP\")}}","visibility":"","type":"text","disableUpdates":false,"renderAsMarkdown":false}},{"type":"shape","id":"f979f4f1-d2b0-455e-963b-278311dbf245","elementConfiguration":{"binding":"{{FormatDateTime(Form.Date,\"MMMM dd, yyyy\",\"en-US\")}}","visibility":"","type":"text","disableUpdates":false,"renderAsMarkdown":false}},{"type":"shape","id":"531c072c-f849-4447-b87d-3ff3698edc25","elementConfiguration":{"binding":"{{Form.SpeakerName}}","visibility":"","type":"text","disableUpdates":false,"renderAsMarkdown":false}},{"type":"shape","id":"fca724b4-5336-438b-a392-7118636a595a","elementConfiguration":{"binding":"{{Form.Position}}\n{{Form.Address}}\n{{Form.City}} \n{{Form.Email}}","visibility":"","type":"text","disableUpdates":false,"renderAsMarkdown":false}},{"type":"shape","id":"0d56ba62-4522-49d4-baa2-ab7729853618","elementConfiguration":{"binding":"{{StringJoin(\", \", Form.SpeakerName,\"SAP\")}}","visibility":"","type":"text","disableUpdates":false,"renderAsMarkdown":false}},{"type":"shape","id":"bcb85ca4-8c06-4c74-9370-2fbaef3de5a9","elementConfiguration":{"binding":"{{FormatDateTime(Form.Date,\"MMMM dd, yyyy\",\"en-US\")}}","visibility":"","type":"text","disableUpdates":false,"renderAsMarkdown":false}},{"type":"shape","id":"d1d89bca-6028-44d5-81b0-a55417f07300","elementConfiguration":{"binding":"{{StringJoin(\", \", Form.SpeakerName,\"SAP\")}}","visibility":"","type":"text","disableUpdates":false,"renderAsMarkdown":false}},{"type":"shape","id":"44cd8162-ee6c-4237-9397-b799909710f5","elementConfiguration":{"binding":"{{FormatDateTime(Form.Date,\"MMMM dd, yyyy\",\"en-US\")}}","visibility":"","type":"text","disableUpdates":false,"renderAsMarkdown":false}},{"type":"shape","id":"43a63c9d-023a-41a6-99c3-dcb2888788a1","elementConfiguration":{"binding":"{{StringJoin(\", \", Form.SpeakerName,\"SAP\")}}","visibility":"","type":"text","disableUpdates":false,"renderAsMarkdown":false}},{"type":"shape","id":"ea9fc822-ed62-4ba7-be66-2f653553b135","elementConfiguration":{"binding":"{{FormatDateTime(Form.Date,\"MMMM dd, yyyy\",\"en-US\")}}","visibility":"","type":"text","disableUpdates":false,"renderAsMarkdown":false}}],"transformationConfigurations":[],"templateName":"SAP Corp","templateDescription":"","enableDocumentContentUpdater":true,"version":"2.0"}]]></TemplafyTemplateConfiguration>
</file>

<file path=customXml/item13.xml><?xml version="1.0" encoding="utf-8"?>
<?mso-contentType ?>
<FormTemplates xmlns="http://schemas.microsoft.com/sharepoint/v3/contenttype/forms">
  <Display>DocumentLibraryForm</Display>
  <Edit>DocumentLibraryForm</Edit>
  <New>DocumentLibraryForm</New>
</FormTemplates>
</file>

<file path=customXml/item14.xml><?xml version="1.0" encoding="utf-8"?>
<TemplafySlideTemplateConfiguration><![CDATA[{"slideVersion":2,"isValidatorEnabled":false,"isLocked":false,"elementsMetadata":[],"slideId":"1314779907816423438","enableDocumentContentUpdater":false,"version":"2.0"}]]></TemplafySlideTemplateConfiguration>
</file>

<file path=customXml/item15.xml><?xml version="1.0" encoding="utf-8"?>
<TemplafyFormConfiguration><![CDATA[{"formFields":[{"distinct":false,"hideIfNoUserInteractionRequired":false,"required":true,"autoSelectFirstOption":false,"shareValue":false,"type":"dropDown","dataSourceName":"PPTSubBrandLogos2023","dataSourceFieldName":"Name","name":"SAPLogo","label":"Select Template"},{"required":false,"placeholder":"","lines":1,"defaultValue":"{{StringJoin(\" \", UserProfile.FirstName,UserProfile.LastName)}}","helpTexts":{"prefix":"After your name, include your preferred pronouns (they/them, she/her, he/him)."},"shareValue":false,"type":"textBox","name":"SpeakerName","label":"Name and Pronouns"},{"required":false,"shareValue":false,"type":"datePicker","name":"Date","label":"Date"},{"helpTexts":{},"spacing":{},"type":"instructions","name":"Following_information_will_appear_on_the_Thank_You_slide","label":"Following information will appear on the Thank You slide:"},{"required":false,"placeholder":"","lines":1,"defaultValue":"{{UserProfile.JobTitle}}","helpTexts":{},"spacing":{},"shareValue":false,"type":"textBox","name":"Position","label":"Job title"},{"required":false,"placeholder":"","lines":1,"defaultValue":"{{UserProfile.Address.Address}}","helpTexts":{},"spacing":{},"shareValue":false,"type":"textBox","name":"Address","label":"Address"},{"required":false,"placeholder":"","lines":1,"defaultValue":"{{UserProfile.Address.Zip}} {{UserProfile.City.Name}}","helpTexts":{},"spacing":{},"shareValue":false,"type":"textBox","name":"City","label":"City"},{"required":false,"placeholder":"","lines":1,"defaultValue":"{{UserProfile.Email}}","shareValue":false,"type":"textBox","name":"Email","label":"Email"}],"formDataEntries":[{"name":"SAPLogo","value":"fjhHyMYkzMxM4BvCYrWlgXz/g9I8TMFHRZv40wDRUOE="},{"name":"SpeakerName","value":"E2ROsb+u0XqCSNt1bQDFgA=="},{"name":"Position","value":"wE+s8fdhNCaiXuC1E15vlQ=="},{"name":"Address","value":"wE+s8fdhNCaiXuC1E15vlQ=="},{"name":"City","value":"t9TPjulAMJrzfyOORBWjkw=="},{"name":"Email","value":"wE+s8fdhNCaiXuC1E15vlQ=="}]}]]></TemplafyFormConfiguration>
</file>

<file path=customXml/item16.xml><?xml version="1.0" encoding="utf-8"?>
<TemplafySlideTemplateConfiguration><![CDATA[{"slideVersion":2,"isValidatorEnabled":false,"isLocked":false,"elementsMetadata":[],"slideId":"1314779907816423437","enableDocumentContentUpdater":false,"version":"2.0"}]]></TemplafySlideTemplateConfiguration>
</file>

<file path=customXml/item17.xml><?xml version="1.0" encoding="utf-8"?>
<p:properties xmlns:p="http://schemas.microsoft.com/office/2006/metadata/properties" xmlns:xsi="http://www.w3.org/2001/XMLSchema-instance" xmlns:pc="http://schemas.microsoft.com/office/infopath/2007/PartnerControls">
  <documentManagement>
    <TaxCatchAll xmlns="cbe7ee43-57e3-4cec-b3e8-1d42d80d23ac" xsi:nil="true"/>
    <lcf76f155ced4ddcb4097134ff3c332f xmlns="59274e0e-74df-4b16-9da6-f72c96586e3b">
      <Terms xmlns="http://schemas.microsoft.com/office/infopath/2007/PartnerControls"/>
    </lcf76f155ced4ddcb4097134ff3c332f>
    <Channel xmlns="59274e0e-74df-4b16-9da6-f72c96586e3b" xsi:nil="true"/>
  </documentManagement>
</p:properties>
</file>

<file path=customXml/item18.xml><?xml version="1.0" encoding="utf-8"?>
<TemplafySlideFormConfiguration><![CDATA[{"formFields":[],"formDataEntries":[]}]]></TemplafySlideFormConfiguration>
</file>

<file path=customXml/item19.xml><?xml version="1.0" encoding="utf-8"?>
<TemplafySlideTemplateConfiguration><![CDATA[{"slideVersion":2,"isValidatorEnabled":false,"isLocked":false,"elementsMetadata":[],"slideId":"638315636850056675","enableDocumentContentUpdater":false,"version":"2.0"}]]></TemplafySlideTemplateConfiguration>
</file>

<file path=customXml/itemProps1.xml><?xml version="1.0" encoding="utf-8"?>
<ds:datastoreItem xmlns:ds="http://schemas.openxmlformats.org/officeDocument/2006/customXml" ds:itemID="{3C646F7F-5111-4D29-AAF2-9F38815063F3}">
  <ds:schemaRefs>
    <ds:schemaRef ds:uri="59274e0e-74df-4b16-9da6-f72c96586e3b"/>
    <ds:schemaRef ds:uri="cbe7ee43-57e3-4cec-b3e8-1d42d80d23a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B1D4426-9BD0-4BD3-8094-CA9B884388C6}">
  <ds:schemaRefs/>
</ds:datastoreItem>
</file>

<file path=customXml/itemProps3.xml><?xml version="1.0" encoding="utf-8"?>
<ds:datastoreItem xmlns:ds="http://schemas.openxmlformats.org/officeDocument/2006/customXml" ds:itemID="{F0F8AAF3-4544-44DE-8D65-07578647B51F}">
  <ds:schemaRefs/>
</ds:datastoreItem>
</file>

<file path=customXml/itemProps4.xml><?xml version="1.0" encoding="utf-8"?>
<ds:datastoreItem xmlns:ds="http://schemas.openxmlformats.org/officeDocument/2006/customXml" ds:itemID="{7CE852FA-A08C-42DD-AE0D-B4ACD5BB86CC}">
  <ds:schemaRefs/>
</ds:datastoreItem>
</file>

<file path=customXml/itemProps5.xml><?xml version="1.0" encoding="utf-8"?>
<ds:datastoreItem xmlns:ds="http://schemas.openxmlformats.org/officeDocument/2006/customXml" ds:itemID="{7191A31C-0001-4F47-9681-3BF2CDE82779}">
  <ds:schemaRefs/>
</ds:datastoreItem>
</file>

<file path=customXml/itemProps6.xml><?xml version="1.0" encoding="utf-8"?>
<ds:datastoreItem xmlns:ds="http://schemas.openxmlformats.org/officeDocument/2006/customXml" ds:itemID="{9B5A6145-50FD-46B5-882B-DCFCB8024129}">
  <ds:schemaRefs/>
</ds:datastoreItem>
</file>

<file path=customXml/itemProps7.xml><?xml version="1.0" encoding="utf-8"?>
<ds:datastoreItem xmlns:ds="http://schemas.openxmlformats.org/officeDocument/2006/customXml" ds:itemID="{313EF5B0-5BFC-4E19-9E61-13C85B6C6127}">
  <ds:schemaRefs/>
</ds:datastoreItem>
</file>

<file path=customXml/itemProps8.xml><?xml version="1.0" encoding="utf-8"?>
<ds:datastoreItem xmlns:ds="http://schemas.openxmlformats.org/officeDocument/2006/customXml" ds:itemID="{13FD8C04-EC58-4965-B798-8E6CBDD39C2A}">
  <ds:schemaRefs/>
</ds:datastoreItem>
</file>

<file path=customXml/itemProps9.xml><?xml version="1.0" encoding="utf-8"?>
<ds:datastoreItem xmlns:ds="http://schemas.openxmlformats.org/officeDocument/2006/customXml" ds:itemID="{A7B291CB-4C44-41B3-9B37-CCBAC5621AB0}">
  <ds:schemaRefs/>
</ds:datastoreItem>
</file>

<file path=customXml/itemProps10.xml><?xml version="1.0" encoding="utf-8"?>
<ds:datastoreItem xmlns:ds="http://schemas.openxmlformats.org/officeDocument/2006/customXml" ds:itemID="{02A76EF8-E055-4175-8D2D-5B9E60211AF6}">
  <ds:schemaRefs/>
</ds:datastoreItem>
</file>

<file path=customXml/itemProps11.xml><?xml version="1.0" encoding="utf-8"?>
<ds:datastoreItem xmlns:ds="http://schemas.openxmlformats.org/officeDocument/2006/customXml" ds:itemID="{4938B8D1-5EB7-4009-8CFB-FCE4DBF00B70}">
  <ds:schemaRefs/>
</ds:datastoreItem>
</file>

<file path=customXml/itemProps12.xml><?xml version="1.0" encoding="utf-8"?>
<ds:datastoreItem xmlns:ds="http://schemas.openxmlformats.org/officeDocument/2006/customXml" ds:itemID="{626BBCBB-1894-4E66-BA48-9E91CE3ACBA0}">
  <ds:schemaRefs/>
</ds:datastoreItem>
</file>

<file path=customXml/itemProps13.xml><?xml version="1.0" encoding="utf-8"?>
<ds:datastoreItem xmlns:ds="http://schemas.openxmlformats.org/officeDocument/2006/customXml" ds:itemID="{291DCB28-1C52-4C0E-804A-6BD2D3F0FB8D}">
  <ds:schemaRefs>
    <ds:schemaRef ds:uri="http://schemas.microsoft.com/sharepoint/v3/contenttype/forms"/>
  </ds:schemaRefs>
</ds:datastoreItem>
</file>

<file path=customXml/itemProps14.xml><?xml version="1.0" encoding="utf-8"?>
<ds:datastoreItem xmlns:ds="http://schemas.openxmlformats.org/officeDocument/2006/customXml" ds:itemID="{E54232B7-ECAB-41A6-AF8E-F8AA8F67AA91}">
  <ds:schemaRefs/>
</ds:datastoreItem>
</file>

<file path=customXml/itemProps15.xml><?xml version="1.0" encoding="utf-8"?>
<ds:datastoreItem xmlns:ds="http://schemas.openxmlformats.org/officeDocument/2006/customXml" ds:itemID="{CC49FFC8-2FF3-4057-96F0-3BCD1A4F0351}">
  <ds:schemaRefs/>
</ds:datastoreItem>
</file>

<file path=customXml/itemProps16.xml><?xml version="1.0" encoding="utf-8"?>
<ds:datastoreItem xmlns:ds="http://schemas.openxmlformats.org/officeDocument/2006/customXml" ds:itemID="{7A3DE86C-37E5-43A2-A674-30AE8DECAC0E}">
  <ds:schemaRefs/>
</ds:datastoreItem>
</file>

<file path=customXml/itemProps17.xml><?xml version="1.0" encoding="utf-8"?>
<ds:datastoreItem xmlns:ds="http://schemas.openxmlformats.org/officeDocument/2006/customXml" ds:itemID="{C1422F45-04DB-421D-8796-270006657806}">
  <ds:schemaRefs>
    <ds:schemaRef ds:uri="http://purl.org/dc/terms/"/>
    <ds:schemaRef ds:uri="http://purl.org/dc/dcmitype/"/>
    <ds:schemaRef ds:uri="http://schemas.microsoft.com/office/2006/documentManagement/types"/>
    <ds:schemaRef ds:uri="http://schemas.openxmlformats.org/package/2006/metadata/core-properties"/>
    <ds:schemaRef ds:uri="http://purl.org/dc/elements/1.1/"/>
    <ds:schemaRef ds:uri="http://www.w3.org/XML/1998/namespace"/>
    <ds:schemaRef ds:uri="59274e0e-74df-4b16-9da6-f72c96586e3b"/>
    <ds:schemaRef ds:uri="http://schemas.microsoft.com/office/infopath/2007/PartnerControls"/>
    <ds:schemaRef ds:uri="cbe7ee43-57e3-4cec-b3e8-1d42d80d23ac"/>
    <ds:schemaRef ds:uri="http://schemas.microsoft.com/office/2006/metadata/properties"/>
  </ds:schemaRefs>
</ds:datastoreItem>
</file>

<file path=customXml/itemProps18.xml><?xml version="1.0" encoding="utf-8"?>
<ds:datastoreItem xmlns:ds="http://schemas.openxmlformats.org/officeDocument/2006/customXml" ds:itemID="{2604C1D0-0CB4-45CE-A621-238775C66F3F}">
  <ds:schemaRefs/>
</ds:datastoreItem>
</file>

<file path=customXml/itemProps19.xml><?xml version="1.0" encoding="utf-8"?>
<ds:datastoreItem xmlns:ds="http://schemas.openxmlformats.org/officeDocument/2006/customXml" ds:itemID="{39A1FB1D-BCA0-49FA-87F2-FCA11D8E81F1}">
  <ds:schemaRefs/>
</ds:datastoreItem>
</file>

<file path=docMetadata/LabelInfo.xml><?xml version="1.0" encoding="utf-8"?>
<clbl:labelList xmlns:clbl="http://schemas.microsoft.com/office/2020/mipLabelMetadata">
  <clbl:label id="{5b1f33f0-b2b7-43ff-911c-883b977d6628}" enabled="1" method="Privileged" siteId="{42f7676c-f455-423c-82f6-dc2d99791af7}" removed="0"/>
</clbl:labelList>
</file>

<file path=docProps/app.xml><?xml version="1.0" encoding="utf-8"?>
<Properties xmlns="http://schemas.openxmlformats.org/officeDocument/2006/extended-properties" xmlns:vt="http://schemas.openxmlformats.org/officeDocument/2006/docPropsVTypes">
  <Template>SAP Template 2025</Template>
  <TotalTime>3203</TotalTime>
  <Words>3430</Words>
  <Application>Microsoft Macintosh PowerPoint</Application>
  <PresentationFormat>Custom</PresentationFormat>
  <Paragraphs>497</Paragraphs>
  <Slides>30</Slides>
  <Notes>23</Notes>
  <HiddenSlides>0</HiddenSlides>
  <MMClips>0</MMClips>
  <ScaleCrop>false</ScaleCrop>
  <HeadingPairs>
    <vt:vector size="8" baseType="variant">
      <vt:variant>
        <vt:lpstr>Fonts Used</vt:lpstr>
      </vt:variant>
      <vt:variant>
        <vt:i4>15</vt:i4>
      </vt:variant>
      <vt:variant>
        <vt:lpstr>Theme</vt:lpstr>
      </vt:variant>
      <vt:variant>
        <vt:i4>7</vt:i4>
      </vt:variant>
      <vt:variant>
        <vt:lpstr>Embedded OLE Servers</vt:lpstr>
      </vt:variant>
      <vt:variant>
        <vt:i4>1</vt:i4>
      </vt:variant>
      <vt:variant>
        <vt:lpstr>Slide Titles</vt:lpstr>
      </vt:variant>
      <vt:variant>
        <vt:i4>30</vt:i4>
      </vt:variant>
    </vt:vector>
  </HeadingPairs>
  <TitlesOfParts>
    <vt:vector size="53" baseType="lpstr">
      <vt:lpstr>Calibri</vt:lpstr>
      <vt:lpstr>72 Brand</vt:lpstr>
      <vt:lpstr>Aptos</vt:lpstr>
      <vt:lpstr>Courier New</vt:lpstr>
      <vt:lpstr>wingdings</vt:lpstr>
      <vt:lpstr>wingdings</vt:lpstr>
      <vt:lpstr>Arial</vt:lpstr>
      <vt:lpstr>Roboto</vt:lpstr>
      <vt:lpstr>Segoe UI</vt:lpstr>
      <vt:lpstr>Inter Tight Medium</vt:lpstr>
      <vt:lpstr>72</vt:lpstr>
      <vt:lpstr>72 Brand Medium</vt:lpstr>
      <vt:lpstr>Aptos Display</vt:lpstr>
      <vt:lpstr>72 Brand Book</vt:lpstr>
      <vt:lpstr>Symbol</vt:lpstr>
      <vt:lpstr>SAP Template</vt:lpstr>
      <vt:lpstr>SAP Template 2024</vt:lpstr>
      <vt:lpstr>5_SAP Template 2024</vt:lpstr>
      <vt:lpstr>4_SAP Template</vt:lpstr>
      <vt:lpstr>8_SAP Template 2024</vt:lpstr>
      <vt:lpstr>1_SAP Template</vt:lpstr>
      <vt:lpstr>3_office theme</vt:lpstr>
      <vt:lpstr>think-cell Slide</vt:lpstr>
      <vt:lpstr>AS260 - Discover the Financial Closing Assistant</vt:lpstr>
      <vt:lpstr>Disclaimer</vt:lpstr>
      <vt:lpstr>Agenda</vt:lpstr>
      <vt:lpstr>Introducing the Financial Closing Assistant</vt:lpstr>
      <vt:lpstr>PowerPoint Presentation</vt:lpstr>
      <vt:lpstr>PowerPoint Presentation</vt:lpstr>
      <vt:lpstr>Introducing the Financial Closing Assistant Leverage an agentic workforce for faster financial closes</vt:lpstr>
      <vt:lpstr>Current Financial Closing process pre-Financial Closing Assistant</vt:lpstr>
      <vt:lpstr>Autonomous Financial Closing process with the Financial Closing Assistant The Agentic Team Close</vt:lpstr>
      <vt:lpstr>Financial Closing Assistant Agents</vt:lpstr>
      <vt:lpstr>Journal Entry Agent</vt:lpstr>
      <vt:lpstr>PowerPoint Presentation</vt:lpstr>
      <vt:lpstr>Journal Entry Agent</vt:lpstr>
      <vt:lpstr>Accounting Accruals Agent</vt:lpstr>
      <vt:lpstr>PowerPoint Presentation</vt:lpstr>
      <vt:lpstr>Accounting Accruals Agent</vt:lpstr>
      <vt:lpstr>Receivables &amp; Payables Clearing Agent</vt:lpstr>
      <vt:lpstr>PowerPoint Presentation</vt:lpstr>
      <vt:lpstr>Receivables &amp; Payables Clearing Agent</vt:lpstr>
      <vt:lpstr>Analytical Business Insights Agent</vt:lpstr>
      <vt:lpstr>PowerPoint Presentation</vt:lpstr>
      <vt:lpstr>Analytical Business Insight Agent</vt:lpstr>
      <vt:lpstr>Getting Started with Hands On Session</vt:lpstr>
      <vt:lpstr>Hands On Session Test Scripts &amp; Additional Material</vt:lpstr>
      <vt:lpstr>How to work with the Financial Closing Assistant in Joule – First Steps</vt:lpstr>
      <vt:lpstr>How to work with the Financial Closing Assistant in Joule – First Steps</vt:lpstr>
      <vt:lpstr>How to work with the Financial Closing Assistant in Joule – First Steps</vt:lpstr>
      <vt:lpstr>How to work with the Financial Closing Assistant in Joule – First Steps</vt:lpstr>
      <vt:lpstr>How to work with the Financial Closing Assistant in Joule – First Steps</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cp:keywords>2024/16:9/white</cp:keywords>
  <dc:description/>
  <cp:lastModifiedBy>Gerlach, Torsten</cp:lastModifiedBy>
  <cp:revision>3</cp:revision>
  <dcterms:created xsi:type="dcterms:W3CDTF">2025-11-25T13:37:14Z</dcterms:created>
  <dcterms:modified xsi:type="dcterms:W3CDTF">2026-10-23T15:23:42Z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y fmtid="{D5CDD505-2E9C-101B-9397-08002B2CF9AE}" pid="3" name="ContentTypeId">
    <vt:lpwstr>0x010100FADE7015ACA0F34F8D7F0B743D92499D</vt:lpwstr>
  </property>
  <property fmtid="{D5CDD505-2E9C-101B-9397-08002B2CF9AE}" pid="4" name="Created by">
    <vt:lpwstr>omnidocs.com</vt:lpwstr>
  </property>
  <property fmtid="{D5CDD505-2E9C-101B-9397-08002B2CF9AE}" pid="5" name="TemplafyTimeStamp">
    <vt:lpwstr>2025-11-25T08:42:24</vt:lpwstr>
  </property>
  <property fmtid="{D5CDD505-2E9C-101B-9397-08002B2CF9AE}" pid="6" name="TemplafyTenantId">
    <vt:lpwstr>sap</vt:lpwstr>
  </property>
  <property fmtid="{D5CDD505-2E9C-101B-9397-08002B2CF9AE}" pid="7" name="TemplafyTemplateId">
    <vt:lpwstr>1308212103180189994</vt:lpwstr>
  </property>
  <property fmtid="{D5CDD505-2E9C-101B-9397-08002B2CF9AE}" pid="8" name="TemplafyUserProfileId">
    <vt:lpwstr>637735546984325538</vt:lpwstr>
  </property>
  <property fmtid="{D5CDD505-2E9C-101B-9397-08002B2CF9AE}" pid="9" name="TemplafyLanguageCode">
    <vt:lpwstr>en-US</vt:lpwstr>
  </property>
  <property fmtid="{D5CDD505-2E9C-101B-9397-08002B2CF9AE}" pid="10" name="TemplafyFromBlank">
    <vt:bool>false</vt:bool>
  </property>
  <property fmtid="{D5CDD505-2E9C-101B-9397-08002B2CF9AE}" pid="11" name="MediaServiceImageTags">
    <vt:lpwstr/>
  </property>
  <property fmtid="{D5CDD505-2E9C-101B-9397-08002B2CF9AE}" pid="12" name="ClassificationContentMarkingFooterLocations">
    <vt:lpwstr>SAP Template:12\SAP Template 2024:142</vt:lpwstr>
  </property>
  <property fmtid="{D5CDD505-2E9C-101B-9397-08002B2CF9AE}" pid="13" name="ClassificationContentMarkingFooterText">
    <vt:lpwstr>                 INTERNAL ‒ SAP and Customers Only</vt:lpwstr>
  </property>
</Properties>
</file>